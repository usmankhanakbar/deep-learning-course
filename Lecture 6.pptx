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65" r:id="rId2"/>
    <p:sldId id="266" r:id="rId3"/>
    <p:sldId id="341" r:id="rId4"/>
    <p:sldId id="257" r:id="rId5"/>
    <p:sldId id="258" r:id="rId6"/>
    <p:sldId id="275" r:id="rId7"/>
    <p:sldId id="259" r:id="rId8"/>
    <p:sldId id="260" r:id="rId9"/>
    <p:sldId id="261" r:id="rId10"/>
    <p:sldId id="329" r:id="rId11"/>
    <p:sldId id="330" r:id="rId12"/>
    <p:sldId id="277" r:id="rId13"/>
    <p:sldId id="278" r:id="rId14"/>
    <p:sldId id="279" r:id="rId15"/>
    <p:sldId id="280" r:id="rId16"/>
    <p:sldId id="281" r:id="rId17"/>
    <p:sldId id="282" r:id="rId18"/>
    <p:sldId id="262" r:id="rId19"/>
    <p:sldId id="263" r:id="rId20"/>
    <p:sldId id="264" r:id="rId21"/>
    <p:sldId id="326" r:id="rId22"/>
    <p:sldId id="327" r:id="rId23"/>
    <p:sldId id="328" r:id="rId24"/>
    <p:sldId id="331" r:id="rId25"/>
    <p:sldId id="332" r:id="rId26"/>
    <p:sldId id="333" r:id="rId27"/>
    <p:sldId id="334" r:id="rId28"/>
    <p:sldId id="335" r:id="rId29"/>
    <p:sldId id="336" r:id="rId30"/>
    <p:sldId id="362" r:id="rId31"/>
    <p:sldId id="337" r:id="rId32"/>
    <p:sldId id="338" r:id="rId33"/>
    <p:sldId id="339" r:id="rId34"/>
    <p:sldId id="340" r:id="rId35"/>
    <p:sldId id="344" r:id="rId36"/>
    <p:sldId id="345" r:id="rId37"/>
    <p:sldId id="346" r:id="rId38"/>
    <p:sldId id="34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79" d="100"/>
          <a:sy n="79" d="100"/>
        </p:scale>
        <p:origin x="63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3:33:42.245"/>
    </inkml:context>
    <inkml:brush xml:id="br0">
      <inkml:brushProperty name="width" value="0.05292" units="cm"/>
      <inkml:brushProperty name="height" value="0.05292" units="cm"/>
      <inkml:brushProperty name="color" value="#FF0000"/>
    </inkml:brush>
  </inkml:definitions>
  <inkml:trace contextRef="#ctx0" brushRef="#br0">3193 14041 0,'35'17'157,"18"-17"-157,-18 0 0,18 0 15,88 35 1,71 1 0,35-36-1,17 35 16,-70-35-31,-141 53 0,0-53 32,-35 0-32,17 0 0,0 0 15,18 0 1,53 0-16,18 53 31,-36-53-15,-18 0-1,36 0 1,-18 0 0,1 0-16,69 0 15,-87 0 1,35 0-16,52 0 16,-69 0-1,34 0 1,-35 0 15,18 0-31,18 0 31,-89-18-31,88 18 16,-52 0-16,-1 0 16,160-35-16,34-36 31,1 18-16,0 18 1,-71-18 0,-89 18-1,-16 17 1,34-17 0,-17 0-1,141-36 1,70 18-1,-105-17 17,-141 70-17,-36 0 1,18 0 62,-18 0-78,18 17 16,123 54-1,-70-53-15,18 17 16,17-17-16,18 17 16,-54-18-16,1-17 15,-35 36-15,-1-19 16,1-17-1,-36 36 17,53 17-17,-17-36 1,52 18 0,-87-35-16,87 36 15,-70-1-15,0-35 16,70 35-1,-17-17 1,-53 17 0,-18-35-1,18 0 1,-17 0 0,87 0-1,-70 0 1,70-17-1,-34 17 1,-36 0 15,-36 0 1,1 0-17,35 0 1,17 0-1,19 0 1,34-18 0,-17 18-1,-36 0 1,1 0 0,-36 0-16,1 0 15,-19 0 1,18 0 15,-17 0 0,35 0-15,53 0 0,0 0-1,-36-18-15,18 18 16,-35 0-16,-35 0 15,35 0 1,-35 0 0,-1 0-1,18 0 17,-17 0-1,17 0-16,1 0 17,-19 0-17,1 0 1,0 0 0</inkml:trace>
  <inkml:trace contextRef="#ctx0" brushRef="#br0" timeOffset="3360.4813">17180 14129 0,'0'17'31,"18"-17"16,35 0-31,0 0-16,-18 0 16,53 0-1,18 0 1,18 0-1,-1 0 1,36 0 0,-53 0-16,52 0 15,-87 0 1,-18 0-16,17 0 16,-17 0-1,-35 0 16,0 0-15,34 0 0,-34 0-1,123 36 1,-70-36 0,17 0-1,-35 0 1,17 0-1,1 0 1,17 0 0,-70 0-16,35 0 15,0 0 1,0 0-16,35 0 16,35 0 15,-17 0-16,0 0 1,-18 0-16,0 0 31,-17 0-15,-54 0 0,72 0-1,-36 0 1,17 0-1,1 0 1,-1 0 0,-34 0-16,-19 0 15,18 0-15,18 0 0,0 0 32,-53-18-17,53 18-15,-18 0 31,18-18-15</inkml:trace>
  <inkml:trace contextRef="#ctx0" brushRef="#br0" timeOffset="7554.7293">24906 14252 0,'18'0'281,"35"0"-281,0 0 16,-1 0-1,54-53 1,-17 53-1,52-35 1,-71 17 0,-35 18-1,18 0 1,0 0 0,-17 0-1,16 0 1,-34 0-16,17 0 15,18 0 48,18 0-47,-53 0-16,-1 0 15,18 0 1,18 0-1,-35 0 1,70 0 0,0 0-1,53 0 1,18 0 0,-123 0-1,-19 0 126,1 0-141,35 0 15,0 0 1,17 18 0,-17-18-1,-35 35 1,17-35 0,-17 0-1,17 0 1,0 0-1,-17 0-15,17 0 16,-17 0 31,17 0-31,0 0-1,-17 0 1,35 0 62,-18 0-47,0 0 0,1 0-31,34 0 16,18 0 0,89 0-16,-36 0 15,-53 0-15,0 0 32,-35 0 218,0 0-235,18 0-15,-18 0 16,-18 0-16,35 0 31,-34 0-15,-1 0-1,-17 0 1,35 0 0,-36 0-1,19-17 1,-19 17-1,18 0 1,-35-18 297</inkml:trace>
  <inkml:trace contextRef="#ctx0" brushRef="#br0" timeOffset="10071.8198">2999 14834 0,'35'0'94,"0"0"-78,53 0-16,-17 18 15,52 0-15,142-1 16,-159 1 0,0-18-16,-1 35 15,-16-17 16,-19-1-31,36-17 32,-35 0-17,-18 0-15,17 0 16,-17 0-16,-18 0 16,1 0-1</inkml:trace>
  <inkml:trace contextRef="#ctx0" brushRef="#br0" timeOffset="11978.5644">10936 14852 0,'18'0'15,"17"18"63,0-18-78,53 0 16,36 0-16,211 0 31,18 0-15,35 0-1,-71 0 1,-211 0-16,35 0 16,-70 0-16,-36 0 47</inkml:trace>
  <inkml:trace contextRef="#ctx0" brushRef="#br0" timeOffset="14252.9786">14041 14746 0,'35'0'219,"0"0"-219,0 35 16,1-35-16,-19 0 15,89 0 1,18 0 0,-19 0-1,-52 0 1,0 0-16,0 0 16,-18 0-1,18 0 1,36 0 15,-72 0-15,18 0-1,18 0 1,0 0 0,-17 0-1,17 18-15,-1-18 16,-16 0-1,-1 0-15,0 0 16,-17 35 0,17-35-1,-17 0 1,17 0 31,-17 0 0</inkml:trace>
  <inkml:trace contextRef="#ctx0" brushRef="#br0" timeOffset="17078.0819">17022 14852 0,'35'0'156,"0"0"-140,0 0-16,18 0 0,88 0 31,71 0-15,-18 0-1,0 0 1,-88 0 0,-18 0-1,-70 0 1,17 0 140,-17 0-140,35 0-16,-36 0 15,54 0 1,17 18 0,88-18-1,-123 35 1,-17-35-1,16 0 1,-16 0 0,-19 0 15,19 0 31,-19 0-46,1 0-16,0 0 16,35 0-1,-18 0 1,0 0 0,-17 0-1</inkml:trace>
  <inkml:trace contextRef="#ctx0" brushRef="#br0" timeOffset="27122.1331">6562 4939 0,'17'0'94,"54"0"-79,-18 0 1,0 0-16,53 0 16,158 0-1,-52 0 1,35 0 15,17 0-15,-87 0-1,17 0 1,-124 0 0,-17 0-1,0 0 1,-35 0-1,35 0 1,17 0 0,36 0-1,-71 0-15,18 0 16,-17 0 0,-19 0-16,36 0 15,-18 0 1,18 0-1,-17 0 17,-19 0-1,18 0-31,1 0 31,-19 0-15,19 0-1,-19 0 1,19 0 0,-1 0-1,-18 0-15,19 0 16,-1 0 0,-17 0-16,52 0 15,-34 0 1,16 0 15,-16-35-31,52 17 31,18-17-31,0 35 32,-36 0-17,1 0 1,-1 0-16,-34 0 31,34 0-15,1 0-1,-18 0 1,-36 0-16,18 0 16,1 0-16,-19 0 15,36 0 1,-17 0-1,-1 0 1,-18 0 15,19 0-15,-19 0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3:35:06.030"/>
    </inkml:context>
    <inkml:brush xml:id="br0">
      <inkml:brushProperty name="width" value="0.05292" units="cm"/>
      <inkml:brushProperty name="height" value="0.05292" units="cm"/>
      <inkml:brushProperty name="color" value="#FF0000"/>
    </inkml:brush>
  </inkml:definitions>
  <inkml:trace contextRef="#ctx0" brushRef="#br0">20761 4110 0,'18'0'125,"-1"0"-125,19 17 16,87-17 0,53 0-16,54 0 31,17 0-15,-106 36-1,-35-36 1,-1 0-1,-34 0 1,17 0 0,-35 0-1,-18 0 1,18-18 0,-17 18 15,16 0-31,19 0 31,-18 0-15,17 0-1,54 0 1,-18 0 0,0 0-1,17 0 1,-70-35-16,-18 35 15,-35-18 110</inkml:trace>
  <inkml:trace contextRef="#ctx0" brushRef="#br0" timeOffset="2148.2987">16880 4110 0,'18'0'78,"17"0"-62,1 17-16,-1 1 16,0-18-16,71 18 15,-53-18-15,17 0 16,72 0 0,-37 0-1,1 17 1,-53-17-1,18 36 17,35-36-32,-36 0 0,18 17 31,-17-17-31,70 0 0,-35 0 0,88 0 31,-88 0-15,-36 18-1,-35-18 1,1 35 0,70-35-1,-53 0 1,35 0 0,-53 0-16,18 0 15,-35 0 1,34 0 31,-16 0-32,17 0 1,-36 0-16,36 0 16,-35 0-16,52 0 0,-17 0 15,18 0 1,17-17-1,0 17 1,36-36 0,-54 36-1,1-17 1,-36 17 0,18-36-1,-35 36-15,52 0 16,-70-17-1,53 17 1,-53-36 0,35 36-16,-17 0 31,17 0-31,-17 0 0,17-17 31,18 17 79,-18 0-110,-17 0 0,17 0 15,36 0 1,17 0-1,0 0 1,-17 0 0,-36 0 15,-17 0-15</inkml:trace>
  <inkml:trace contextRef="#ctx0" brushRef="#br0" timeOffset="4271.1609">23777 4092 0,'-35'0'62,"53"0"63,17 0-125,35 0 16,72 0-1,-37 18-15,1-18 16,194 0 0,-159 0-1,-35 0-15,35 0 16,-88 0-1,-35 0 1,17 0 0,0 0-1,18 0 1,53 0 15,-71 0-31,1 0 0,-1 0 0,0 0 16,18 0-1,35 0-15,-17 0 32,-18 0-17,-36 0 1,36 0 0,18 0-1,17 0 1,-17 0-1,17 0 1,18 0 0,-36 0-1,36 0 1,-18 0 0,18 0-1,-53 0 1,17 0-1,-17 0-15,-17 0 16,17 0 0,-1 0-1,1 0 1,-35 0 0,17 0-1,36 0 1,-18 0-1,0 0 1,-36 0 0,1 0-1,0 0 1,35 0 0,-18 0-1,-18 0 16,19 0-15,-1 0-16,-17 0 31,17 0-15,0 0 15,-17 0-15,-1 0-1,1 0-15,17 0 16,-17 0-16,17 0 16,-17 0-1,0 0 1,52 0 0,-35 0 15,-17 0-16,17 0 17,-35-35-32,18 35 31</inkml:trace>
  <inkml:trace contextRef="#ctx0" brushRef="#br0" timeOffset="6033.4092">2699 4780 0,'17'0'79,"1"18"-64,17-18-15,89 0 16,-18 0-16,-1 0 31,1 0-31,-53 0 0,35 0 0,18 0 31,18 0-15,-89 0 0</inkml:trace>
  <inkml:trace contextRef="#ctx0" brushRef="#br0" timeOffset="23089.698">21537 8149 0,'-18'0'63,"1"0"-48,-1 0 1,-17 0 15,17 0 0,71 0 94,0 0-109,0 0 0,141 18-16,-88-18 31,35 0-15,-70 0-16,-36 0 15,-18 0 1,19 0-16,-1 0 31,0 0-15,53 0-1,1 0 1,-36-18 0,-36 18-1,18 0 1,-17 0 31,17 0-47,-17 0 31,0 0-15,35 0-1,-18 0-15,-17 0 16,-1 0-16,1 0 15,17 0 1,-17 0 0,35 0-1,-18 0 1,18 0 0,-18 0-1,-17 0 1,-1 0-1,1 0 1,0 0 0,-1 0-1,19 0 1,-19 0-16,18 0 31,-17 0-15,0 0-1,-1 0 1,19 0 0</inkml:trace>
  <inkml:trace contextRef="#ctx0" brushRef="#br0" timeOffset="26084.0011">26582 7144 0,'0'17'109,"0"1"-93,0 70-16,0 53 31,-35-17-15,17-18-1,18-71 1,0-17 0</inkml:trace>
  <inkml:trace contextRef="#ctx0" brushRef="#br0" timeOffset="26813.4165">26370 6862 0,'35'17'156,"1"-17"-140,-1 0-16,18 0 15,88 0 1,0 0 15,-53 0-31</inkml:trace>
  <inkml:trace contextRef="#ctx0" brushRef="#br0" timeOffset="27775.2643">26264 7885 0,'36'0'93,"-1"0"-93,35 35 16,-17 18 0,36-53-1,16 17 1,36-17 0,-52 0-1</inkml:trace>
  <inkml:trace contextRef="#ctx0" brushRef="#br0" timeOffset="28849.1546">27834 7056 0,'0'52'125,"-35"-16"-109,35-19-16,0 54 31,0-18-15,0 17-1,70 36 1,-17-53-1,-53 0-15,36 0 16,-19-35-16,19 17 0,-19 18 16,18 0-1,-17 0 1,17-53 0,1 35-1,-19 18 1,36 0-1,-18-53 1,-35 17 15</inkml:trace>
  <inkml:trace contextRef="#ctx0" brushRef="#br0" timeOffset="30460.6445">28310 7355 0,'36'0'78,"-19"53"-78,1 0 15,-18 18 1,35 88-16,1-54 31,-19-16-15,-17-160 109,0 18-109,0 0-16,35 0 15,-17-17-15,88-54 31,-106 71-31,0 0 32,0 18-17,35 35 110,-17 18-109,52-1-16,1 36 16,17 18 15,0 52-16,-35-17 1,-17-71-16,-19-17 31,18-18 94,1-70-109,-36 34-16,35-17 0,18 0 16,0 1-1,-18-19 16,18 89 141,-35 52-156,17-17 0,-17 35-16,70 18 31,-53-35-16,-17 17 1,17-71 0,-53-17 93</inkml:trace>
  <inkml:trace contextRef="#ctx0" brushRef="#br0" timeOffset="31044.9571">30215 7338 0,'0'53'93,"-17"0"-93,17 0 16,-18 70 0,-17-52-1,35 17 1,-18-71-1,18 19 17</inkml:trace>
  <inkml:trace contextRef="#ctx0" brushRef="#br0" timeOffset="31644.3042">30039 7391 0,'18'0'62,"-1"53"-62,19-36 16,-1 1-16,35 35 15,19 35 1,-1-17 0,35 34-1,-70-52 1</inkml:trace>
  <inkml:trace contextRef="#ctx0" brushRef="#br0" timeOffset="32701.2147">30745 7285 0,'0'35'78,"35"36"-62,-18-18-16,-17-18 15,36 18-15,34 70 16,-52-35-1,-18-35 1,0-106 78,-53 1-79,53-1-15,0 0 16,0 35-16,0-17 16,0 17-16,-35-17 0,35 0 15,0 17 17,17 18 46,54 53-78,-18-35 15,70 70 1,-70-18 0,18-17-1,-36 0 1,36 0-1,-36-53 1,-35-53 47,0 35-48,0-52-15,0 17 16,0 0-16,0 0 15,0 36-15,-18-1 32,1 0-32,17-17 31,0 17-31,-18-17 31,18 17 16</inkml:trace>
  <inkml:trace contextRef="#ctx0" brushRef="#br0" timeOffset="33519.4906">31044 6914 0,'18'0'78,"0"18"-62,17-18-16,18 35 15,-18-17 1,89 35 0,-54 17 15,18 19-15,36 34-1,-54-52 1,-52-18-1,17 0 1,-35-36 0,0 1-1,0 17 1,0-17 0,0 35-1,0 52 1,0-34-1,-17-53-15,17 17 16,-18 0 0,18-17-1,0 35-15,-35-18 32,17-35 77</inkml:trace>
  <inkml:trace contextRef="#ctx0" brushRef="#br0" timeOffset="56944.4802">19156 8114 0,'35'0'203,"-17"0"-171,-1 0-32,1 0 15,17 0 1,-17 0 15,0 18 0,-1-18 1,1 0-17,-1 0 1,19 0 0,-19 0 62,19 0-63</inkml:trace>
  <inkml:trace contextRef="#ctx0" brushRef="#br0" timeOffset="58704.4796">20867 8096 0,'35'0'63,"-17"0"15,17 0-62,-17 0-1,17 0-15,0 0 16,36 0-1,-1 36 1,-34-36 0,-1 0-1</inkml:trace>
  <inkml:trace contextRef="#ctx0" brushRef="#br0" timeOffset="69105.9936">1976 7144 0,'-18'35'94,"-17"0"-94,17 1 16,-35 16-1,18 72 1,-18-89-1,18 18 1,35-18 0,-18-17-1,18 17 1,-35-17 15,35-53 235,17 17-266,-17-17 15,0 0-15,36-18 32,-36 35-32,0-17 31,0 17-15,17 18-1,-17-18 1,0 1 46,53-19-62,-18 19 16,-17 17 0,35-35 15,-18 17-16,-17 18 1,-18-35 0,18 35-1,-18-18 1,35-17 0,-18 35-1,19-18 1,-19 18 124,19 0-124,-36 35 0,0 18-1,0-35 1,0 70 0,0-17-1,-18 17 1,18-70-1,0 34 1,18-87 140,-1 0-156,36-36 16,0-17 0,0 18-1,0-36 1,-18 106-1,-17-53 1,-18 18 0,35 17-1,-17-17 1,17 17 15,-17-17 16,17 35 47,-35 17-94,18 1 15,-18 35 1,17-18-16,1 53 16,-18 1-1,0-37 1,0 37 0,0-19-1,0-17 1,0 18-1,-35-71 142</inkml:trace>
  <inkml:trace contextRef="#ctx0" brushRef="#br0" timeOffset="72061.6659">3104 7144 0,'-17'35'218,"-1"0"-218,-35 1 16,-17-1-16,34 35 16,19-52-16,-19 17 31,19 1-31,17-19 16,0 1-1,0 0 1,0-54 140,53-17-140,-36-17-16,72-36 15,-36 35 17,-1 1-17,-34 17 1,17 0-1,-17 35 1,17-17 0,-35 17-1,0-17 1,0 0 0,36 35-1,-36-18 16,0 54 63,0-1-94,0-18 0,0 54 31,17 17-15,18 18 0,18 70-1,-53-105 1,18 0 0,35-19-1,-53-69 126,0-18-141</inkml:trace>
  <inkml:trace contextRef="#ctx0" brushRef="#br0" timeOffset="72635.5261">3034 7197 0,'18'0'63,"-1"0"-32,18 35-31,36-17 15,-36 17 1,53 0 0,36-17-1,-54-1 1</inkml:trace>
  <inkml:trace contextRef="#ctx0" brushRef="#br0" timeOffset="74672.7227">1852 7743 0,'35'0'109,"1"0"-93,34 0-1,-17 0 1,-18 0-16,71 0 0,-53 0 16,18 0-1,17 0-15,0 0 32,18 0-17,-18 0 1,-17 0-1,-36 0-15,18 0 16,-36 0-16,1 0 16,35 0-1,-18 0 1,-17 0 0,17 0 93,-17 0-109,17 0 16,0 0-1,54 53 1,-72-53-1</inkml:trace>
  <inkml:trace contextRef="#ctx0" brushRef="#br0" timeOffset="79451.7381">18680 8026 0,'0'17'78,"35"1"-62,18-18-1,70 35 1,-17-17 0,-18 35-1,-52-53 1</inkml:trace>
  <inkml:trace contextRef="#ctx0" brushRef="#br0" timeOffset="80476.8187">20514 8043 0,'18'0'31,"-18"36"0,0 17-15,0-18-16,0 18 15,0 53 1,0-54 0,0-16-1</inkml:trace>
  <inkml:trace contextRef="#ctx0" brushRef="#br0" timeOffset="81739.716">20549 7973 0,'-17'0'93,"-1"0"-93,0 17 16,-35 36 0,36-53-1,-18 18 1,52-18 156,1 0-172,17 0 31,0-35-15,-17 35-16,17-18 15,-17-17 1,17 17 0,-17 18 46,17 0 1,-17 0-48,-1 0 1,1 35-1,35-17-15,-18 0 16,-17 17 0,52 0-1,-52-17 1</inkml:trace>
  <inkml:trace contextRef="#ctx0" brushRef="#br0" timeOffset="82790.3494">18785 7867 0,'18'18'47,"-18"17"-32,18 71 1,-18-53 0,0 52-1,0-16 1,0-36 0,0-1-1,0 1 1,0-17-1</inkml:trace>
  <inkml:trace contextRef="#ctx0" brushRef="#br0" timeOffset="84176.8049">18821 8061 0,'-36'18'94,"1"-18"-79,17 0 17,18 35-17,0-53 188,0 1-187,36-19 0,-1 36-1,-17-35 1,-1 35 0,1 0-1,0 0 1,17 0 156,-17 0-172,34 35 31,-16 18-15,-19-53-1,54 53 1,-53 0-1,-1-53 1,1 35 0</inkml:trace>
  <inkml:trace contextRef="#ctx0" brushRef="#br0" timeOffset="94893.3367">21026 5397 0,'-18'0'94,"0"0"-63,-17 53 1,0 71-17,35-36 1,-36 18 0,19-36-1,-18 54 1,35-71-1,0 17 1,-53 19 0,53-36-16,-36 35 15,19-53 1,17 0-16,-53 71 16,0-35 15,35-71-31,18 35 187,0 0-187,-35-35 47,35 18-47,0 17 16,0-17-16</inkml:trace>
  <inkml:trace contextRef="#ctx0" brushRef="#br0" timeOffset="96166.4665">20426 6456 0,'35'0'141,"-35"35"-141,18 0 0,17 1 16,-35-1-1,0 18 1,0-36-16,18 19 16,-18-19 15,0 19-31,0-1 15,0-17 1,0-1 0,0 1-1,35-18 126,-17 0-94,17 0-47,0 0 15,36-35 1,-54 17 0,72-35-1,-37 18 1,-34 17-16,17-17 16,-35 17-1,0-17 1,18 35-1,0 0 1</inkml:trace>
  <inkml:trace contextRef="#ctx0" brushRef="#br0" timeOffset="101628.2043">23936 15522 0,'35'0'188,"-17"0"-188,35 0 0,88 0 31,-18 0-31,18 0 31,18 0-15,-35-35 0,-36 17-1,18 1 1,-18 17 0,-18 0-16,-34-18 15,-19 18 1,19 0-16,-1-35 15,0 35 17,36-18-32,-18 18 31,35 0-15,-35-35-1,-36 35-15,36 0 16,-35 0-16,0-18 0,17 18 15,18-35 1,53 17 0,-71 18-1,36 0 1,17 0 0,-71 0-16,72 0 15,-72 0 1,36 0-16,18 0 15,-1 0 17,18 0-17,-35 0 1,0 0 0,35 0-1,-70 0 1,0 0-16,17 0 15,18 0 1,17 0 0,-52 53-16,35-53 15,0 0 1,-18 0 0,0 0-16,-17 0 15,17 0-15,-17 0 31,17 0-31,18 0 16,-17 0 0,-1 0 15,18 0-31,0 0 31,35 0-31,-53 0 31,-17 0-15,35 0 0,-18 0-1,-17 0 1,-1 0 0,36 0-1,-35 0 1,17 35 15,18-35-31,-18 0 31,1 0-31,-19 0 32</inkml:trace>
  <inkml:trace contextRef="#ctx0" brushRef="#br0" timeOffset="103452.4008">28346 15399 0,'17'0'188,"36"0"-173,0 0-15,0 0 16,35 0 0,18 0-1,0 0 1,-36 0-1,-34-36 1,-19 36 15,19 0-31,-19 0 0,89 0 32,-71 0-32,18 0 0,36 0 31,-19-17-31,-35 17 31,1 0 32,-1 0-63,18 0 15,17 0 1,19 0-1,-19 0 1,-35 0 0,-17 0 15,17 0-15,1 0-1,17 0-15,-18 0 31,18 0-31</inkml:trace>
  <inkml:trace contextRef="#ctx0" brushRef="#br0" timeOffset="107039.4221">19156 17163 0,'-18'0'172,"1"0"-156,-19 0 0,-34 0-1,17-36 1,0 36-1,35 0 17,1 0-32,-19 0 0,19 18 15,-19-18 1,-17 0 46,53 18-62,-17-18 16,-1 35 15,1-35-31,17 35 32,0-17-17,0 17 16,0-17-15,-36 17 0,36-17-1,0-1 1,18-17 0,-18 18-1,0 17 1,0-17 15,18-18-15,-18 35-16,35-17 15,-18 17 1,-17-17 0,36-18-1,-19 35 16,19-35 1,-36 35 15,0-17-32,35-18 1,-17 35-1,17-35 17,-17 18-17,17-18 1,0 0 0,0 0-1,1 0 1,34 0-1,-52 0 1,-1 0 15,1-35-15,17-1 31,-17 19-47,17 17 31,-35-36-31,0 19 31,0-19-15,0 19-16,18-1 16,-18 0 15,0-17-16,-35 18-15,17-19 32,18 19-17,-35-19 1,17 19 31,-17 17-16,17 0 16,18-36-16</inkml:trace>
  <inkml:trace contextRef="#ctx0" brushRef="#br0" timeOffset="109261.8992">21043 17110 0,'-53'0'125,"36"0"-109,-54 0-16,36 0 15,17 0 1,-17 35-1,-18-17 48,53 17-1,0 0 1,-35-17-47,35 17-1,-18-17 1,18 35-1,35-18 1,-35 0 0,0 0 15,18-35-31,-18 18 31,0 17-31,18-35 31,-1 18-31,19 17 47,-19-35-31,18 18-16,-17 0 31,17-18-15,-35 17-1,36-17 1,-19 36 15,19-36-31,-19 0 32,1 17-32,-1-17 31,19 0-31,-1 0 31,-17 0-31,-18-17 31,35-1-15,-35-17 0,0 17-1,18-17 1,-18 17-1,0 0 1,0 1 0,0-36-1,0 18 1,0 17 15,0-17-15,-36-1-1,19 36 1,17-17 0,-36 17-1,19-36 110,-19 19-78,19-18 16,17 17-1,-35 18 110,35-35-156,0 17 15</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4:55:12.57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8167 17022 0</inkml:trace>
  <inkml:trace contextRef="#ctx0" brushRef="#br1" timeOffset="374324.1001">15575 14252 0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5:01:04.883"/>
    </inkml:context>
    <inkml:brush xml:id="br0">
      <inkml:brushProperty name="width" value="0.05292" units="cm"/>
      <inkml:brushProperty name="height" value="0.05292" units="cm"/>
      <inkml:brushProperty name="color" value="#00B0F0"/>
    </inkml:brush>
  </inkml:definitions>
  <inkml:trace contextRef="#ctx0" brushRef="#br0">3986 2787 0,'53'0'94,"18"0"-94,70 0 16,-35 0-16,194 0 15,-53 0 1,-53 0-1,-106 0 1</inkml:trace>
  <inkml:trace contextRef="#ctx0" brushRef="#br0" timeOffset="4329.3361">6703 2663 0,'35'0'94,"18"36"-79,-35-36-15,70 0 16,-18 17 0,1 19-1,-18-36 1,35 0 15,-35 35-31,-18-17 31,18-18-15,18 52 0,-36-52-16,0 0 15,18 0-15,-35 0 16,35 0-1,-18 0 1,36 36 0,-19-36-1,1 0 1,0 0 0,0 0-16,18 0 31,-36 0-31,-17 0 15,17 0-15,36 0 32,-36 0-17,18 0 1,-18 0 0,18 0-16,-18-18 15,0 18 1,-17 0-1,17-18 1,36-17 0,17 35-1,-35-17 1,18-19 0,-36 36-1,0 0 95,-17 0-95,35-17-15,-36 17 16,36 0-1,71 0 1,-54 0 0,-17 0-1,-35 0 1,-1 0 140,19 0-156,-1 0 31,-17 0-31,17 0 16,-17 0 547,17 0-548,0 0 1,-17 0-16,17 0 31,0 0-15,18 0 202,-17 0-202,16 0 0,1 0-16,18 0 15,-36 0-15,-17 0 16,17 0-16,-17 0 16,35 0-16,-18 0 15,-17 0-15,17 0 16,-17 0-16,-1 0 15,1 0-15,17 0 16,-17 0-16,17 0 16,-17 0-16,17 0 15,0 0-15,-17 0 16,-1 0-16,1 0 16,17 0 77,18 0-77,0 0-16,0 0 0,-35 0 16,35 0-1</inkml:trace>
  <inkml:trace contextRef="#ctx0" brushRef="#br0" timeOffset="5629.1885">11818 2699 0,'18'0'16,"35"17"93,-18-17-109,18 0 16,-18 18-16,124 0 16,0 17-1,123-35 16,-18 0-15,-193 0-16,88 0 16,-89 35-16,-52-35 15,0 0 1,-1 0 62,18 18-78,18-18 16,-17 0-1,-19 0 79,36 0-78,53 0-1,17 35 1,-17-35-16,88 35 31,0-35-15,0 0-1,-141 0 1,0 0 0</inkml:trace>
  <inkml:trace contextRef="#ctx0" brushRef="#br0" timeOffset="6109.0425">15840 2910 0,'0'0'0,"141"0"16,18 0-16,-18 0 31,-53-35-15,-70 35-1,-1 0 1,36-18 0,18 18-1,34 0 1,-52-35 0</inkml:trace>
  <inkml:trace contextRef="#ctx0" brushRef="#br0" timeOffset="9096.0413">2240 3440 0,'18'0'94,"17"0"-79,-17 35 1,70-35 0,-53 0-16,89 17 15,-71-17-15,17 0 16,54 0-1,-19 0 1,37 36 0,-54-36-1,0 0 1,-18 0 0,19 0-1,69 0 1,-105 0-1,53 0 1,-18 0 0,18 0-1,-18 0 17,-52 0-17,-1 0-15,-17 0 188,34 0-173,-16 0-15,-19 0 16</inkml:trace>
  <inkml:trace contextRef="#ctx0" brushRef="#br0" timeOffset="10685.0562">5503 3634 0,'36'0'47,"17"0"15,17 0-46,1 0-16,34 0 16,37 0-16,175 0 31,-141 0-31,230 0 16,-229 0-16,-72 0 15,125 0 1,-19 0-1,-70 0 1,-52 0 0,16 0-1,54 0 1,-18 35 0,0-35-1,-70 0 1,0 0-1,-54 0 1,71 0 0,-17 0-1,17 0 1,0 0 0,-35 0 15,-35 0 0,35 0-15,-18-35-1,71 35 1,-36 0 0,19 0-1,-36 0 1,-18 0-1,18-18 1,0 18 0,-18 0-1,-17 0 17</inkml:trace>
  <inkml:trace contextRef="#ctx0" brushRef="#br0" timeOffset="65304.4681">4886 5256 0,'18'0'79,"-1"0"-64,1 0 1,0 0-1,34 0 1,37 0 0,34 0-1,-35 0 1,18 0 0,-18 0-1,-35 0 1,-17 0 15,-19 0 0,36 0-31,-18 0 16,18 0 0,-17 0 15</inkml:trace>
  <inkml:trace contextRef="#ctx0" brushRef="#br0" timeOffset="69961.4418">7373 5133 0,'0'18'141,"18"-18"-110,35 0-15,0 0-16,17 17 15,159 18 1,18-35 0,71 0-1,-71 0 1,-106 0 0,-53 0-1,-70 0 1,-1 0 46,19 0-62,-1 0 0,18 0 32,123 0-17,-70 0 1,-18 0-1,0 0 1,-17 0 0,-18 0-1,70 0 1,-70 0 0,53 0-1,-18 0 1,-35 0-16,35 0 15,-35 0 1,-17 0 0,52 0-16,18 36 31,-1-36-15,-16 0-1,-36 0-15,35 0 31,-18 0-31,19 0 32,-19 0-17,18 0 1,-35 0 0,35 0-1,-35 0 1,-35 0-1,53 0 17,17 0-17,35 0-15,18 0 32,18 0-32,-53 0 31,0 0-16,0 0 1,-54 0-16,19 0 31,35 0-15,-18 0 0,0 0-1,-52 0 1,-1 0-1,0 0 1,-17 0 0,17 0 15,0 0 0,-17 0-15,35 0-1,-18 0 1,0 0 0</inkml:trace>
  <inkml:trace contextRef="#ctx0" brushRef="#br0" timeOffset="71700.2913">5962 6032 0,'53'36'93,"-18"-19"-77,36-17-16,140 18 31,72 0-15,16-18-1,-16 35 1,-54-17 0,-88-18-1,-70 0 1,-54 0 62,1 0-78,17 0 16,0 0-16,18 0 15,53 0 1,53 0 0,-36 0-1,-70 0 1,0-36 15</inkml:trace>
  <inkml:trace contextRef="#ctx0" brushRef="#br0" timeOffset="74857.5079">13917 6103 0,'35'0'141,"106"0"-126,-35 0-15,159-35 31,-1-36-15,19 71 0,-89 0-1,-36 0 1,-52 0 0,18 0-1,-18 0 1,-53 0-16,-36 0 15,36 0-15,-18-35 16,1 35-16,105 0 16,-35 0-1,-18 0 1,35-18 15,-87 18-31,16-17 16,54 17-1,-88 0-15,35 0 16,35-18 0,-17 0-1,17-17 1,-71 35 0,19 0-1,17-18 1,-18 18-1,35 0-15,19 0 16,-36 0 0,-18 0-1,18 0-15,17 0 16,1 0 0,17 0 15,-53 0-31,54 0 15,-19 0-15,18 0 16,71 0 0,-18 0-1,18 0 1,-89 0 0,-17 0-1,-35 0 1,105 0-1,-34 0 1,16 0 0,37 0 15,-54 0-15,-18 0-1,-17 0-15,35 0 31,-35 0-31,-17 0 0,34 0 16,36 0 0,123 0-1,-123 0-15,35 0 16,-123 0-16,17 0 16,-17 0-1</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5:53:53.022"/>
    </inkml:context>
    <inkml:brush xml:id="br0">
      <inkml:brushProperty name="width" value="0.05292" units="cm"/>
      <inkml:brushProperty name="height" value="0.05292" units="cm"/>
      <inkml:brushProperty name="color" value="#FF0000"/>
    </inkml:brush>
  </inkml:definitions>
  <inkml:trace contextRef="#ctx0" brushRef="#br0">11747 6438 0,'36'0'234,"17"0"-234,17 0 16,-34 0-16,52 0 16,18-35-1,17 17 16,18 18-31,-35-35 32,17 35-17,-17 0 1,-53 0-16,-35 0 16,17 0-16,-17 0 0,17 0 15,18 0 1,35 0-1,18 0 1,-35 0 0,-1 0-1,-17 0 1,0 18 0,-35-18-1,17 0 1,0 17 15,36-17-31,-36 0 16,18 0 15,-18 36-31</inkml:trace>
  <inkml:trace contextRef="#ctx0" brushRef="#br0" timeOffset="1032.6041">14358 6297 0,'71'0'156,"-1"0"-156,18 0 16,18 0-1,35 0-15,0 0 16,1 0-16,-37 0 15,1 0-15,123 0 16,-140 0 0,-54 0-1,-17 0 63,17 18-78,18-1 16</inkml:trace>
  <inkml:trace contextRef="#ctx0" brushRef="#br0" timeOffset="2229.9713">17022 6315 0,'52'0'93,"1"0"-77,18 0-16,123 0 16,18 0-1,17 0 17,-141 0-17,-53 0-15,-17 0 78,0 0-62,52 0-16,-35 0 16,36 0-1,-18 0 1,-18 0-1,1 0 1,-19 0 15</inkml:trace>
  <inkml:trace contextRef="#ctx0" brushRef="#br0" timeOffset="5875.7132">20585 6332 0,'17'0'94,"1"0"-94,35 0 15,53-17 1,35 17 0,53 0-1,-18 0 1,-88 0-1,53 0 1,-52 0 0,34 0-1,-17 0 1,-53 0-16,-18 0 16,18 0-16,18 0 15,-18 0-15,17 0 31,18 0-31,-17 0 16,-36 0 0,0 0 15,1 0 0,34 0-15,18 0-1,-17 0 1,-36 0 0,-17 0 234,17 0-125,0 0-110,18 35 1,36-35 0,34 35-1,-88-35-15,71 0 16,-53 0-16,-35 0 109</inkml:trace>
  <inkml:trace contextRef="#ctx0" brushRef="#br0" timeOffset="14375.5094">7144 7267 0,'17'18'63,"1"-1"-63,35-17 16,-18 0-16,0 0 15,18 0-15,53 0 16,0 0-1,53 0-15,123 0 16,106 0 0,-70 0-1,-36 0 17,-53 0-17,-17 0 1,-53 0-1,-71 0-15,-35 0 16,-36 0-16,19 0 0,-1 0 16,35 0-1,-34 0 1,34 0 0,18 0-1,18 0 1,-88 0-16,35 0 15,-18 0-15,18 0 16,-18 0 0,18 0-16,18 0 15,-18 0 1,0 0-16,0 0 0,35 0 16,-53 0-1,36 0-15,-54 0 0,18 0 31,-17 0-31,17 0 32,1 0-32,34 0 15,-52 0-15,-1 0 16,1 0 0,17 0-1,-17 0 95,17 0-95,18 0 1,18 0-1,-1 0 1,-34 0 0,-19 0 93,36 18-109,-18-18 16,-17 0-16,17 0 15,18 0 1,0 0 0</inkml:trace>
  <inkml:trace contextRef="#ctx0" brushRef="#br0" timeOffset="21085.3302">7885 8802 0,'17'0'406,"1"17"-374,17-17-17,-35 18-15,35-18 16,-17 0-16,35 35 15,0-35 1,-18 0-16,71 0 16,17 53-1,89-53 1,0 0 0,-106 0 15,-53 0-31,-1 0 0,-16 0 140,-19 0-108,36 0-17,-35 0 1,35 0-16,17 0 16,-17 0-1,18 0 1,-53 0-1,-1 0 126,18 0-125,18 0-16,18 0 15,17 0 1,-53 0 15,1 0-15</inkml:trace>
  <inkml:trace contextRef="#ctx0" brushRef="#br0" timeOffset="24097.3761">4762 9701 0,'53'0'110,"-17"0"-95,17 0-15,-18 0 16,71 0 0,17 0-1,-52 0 1,17 0 0,71 0-16,-53 0 0,35 0 15,-71 0 1,18 0-16,71 0 15,-124 0-15,18 0 16,0 18 0,35 0-1,-35-18 1,36 0 0,-19 35-1,1-35 1,-18 0-16,-1 0 15,19 0 1,-18 0-16,0 0 0,53 0 31,17 0-15,-52 0-16,-54 0 16,72 0-1,-19 0 16,-17 0-31,53 0 16,-71 0-16,0 0 16,54 0-1,34 0 1,-17 0 0,17 0-1,-52 0 1,-53 0-16,17 0 15,-17 0-15,17 0 16,0 0 0,18 0-1,-18 0-15,89 0 16,-71 0-16,-18 0 16,88 0-16,1 0 31,-54 0-16,-34 0 1,17 0 78,17 0-79,-52 0-15,52 0 16,19 0 0,-19 0-16,-35 0 31,-17 0-31,0 0 16,-1 0 93,36 0-93,0 18-16,35-18 15,36 0 1,-36 0-1,0 0 1,-53 0 125,18 0-16,-17 0-110,17 0-15,0 0 16,-1 0-16,-16 0 16,-1 0-16,36 0 15,-36 0 1,-18 0 515</inkml:trace>
  <inkml:trace contextRef="#ctx0" brushRef="#br0" timeOffset="27005.2088">16633 8872 0,'36'0'125,"52"0"-109,35 0-16,71 0 16,194 0-1,142 0 1,16 0-1,-334 0-15,-18 0 16,-88 0-16,-53 0 16,0 0-16,35 0 15,-35 0 1,17 0 0,19 0-1,34-35 1,-70 35-16,0 0 31,-18 0-31,18 0 0,0 0 16,18 0-1,-54 0-15,107-18 0,-71 18 16,-18 0 0,36 0-1,17 0 1,-53 0-1,18 0 1,0 0-16,-36 0 16,19 0-1,-19 0 1,-17-17-16,53 17 16,-17 0-1,16 0 1,1 0-1,-35 0 1,53 0 0,-54 0-16,19 0 0,34 0 15,-35 0 1,18 0-16,35 0 0,-70 0 16,35 0-1,-18 0-15,18 0 31,-35 0-15,17 0 0,-17 0-16,70 0 15,-70 0 1,-1 0-16,19 0 16</inkml:trace>
  <inkml:trace contextRef="#ctx0" brushRef="#br0" timeOffset="31894.5885">5045 11501 0,'17'0'141,"36"0"-141,-17 0 15,69 0-15,36 0 32,106 0-17,0 0 1,18 0-1,-194 0-15,34 0 16,-52 0-16,18 0 0,-36 0 31,18 0 47,18 0-78</inkml:trace>
  <inkml:trace contextRef="#ctx0" brushRef="#br0" timeOffset="33300.1765">8308 12524 0,'53'0'62,"-18"0"-46,0 0-16,18 0 15,141 0-15,-53 0 16,1 0 0,281-18-16,141 18 31,36 0-15,-71 0-1,-247 0-15,-35 0 16,-35 0-16,-71 0 0,-35 0 15,-71 0 1,-17 0-16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5:54:40.109"/>
    </inkml:context>
    <inkml:brush xml:id="br0">
      <inkml:brushProperty name="width" value="0.05292" units="cm"/>
      <inkml:brushProperty name="height" value="0.05292" units="cm"/>
      <inkml:brushProperty name="color" value="#FF0000"/>
    </inkml:brush>
  </inkml:definitions>
  <inkml:trace contextRef="#ctx0" brushRef="#br0">11395 4516 0,'17'0'125,"1"0"-110,17 0-15,36 0 16,35 0-1,-36 0 1,18 0 0,-17 0-1,-36 0-15,-35-36 47,36 36 188,16 0-220,54 0 1,-18 0-16,36 0 31,-18 0-31,-53 0 31,17 0 47,-17 0-62,0 0-16,53 0 31,0 0-31,-18 0 16,-53 0 0,-17 0 15,35 0 0,-36 0-15,19 0-16,34 0 0,18 0 31,-35 0-31,0 0 16,0 0-1,0 0 1,0 0 62,-18 0-78,-17 0 16,17 0-16</inkml:trace>
  <inkml:trace contextRef="#ctx0" brushRef="#br0" timeOffset="7403.5591">11747 6262 0,'18'0'203,"35"35"-188,-35-35-15,35 0 16,35 0 0,18 0-1,52 0 1,1 0-1,-18 0 17,-53 0-32,1 0 15,-19 0 17,-35 0-32,1 0 15,-19 0 79,19 0-94,-1 0 16,35 0-16,-17 0 15,-17 0-15,34 0 16,36 0-1,-71 0-15,71 0 16,-53 0 15</inkml:trace>
  <inkml:trace contextRef="#ctx0" brushRef="#br0" timeOffset="18030.8101">14940 7567 0,'35'0'235,"-17"0"-220,17 0 1,36 0-1,-36 0 1,53 0-16,1 0 31,-1 0-31,-18 0 32,54 0-17,-89 0 1,53 18-1,-35-18 1,35 0 15,-52 0-31,17 0 16,-18 0 0,-18 0-1,36 0 1,-17 0-16,-19 0 15,19 0 17,16 0-32,-16 0 15,17 0 1,-18 0-16,-17 0 16,52 0-1,1 17 1,-1 19-1,1-36 1,-18 17 0,0-17-16,-36 0 15,1 0-15,17 0 16,0 36-16,36-36 16,35 0-1,-36 0 16,1 0-15,17 0 0,-53 0-1,36 17-15,-36-17 16,-17 35-16,17-35 16,36 18-1,17-18 1,-17 0-1,17 0 1,-35 0 0,35 0-1,-35 0 1,-36 0-16,36 0 0,-17 0 16,16 0-16,1 0 15,53 0 1,-53 0-1,18 0 1,35 0 15,-54 0-31,-16 0 16,-19 0-16,19 0 0,17 0 16,-1 0-1,-16 0 1,-1 0-1,-17 0 1,35 0 0,-18 0-1,-35-18 95,35-34-95,36-1 1,-18-71 0,-36 36-1,36 0 1,0 0-1,0 17 1,-53 0 0,0 36-1,35 18-15,-35-19 16,0-17-16,18 36 16,-18-19-16,0 19 15,0-18 1,0 17 15,0 0-15,-35 1 77,17 17-77,-17-18 15,17 18-15,-35-18 0,18 18-1,-36-35 1,-52 35-1,52-18 17,-35 18-32,71 0 15,-18 0 1,0 0-16,36 0 0,-19 0 0,19 0 31,-18 0-31,-1 0 16,1 0-16,-18 0 15,-17 0 1,-54 0 0,53 0-1,1 0 1,-1 0 0,-34 0-16,69 0 0,1 0 15,-18 0 1,-35 18 15,53-18-15,-18 35-1,-18-17 1,-35-18 0,36 35-16,34-35 0,-16 18 15,16-18-15,-17 18 16,-52-1-1,16 18 1,54-35 0,-88 0-1,52 0 1,-35 0 0,71 0-16,-18 0 15,0 0-15,-17 0 16,34 18-1,-17-18-15,-35 0 16,18 0 0,-54 0 15,18 0-15,18 0-1,35 0-15,0 18 16,-35-18-16,35 0 15,18 0 1,17 0 0,-35 0 15,18 0-31,17 0 16,-17 0-1,-18 0-15,18 0 16,0 0-16,17 0 15,-35 0-15,18 0 32,17-18 15,-17 18-32,17 0-15,1 0 16,-1 0-1,-17 0-15,-36 0 16,36 0-16,17 0 31,-17 0 126,35 35-157,0 36 15,0-36 1,-18 0-16,18-17 15,0 17-15,0-17 0,0 17 16,0-17 140,0 17-46,0-17-95,36-1 17,-36 54 139,0-53-124,17-1 31,18 19 172,-35-19-234</inkml:trace>
  <inkml:trace contextRef="#ctx0" brushRef="#br0" timeOffset="31563.3343">14287 8502 0,'53'0'140,"0"0"-124,53-18 0,53-35-16,264 53 31,1-53-16,34 53 1,-123 0 0,-229 0-1,-71 0-15,18 0 16,-35 0-16,17 0 0,-17 0 78,35 0-62,0 0-1,-36 0-15,36 0 16,0 0 0,-18 0-1,1 0 1,17 0-1,17 0-15,18 0 32,54 0-32,-72 0 15,18 0 1,-17 0-16,-18 0 16,-18 0-16,36 0 15,-18 0-15,-1 0 16,19 0-16,-18 0 15,53 0 1,17 0 0,1 0-1,-54 0 1,-34 0-16,16 0 16,1 0-1,-17 18-15,69-18 0,-34 0 16,-18 0-1,123 0 1,-52 0 0,-18 0-1,-1 0 1,1 0 0,0-18-1,18 18 1,-1 0-1,-35 0-15,36 0 16,-89 0 0,36 0-16,34 0 15,-52 0 1,18 0 0,17-17 15,-35 17-31,0 0 0,0 0 15,17 0-15,-17 0 16,88 0 0,-52 0-1,-1 0 1,18 0 0,-18 0-1,35 0 1,-87 0-16,-1 0 31,0 0 32,0 0-48,54 0-15,87 0 31,-35 0-15,-53 0 0,-52 0-16,-1 0 15,18 0 48,0 0-48,-18 0-15,53 0 16,-35 0-16,18 0 16,17 0-16,-35 0 0,-18 0 15,18 0 1,0 0 140,-18-35-140,0 35-16,36 0 15,88 0 1,-53 0 0,-54 0-16,19 0 15,-36 0 1,18 0 46,0 0-62,53 0 16,17 0 0,54 0-1,-107 0-15,-17 0 16,0 0-16,-18 0 0,-17 0 16,17 0-1,18 0 95,36 0-95,-37 0-15,19 0 16,35 0-1,-18 0 17,-70 0-17,-1 0 1,19 0 62,16 0-78,1 0 16,36 0-1,-19 0 1,-17 0-16,71 0 16,-89 0-1</inkml:trace>
  <inkml:trace contextRef="#ctx0" brushRef="#br0" timeOffset="32923.0129">25700 8343 0,'35'0'110,"-17"0"-95,52 0-15,89 0 16,-53 0-1,0 0-15,-53 0 16,0 0-16,-1 0 16,1 0-1,-35 0 1,35-17 46,0-1-62,0 18 16,176 0 0,18 0-1,-53 0 1,-88 0 0,-53 0-1,17 0 1,19 0-1,-72 0 1,18 0-16,18 0 16,-17 0-16,-1 0 15,53 0 1,-17 0 0,-18 0-16,-18 0 31,53 0-16,18 0 1,-36 0 0,89 0-1,-123 0 1,16 0 0,-16 0-1,-1 0 1,36 0-1,-19 0-15,-16 0 32,-1 0-32,18 0 0,17 0 0,-17 0 31,-35 0-31,17 0 0,18 0 16,-17 0-1,16 0-15,1 0 31,0 0-15</inkml:trace>
  <inkml:trace contextRef="#ctx0" brushRef="#br0" timeOffset="35428.6353">2787 9172 0,'18'0'94,"-1"0"-94,36 0 16,18 0-16,123 0 15,53 35 1,17-35 0,-52 18-1,35 0 1,-212-18 0,0 0-16,107 0 31,-90 0-31,1 53 0,71-53 31,-71 0-31,-36 0 31,1 0-15</inkml:trace>
  <inkml:trace contextRef="#ctx0" brushRef="#br0" timeOffset="61192.9169">10724 12365 0,'0'-18'15,"89"18"1,69-35 0,107-18-1,194 53 1,-212 0-1,35 0-15,212 0 16,-283 0-16,1 0 31,0 0-31,-36 0 0,0 0 0,-34 0 16,-1 0 0,-18 0-1,-52 0-15,17 0 0,-35 0 16,17-18-1,-17 18 1,-35 0 0</inkml:trace>
  <inkml:trace contextRef="#ctx0" brushRef="#br0" timeOffset="66356.477">8202 12047 0,'35'0'78,"18"0"-62,53-17-16,265-71 31,-72 17-31,-105 18 31</inkml:trace>
  <inkml:trace contextRef="#ctx0" brushRef="#br0" timeOffset="69125.3478">21802 11906 0,'17'0'46,"36"0"-30,-18 0-16,18 0 16,53 0-1,53 0-15,194 0 16,-212 0 0,53-35-16,123-36 15,-34 1 16,-107 70-31,-105 0 16,-54 0 15,36 0 157,0 0-188,-18 0 15,18 0 1,106 0 0,88 0-1,-53 0 1,-71 0 0</inkml:trace>
  <inkml:trace contextRef="#ctx0" brushRef="#br0" timeOffset="73928.5889">28646 13282 0,'35'0'78,"18"0"-62,35 0-16,18 0 15,35-35-15,159-18 16,-124 35 0,18-35-16,159 0 15,-53 53 1,-53 0 15,-159-17-31,-18 17 0,19 0 16,-19 0-1,18 0-15,-35 0 16,0 0-16,0 0 0,-18 0 16,1 0-1,17-18-15</inkml:trace>
  <inkml:trace contextRef="#ctx0" brushRef="#br0" timeOffset="77744.1455">7179 13917 0,'18'0'1234,"17"0"-1171,-17 0-63,17 0 15,18 0-15,-18 0 16,0 0-16,18 0 0,35 0 16,18 0-16,35 0 15,0 0-15,1 0 16,-1 0-1,0 0-15,-35 0 0,-18 0 16,-35 0 0,-18 0-16,0 0 0,-17 0 31,17 0-15,-17 0-16,0 0 15,34-35-15,19 35 16,-18 0-16,-18 0 15,18 0-15,0 0 16,0 0-16,0 0 0,-36 0 16,1 0-1,0 0 32,35 0-31,17 0-16,36 0 0,18 0 15,17 0 1,0 0-16,0 0 0,0 0 16,0 0-1,-35 0-15,17 0 16,-52 0-16,-36 0 16,18 0-16,0 0 15,-35 0-15,17 0 16,-17 0-16,17 0 15,-17 0-15,-1 0 16,54 0-16,-36 0 16,-17 0-1,17 0-15,0 0 16,-17 0 0</inkml:trace>
  <inkml:trace contextRef="#ctx0" brushRef="#br0" timeOffset="78890.554">10813 13864 0,'17'0'125,"19"0"-125,87-17 16,124 17 0,0 0-1,35 0 1,53 0-1,-211 0 1,-36 0 0,-53 0 62,36 0-63,-36 0-15,53 0 32,18 0-17,-18 0 1,-70 0-16,0 0 16,17 0-16,0 0 171,18 0-155,-18 0 0,-17 0-16,17 0 15,-17 0 1,17 0-16</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5:56:07.37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12435 4639 0,'18'0'141,"35"0"-141,0 0 16,53 0-16,70 0 31,18 0-31,300 0 16,-229 0-16,-36 0 0,124 0 31,-283 0-16</inkml:trace>
  <inkml:trace contextRef="#ctx0" brushRef="#br0" timeOffset="1401.0586">14993 4445 0,'35'0'140,"1"0"-124,17 0-16,70 0 15,36 0 1,17 0 0,53 0-1,-123 0 1,-53 0 0,-18 0-16,18 0 15,-35 0-15,17 0 31,-17 0-15,17 0-16,0 0 16,-17 0-16,35 0 15,0 0 1,-18 0 0,-17 0-1,0 0 1,17 0-16,-18 0 15,1 0 1,0 0 15</inkml:trace>
  <inkml:trace contextRef="#ctx0" brushRef="#br0" timeOffset="2730.9691">17851 4551 0,'35'-35'250,"35"35"-250,-34 0 16,34 0 0,124 0-1,-17 0 1,-1 0-1,-123 0 1,-35 0 0,34 0 46,-16 0-62,17 0 16,70 17-16,54-17 15,-1 35 17,-106-17-17</inkml:trace>
  <inkml:trace contextRef="#ctx0" brushRef="#br0" timeOffset="4896.0255">20496 4374 0,'0'-35'63,"36"35"374,-19 0-437,1 0 16,0 0-1,17 18 1,-18-18 0,36 0-1,36 17 1,-54-17 0,35 0-1,-17 0 16,-17 0-31,-1 0 32,18 0 61,17 0-93,-17 0 16,35 0 0,1 0-1,-72 0 235</inkml:trace>
  <inkml:trace contextRef="#ctx0" brushRef="#br0" timeOffset="13078.9674">5115 6315 0,'36'0'109,"-1"0"-93,18 0-1,53 0-15,17-18 0,18 18 16,0 0-16,-35 0 16,35 0-1,0 0-15,124 0 16,-159-18-16,0 18 15,88 0 1,-89 0 0,1 0-1,-53 0 1,18 0-16,-18 0 16,0 0-16,-1 0 15,1 0-15,18-17 16,-18 17-16,53 0 15,-36 0-15,-34 0 32,-19 0-32,18 0 47,18 0 15,0-53-46,18 53-16,-36 0 15,71-18 1,17-17 0,-52 35-1,-53 0-15,-1 0 16,19 0-16,16 0 234,1 0-234,36 0 16,-1 0-1,106 0 1,17 0 0,1 0-1,53 0 1,17 0 0,141 0-1,71 0 16,71 0-15,-318 0-16,-36 0 16,-34 0-16,-1 0 0,-88 0 15,89 0 1,-36 0 0,-53 0-1,0 0 1,-17-35-1,34 17 1,-34-17-16,17 35 16,-35 0-1,-35 0-15,70-36 16,-70 36 0,-1 0 15,1 0-31,35 0 15,0 0 1,-18 0 0,0 0-16,18 0 0,0 0 15,0 0 1,-18-17-16,53 17 16,-17 0-1,-18 0-15,18 0 16,17 0-1,-35 0 1,0 0-16,-1 0 0,-16 0 16,17 0-16,17 0 15,-17 0 1,0 0 15,18 0-31,-36 0 31,88 0-15,-70 0-16,0 0 16,0 0-16,-35 0 0,35 0 15,-18 0 1,-17 0-16,17 0 16,-18 0 187,1 0-203,17 0 15,36 0 1,-36 0 0,-17 0-1,17 0 235,18 0-234,0 0-16,18 0 15,52 0 1,36 0 0,-36 0-1,-87 0 1,16 0-16,-34 0 16,0 0 15,35-18 0,0 18-15,17 0-16,-35 0 15,54 0 1,34 0 0,-35 0-1,-35 0 1,-18 0-1,-17 0 1,17 0 0,-17-35-16,35 35 15,0 0 1,-36 0-16,36 0 0,53 0 16,18-18 15,-71 18-16,0 0-15,17 0 16,-35 0 15,-17 0-31,0 0 0,17 0 16,0 0 0,-17 0-1,70 0 1,-35 0-1,0 0 1,-36 0 0,1 0-16,17 0 15,1 0 1,-19 0-16,36 0 0,0 0 16,-18 0-1,18 0 16,18 0-15,17 0 0,18 0-1,-71 0-15,18 0 16,-35 0-16,35 0 0,0 0 16,0 0-1,-18 0 1,-18 0-1,19 0 1,52 0 0,-53 18-16,18-18 15,0 0 1,-18 35-16,18-35 0,-35 18 16</inkml:trace>
  <inkml:trace contextRef="#ctx0" brushRef="#br0" timeOffset="18425.9658">26476 4251 0,'18'0'188,"35"0"-173,-1 0-15,1 0 16,18 0-16,105 0 16,-70 0-1,0 0-15,70 0 31,-87 0-31,-72 0 32,1 0 30,17 0-46,18 0-16,53-53 15,0 53 1,-36-35 0,-52 35-1,17-53 251,-35 35-250,53-35-16,0 18 15,-18-18 1,53-123-16,-52 52 15,52 1-15,18-54 16,-36 54 15,19 35-31,-1-36 32,-35 1-17,-36 87-15,1 19 16,-18-18-16,35-1 15,-35 19 1,0-19 0,0 1-1,35-18 1</inkml:trace>
  <inkml:trace contextRef="#ctx0" brushRef="#br0" timeOffset="35829.3684">10460 7056 0,'17'0'281,"1"0"-250,17 0 16,18 0-31,-35 0-16,70 0 15,-17 0 17,-1 0-32,18 0 31,-35 0-31,0 0 16,-35 0-1,0 0-15,17 0 31,18 0-15,0 0 0,17 0-1,18 0 1,1 0 0,-19 0-1,-35 0 1,1 0-1,34 0 1,-17 0 0,0 0-16,53 0 31,-18 0-15,0 0-1,-70 0 48,17 0-16,-17 0-32,17 0 1,-17 0 406,-1 0-407,1 0-15,17 0 297,18 0-250,-35 0-47,17 0 16,36 0-1,-36 0 17,0 0 46,36-36-63,-53 36-15,17 0 16,71-17 0,-36 17-1,-35 0 204,-17 0-203,53-36-16,-18 36 15,35-17 1,0 17-1,-17 0-15,-54 0 16,18 0 0,-17 0 15,0 0-31,-1 0 31,1 0-31,53 0 16,-36 0-1,0 0-15,18 0 141,35 0-125,36 0-1,-54 0 1,-34 0 0,-1 0-1,18 0 63,17 0-62,-17 0 0,18 0-16,-18 0 15,-18 0-15,-17 35 16,17-35-16,-18 0 15,19 0 64,17 0-64,17 0 1,36 0-1,-53 0-15,0 0 16,17 0-16,-17 0 0,-35 0 16,70 0-1</inkml:trace>
  <inkml:trace contextRef="#ctx0" brushRef="#br0" timeOffset="38259.6106">15769 7144 0,'35'0'78,"18"0"-63,0 0-15,18 0 16,88 0 0,123 0-1,53-53 1,18 53 0,-177 0-16,0 0 15,1 0-15,35 0 16,-36 0-16,177 0 15,-89 0 1,-87 0 0,-54-35-1,-17 35 17,-53 0-17,53 0 1,-18 0-1,-18 0-15,36 0 16,-17 0-16,-1 0 16,141 0-1,-35 0 1,-70 0-16,-1 0 31,18 0-15,35 0-1,-34 0 1,-54 0-16,-18 0 16,19 0-1,-37 0-15,1 0 16,-17 0-16,17 0 16,70 0-1,-70 0-15,18 0 16,52 0-1,53 0 1,36 0 0,-106 0-1,17 0 1,-52 0-16,-18 0 16,17 0-16,-17 0 15,-17 0-15,34 0 16,-52 0-16,105 0 15,-70 0 1,35 0-16,71 0 16,-18 0-1,36-18 1,-72 18 15,1 0-15,35 0-16,71 0 31,-124 0-31,71 0 16,-106 0-16,0 0 15,17-35 1,-17 35 0</inkml:trace>
  <inkml:trace contextRef="#ctx0" brushRef="#br0" timeOffset="49451.8653">9490 9878 0,'17'0'125,"54"35"-110,-53-17-15,-1-18 16,54 0-16,-1 17 16,89 36-1,35-53 1,-35 0-1,-53 0 1,17 0 15,-70 0-31,0 0 16,0 0-16,0 0 0,-18 0 0,53 0 31,0 0-15,-52 0-1,34 0 1,-17 0 0,-18 0-1,18 0-15,-35 0 16,35 0-16,0 0 16,-18 0-16,53 0 15,-35 0 1,35 0-1,-17 0 1,-18 0 0,-18 0 15,18 0-15,18 0-1,-18 0-15,-18 0 16,0 0-16,18 0 0,18 0 15,70 0-15,-53 0 32,-35 0-17,-18 0 1,18 0 0,-18 0-16,89 0 15,-71 0-15,0 0 16,70 0-1,-70 0 1,35 0 0,18 0-1,-18 0 1,0 0 15,-35 0-31,0 0 0,-17 0 16,-1 0-16,18 0 15,17 0 1,1 0 0,-1 0-1,19 0 1,-1 0 0,35 0-1,-87 0-15,-1 0 16,-18 0-16,19 0 15,-1 0-15,88 0 16,-17 0 0,-35 0-1,17 0 17,36 0-17,-1 0 1,18 0-1,-106 0-15,71 0 16,-70 0-16,16 0 16,72 0-1,-36 0 1,18 0 0,-18 0-1,18 0 1,-18 0-1,-70 0-15,-1-17 16,19 17 0,34 0-16,-17 0 0,53-18 15,17 18 1,-17 0 15,-35 0-15,-36 0-16,-17 0 15,17 0 79,18 0-78,-18 0-16,-17 0 15,17 0 1,18 0 0</inkml:trace>
  <inkml:trace contextRef="#ctx0" brushRef="#br0" timeOffset="52327.4702">22049 9807 0,'35'0'188,"18"0"-188,53 0 15,123-35 1,18 35 0,0 0-1,-53 0 1,-141 0-1,-18 0 48,0-18-47,18 18-1,0-53 1,53 36-1,-53 17-15,17 0 16,-34 0 0,-1 0 140,18 0-156,17 0 31</inkml:trace>
  <inkml:trace contextRef="#ctx0" brushRef="#br0" timeOffset="54131.7629">23724 8996 0,'-35'0'16,"17"-18"-1,-17 18 63,0 0 16,35 35-78,-18-17-16,18 17 15,0 18 1,0-17 0,0-19-1,0 18 1,0-17-16,0 17 15,0-17 1,0 35-16,0-18 16,35 1-1,-35 16 1,0 1 15,18-35-31,-18 35 31,35-35-31,-35 34 16,0-34 0,53 35-1,-53-18 1,36-17 0,-19 17 15,18-35 47,18 18-16,-17 17-46,17-35 15,-36 0-31,19 0 32,16-18-17,-34 1 1,0-36-16,-1 18 15,1 35-15,-18-18 16,0-35-16,35 18 16,-35-18-1,0 0 1,0 0 0,0 0 15,0 36-16,-17-19 1,17-17 0,-71 0-1,53 0 1,-17 36 0,0-36-1,17 18 1,-35 35-1,18-36 1,17 19-16,-17-19 16,35 19-1,-18 17 1,1-35 15,-18 17 0,17-17 1</inkml:trace>
  <inkml:trace contextRef="#ctx0" brushRef="#br0" timeOffset="57890.9756">30762 9913 0,'35'0'94,"-17"0"-79,35 18 1,-18-18-16,18 0 31,-17 0-31,34 0 16,-35 0-16,18 0 15,71 0 1,-18 0 0,-1 0-1,-87 0-15,35 0 16,-18 0 0,-17 0-16,17 0 31,0 0-16,1 0 1,34 0 78,-17 0-79,-35 0 1,70 0 0,-35 0-1,17 0-15,-52 0 16,0 0 0</inkml:trace>
  <inkml:trace contextRef="#ctx0" brushRef="#br0" timeOffset="60073.7141">5080 10566 0,'18'0'141,"17"0"-141,-17 35 0,17-35 15,18 0-15,0 18 16,17-18 0,-17 17-16,18 1 31,-18 17-16,0-35 1,-18 0 0,18 0-1,0 18-15,-36-18 0,89 0 32,-71 0-32,-17 0 15,0 0 1,17 0 46</inkml:trace>
  <inkml:trace contextRef="#ctx0" brushRef="#br0" timeOffset="63783.5476">15628 10672 0,'0'35'125,"35"-35"-125,-17 0 16,88 17 15,0-17-31,88 0 31,53 36-15,17-36 0,-52 0-1,-36 17 1,-123-17 0,-35 0 15,17 0-16,53 0 1,71 0 0,17 0-1,-87 0 17,-36 0-17,-18 0 16,18 0-15,0 0 0,17 0-16,107 0 15,-107 0-15,1 0 16,35 0 0,-54 0-1,-34 0 1,0 0 15,105-17-15,-35 17-1,1 0 1,-19-18 15</inkml:trace>
  <inkml:trace contextRef="#ctx0" brushRef="#br0" timeOffset="67052.5248">27781 10707 0,'36'0'93,"34"0"-93,36 0 16,70 0-16,-35 0 16,71 0-16,0 0 0,35 0 15,-36 0 1,-52 0 0,0 0-1,-53 0 1,-53-18-1,0 18 1,-1 0 0,1 0-16,0-17 15,0-36 1,18 53-16,-18 0 0,0 0 16,-18 0-1,35 0-15,-52 0 16,0 0-16,52 0 62,-34 0-46,-1 0 0,-18 0-1,36 0-15,0 0 16,-17 0-16,-36 17 15,35 1 17,18-18-17,17 35 1,18-35 0,-17 18-16,-53 17 15,17-35 1</inkml:trace>
  <inkml:trace contextRef="#ctx0" brushRef="#br0" timeOffset="71030.9819">0 4833 0</inkml:trace>
  <inkml:trace contextRef="#ctx0" brushRef="#br0" timeOffset="71675.2147">423 5397 0,'0'0'16</inkml:trace>
  <inkml:trace contextRef="#ctx0" brushRef="#br0" timeOffset="73115.2027">2081 3651 0,'36'0'0,"-1"-35"172,-17 17-157,17-17-15,-35 70 63,-18 18-63,-17 35 16,-36 1-16,-17 87 31,53-141-31,17 18 15,71-53 32,53-70-31,53-54 0,35 18-16,159-123 15,-318 194 1,-70 88 15,-54 0-15,-299 211-1,0-17 1,371-229 0,70-54 30,-1 1-46,-16 0 16,-1 17-16,18-35 16,-53 18-16</inkml:trace>
  <inkml:trace contextRef="#ctx0" brushRef="#br0" timeOffset="75600.4141">1482 11553 0,'0'18'94,"0"53"-94,0-18 15,-71 35 1,18 53-1,-17-18 1,34-70-16,54 18 31,-18-36-31,0 0 16,18-17-16,-18 17 16,35-35 15,-17 0-16,17 36 1,18-19 0,0 18-1,0-35 17,-18-17-17,18-36-15,17-35 31,19-18-15,-54 35 0,-35 1-1,17-18 1,-17 70-16,0-17 16,0-1-1,0 19-15,-17-19 16,17 1-1,0 18 1,0 52 140,0-18-156,0 36 16,0 0 0,0 18-1,0-18-15,0 0 16,0-18-16,0 36 15,17-36-15,-17 0 16,53 53 0,-17-52-1,-19 16 1,-17-16 15,36-19-15,-1 36-1,0-53 79,-17 0-94,35-35 16,0-88-1,-1 34 1,1-34 0,-35 17-1,0-17 1,-18 52 15,35 18-15,-35 35-16,0 1 15,0-18 1,0 17 31,0-17-31,18 35-1,-18-18-15,0 0 16,35 18 15,-35-35-31,0 17 16</inkml:trace>
  <inkml:trace contextRef="#ctx0" brushRef="#br0" timeOffset="76766.4149">2840 12312 0,'-35'0'62,"17"53"-46,-17-53-16,35 17 16,-18 19-16,-17-19 15,35 19 1,-18-36-1,18 35-15,0-17 16,0 17 0,0 18-1,0 0-15,0-36 16,53 19 0,-53-19-1,35-17 1,-17 0 31,-18-35-47,0 17 15,35-35 1,-35-35 0,0 53 15,0 17-31,0-17 31,0 17-15,-35-17-1,35 17 1,-18 1 0</inkml:trace>
  <inkml:trace contextRef="#ctx0" brushRef="#br0" timeOffset="77342.2307">3281 12118 0,'35'0'78,"18"0"-78,-18 0 15,1 0 1,52 0 0,-18 0-16,19 0 15,-72-18 1</inkml:trace>
  <inkml:trace contextRef="#ctx0" brushRef="#br0" timeOffset="77940.0588">3422 12312 0,'18'0'78,"34"0"-78,19 0 15,-18 0 1,-18 0 0,1 0-16,-19 0 15,1 0-15,17 0 47</inkml:trace>
  <inkml:trace contextRef="#ctx0" brushRef="#br0" timeOffset="79638.9868">4374 11695 0,'36'17'31,"-36"1"-16,17-18 1,-17 53-16,0-18 16,0 18-1,0 0-15,0-35 16,0 34-16,0 1 16,0-17-16,0-1 15,0 35 1,0-34-1,0-19 1,0 19 0,36-1-1,-36-53 95,0 1-110,17-19 15,-17 19-15,36-36 0,-36 0 0,0 0 32,0 18-32,17-18 15,-17-18-15,35 1 16,-35 34-1,0 1-15,36 35 172,-19 53-172,1 0 16,-18 35 0,53-35-16,-35-18 15,34 18-15,-52 18 16,18-36-16,17 0 15,-17-35 1,17-17 62,-35-54-78,18 18 16,-18-35-1,35-35 1,-35 17 0,0 0-1,-17 18 1,17 52-16,-18-34 16,18 35-16,0-1 15,-35 19-15,35-19 16</inkml:trace>
  <inkml:trace contextRef="#ctx0" brushRef="#br0" timeOffset="80344.5477">5168 12136 0,'18'35'78,"-18"-18"-78,0 19 16,17 87-1,-17-52-15,0-36 16</inkml:trace>
  <inkml:trace contextRef="#ctx0" brushRef="#br0" timeOffset="80780.4771">5221 11765 0</inkml:trace>
  <inkml:trace contextRef="#ctx0" brushRef="#br0" timeOffset="81932.6763">5627 12030 0,'35'0'203,"0"0"-188,-17 0 1,70-36 0,-17 36-1,-18-35 1,-36 35 0</inkml:trace>
  <inkml:trace contextRef="#ctx0" brushRef="#br0" timeOffset="83067.3951">6209 11800 0,'18'0'31,"17"53"-15,-18 18 0,-17-18-1,0 35-15,53-35 16,-53 0-16,0 0 15,0-36-15,-17-17 79,-1 0-64,-17-35-15,17-18 16</inkml:trace>
  <inkml:trace contextRef="#ctx0" brushRef="#br0" timeOffset="83581.7034">6138 11730 0,'53'-35'78,"-17"35"-78,-19 0 15,1 0-15</inkml:trace>
  <inkml:trace contextRef="#ctx0" brushRef="#br0" timeOffset="84119.1303">6209 12118 0,'18'0'31,"34"0"-15,-34 0-1,53 0-15,-54 0 16,19 0-16,34 0 15,-35-53-15,1 53 0,17 0 16,-36 0 0,36 0-1</inkml:trace>
  <inkml:trace contextRef="#ctx0" brushRef="#br0" timeOffset="84759.3521">6227 11730 0,'17'0'16,"1"0"15,35 0-16,-18 0 1,18 0 0,0 0-1,-18 0 1,0 0 46</inkml:trace>
  <inkml:trace contextRef="#ctx0" brushRef="#br0" timeOffset="85687.2616">6174 11730 0,'17'35'62,"19"0"-46,-19-17-16,-17 17 16,53 89-1,0-36 1,-53-17-1,0-54-15,0 18 16,0 1-16,0-19 16,0 19-1,35-1 1,-35 18 0,0-36 15,36 1 0,-36 0-15,17-18-1</inkml:trace>
  <inkml:trace contextRef="#ctx0" brushRef="#br0" timeOffset="86431.4793">7003 12118 0,'35'0'94,"0"0"-78,0 0-16,1 0 15,-1 0 1,-17 0-16,17 0 16,-17 0-1,-18 35 1,35-35 0,0 0 77</inkml:trace>
  <inkml:trace contextRef="#ctx0" brushRef="#br0" timeOffset="86913.9338">7144 11977 0,'0'35'62,"35"18"-62,-17 0 16,-18-18-16,0 89 31,0-107-31,0 1 16,0 0-16</inkml:trace>
  <inkml:trace contextRef="#ctx0" brushRef="#br0" timeOffset="87991.4799">7761 11800 0,'18'0'140,"17"0"-124,-17 0-1,17 36 1,0-1 0,36 36-1,-54-1 1,-17-35 0,0 1-1,0-19 1,0 19-1,0-1-15,-17-18 16,-1 19-16,-17-19 16,17 36-16,-17-17 31,35-19-15,18-17 124,-1 0-124,18 0-16,36 0 15,-36 0 1,-17 0 47</inkml:trace>
  <inkml:trace contextRef="#ctx0" brushRef="#br0" timeOffset="88540.691">8255 11800 0,'18'0'46,"-1"0"-30,-17 18-16,53 106 16,-35-89-1,-18 18 1,0 0-16,0 17 0,0-17 0,35 18 31,-17-36-15,-18-53 62,-36 18-78,36-17 16</inkml:trace>
  <inkml:trace contextRef="#ctx0" brushRef="#br0" timeOffset="89253.4247">8220 11571 0,'17'0'62,"19"0"-46,-19-18-16,19 18 15,-19 0 1,18 0-16,1 0 0,17 0 31,-36 0 0,19 0-31,-19 18 32,-17 35-17,0 0 1,0 0 0,-35 0-1,17-18 1,-17-35 31,17 0 62,-17 0-109,17 0 16,-34 0-1</inkml:trace>
  <inkml:trace contextRef="#ctx0" brushRef="#br0" timeOffset="90376.2407">4798 12823 0,'88'0'47,"-53"0"-32,-17 0-15,52 0 16,36 0 0,124-35-1,-54 35-15,36 0 16,-36 0-16,0 0 16,107 35-16,-19 1 15,-52-19-15,246 36 16,-263 0-1,-19-18-15,124-17 16,-141-18 0,-89 0 15,-52 0-31,17 0 47,-17 0 0,-1 0-32,36 0 1,71 35 0,-107-35-16,1 0 15,-36 0 63</inkml:trace>
  <inkml:trace contextRef="#ctx0" brushRef="#br0" timeOffset="91283.3478">7038 13282 0,'0'0'16,"18"0"-1,17 0-15,-70 0 110,-71 35-95,53-35 1,35 18-16,-35 35 16,53-18 15,36-35 0,16 35-31,-52-17 16,106 35 15,-35 53-31,17-71 31,-35 18-15,-35-53 0,-18 53-1,0-18 1,0-17-1,-36 35 1,-34-53 0,34 0-1,1 0-15,-35 0 16,17 0-16,35 0 16,-17 0-16,17 0 78,-17-35-47,17 17-15</inkml:trace>
  <inkml:trace contextRef="#ctx0" brushRef="#br0" timeOffset="92738.368">8802 12859 0,'35'0'109,"-17"0"-78,-1 0-31,19 0 0,17-18 31,-18 0-31,-18-17 16,36 35-16,-17-17 16,-19-19-16,19 36 15,16 0-15</inkml:trace>
  <inkml:trace contextRef="#ctx0" brushRef="#br0" timeOffset="93536.3293">8978 12577 0,'35'35'47,"-17"18"-32,35 0-15,-35 70 16,17-35 0,-17 0-1,-18-35 1,0 0 0,-36-53 109</inkml:trace>
  <inkml:trace contextRef="#ctx0" brushRef="#br0" timeOffset="94360.6875">9596 12330 0,'0'-18'63,"-18"0"-63,18 1 31,-18 17-15,18-36-16,0 19 0,-35 17 15,88 0 79,0 70-94,-36-17 16,19 0-16,34 18 15,-52-36-15,17 71 16,-17-36-1,35-17-15,-36-17 16</inkml:trace>
  <inkml:trace contextRef="#ctx0" brushRef="#br0" timeOffset="95672.7959">10971 12100 0,'18'36'79,"17"-36"-79,18 0 15,18-36-15,-36 36 16,18 0-1,18 0-15,34 0 0,-16 0 16,-54 0 0</inkml:trace>
  <inkml:trace contextRef="#ctx0" brushRef="#br0" timeOffset="96400.2662">11201 12400 0,'35'0'110,"0"0"-95,18 0 1,-35 0-16,70 0 16,-35 0-1,-18 0 1</inkml:trace>
  <inkml:trace contextRef="#ctx0" brushRef="#br0" timeOffset="97581.6621">12241 12100 0,'18'0'94,"0"0"-94,17 0 16,-17 0-16,34 36 15,19 34 1,-18-17 0,-35 0-1,-18-18 1,0 0 0,0 1-1,0 52 1,0-70-16,-18-18 0,-17 35 31,-1-17 47,36 17-78,0-18 110,36-17-17,-1 0-93,-17 0 16,17-35 0,71 35-1,-36 0-15,-34-17 0,-1 17 16,0 0-16,-35-36 125,-18 36-110</inkml:trace>
  <inkml:trace contextRef="#ctx0" brushRef="#br0" timeOffset="98583.7436">12647 12188 0,'35'0'47,"-17"0"-31,70 0-1,-35 0 1,53 0 0,-53 0 15,-36 0-31,1 36 31,35 17-15,-35-53-16,-18 35 15,35-35-15,-35 18 0,0 34 16,0-16 0,18-19-16,-18 19 15,0-1-15,0-17 16,0 17-1,-36-35 1,36 18 15,-17-18 79,17-36-63,35 36-47,18-17 15,53-19 1,-18 36-1</inkml:trace>
  <inkml:trace contextRef="#ctx0" brushRef="#br0" timeOffset="99469.0107">13353 12065 0,'0'18'0,"35"-18"15,-17 0 32,-18 17-31,17-17 15,18 18-15,-17-18-16,88 0 15,17 0 1,-34 0 0,-1 0-1,-71-35 1,-17 52 109,0 1-125,0 17 15,0 36 1,0 35 0,0-71-16,0 18 15,0-18-15,0 0 16,0 1-16,0 34 16,0-52-1</inkml:trace>
  <inkml:trace contextRef="#ctx0" brushRef="#br0" timeOffset="100489.809">14270 12382 0,'35'0'187,"18"-35"-171,18 18-16,-18 17 15,-1 0-15,1 0 16,18-53-16,-36 53 16,0 0-16</inkml:trace>
  <inkml:trace contextRef="#ctx0" brushRef="#br0" timeOffset="101861.8845">14922 11959 0,'18'0'109,"0"0"-93,17 0-16,18 0 15,-18 0 1,-17 0 0,17 35 15,-17-17-16,17 17 1,-17-17-16,-18 17 16,0 18-16,0-35 0,0 35 15,-36 17 1,-34-34 0,17-1-1,18-35 1,17 0 78,18-18-48,35 18-30,18 0 0,18 0-1,-71 18 1,35-1 0,-17 19-1,35 34 1,0-17-1,-53 0 1,0-18 0,0-17-16,-36 17 15,1-35 1,17 0 0,-17 0 15,17 0 16,-17-17 31,18-1-47,-1-17-15</inkml:trace>
  <inkml:trace contextRef="#ctx0" brushRef="#br0" timeOffset="103682.5217">21907 9719 0,'0'35'157,"18"18"-157,-18 0 15,-18 35 1,-34 36-1,-37-18 1,54-71-16,17-35 313,18-18-298</inkml:trace>
  <inkml:trace contextRef="#ctx0" brushRef="#br0" timeOffset="105778.9537">21625 10283 0,'0'36'62,"0"17"-46,0-18-1,-53 53 1,-35 18 0,35-71-16,36-17 15,-36 35-15,0-36 16,-18 54-16,36-71 15,-36 18-15,-34 35 16,69-53 0,-34 17-16,-195-17 15,53 18 17,-52-18-17,17 0 1,0 0-16,124 0 15,52 0 1,-17 0-16,35 0 0,-35 0 16,-89 0-1,-34 0 1,52 0 0,53 0-16,-70 0 15,87 0-15,19 0 16,-1 0-1,-35 0 1,18 0 0,-18 0 15,54 0-31,16 0 0,-34 0 0,-54 35 16,18-17-1,1-18 1,-54 0-16,-88 0 15,141 0-15,53 0 0,-35 0 32,-36 35-17,1-17 1,35 17 0,-18-17-1,35-18-15,-34 0 16,52 52-16,17-52 15,1 18-15,0 17 16,-18-35 0,-71 18-1,72 0-15,-37-18 16,-69 17 0,-1 1-1,71 70 1,-1-35-1,89-18-15,0-17 16</inkml:trace>
  <inkml:trace contextRef="#ctx0" brushRef="#br0" timeOffset="106679.7534">14922 11236 0,'18'0'62,"17"0"-46,-17 0-16,-18 18 15,53-1 1,-18 19-16,-17-19 16,17 18-16,-35-17 15,0 17-15,53-17 63,-53 17-63,18-35 47,-18 18 46,35-18-61,0 0-17,36-18 1,17-17-1,-53 17 1,-17 18 0,0 0-1</inkml:trace>
  <inkml:trace contextRef="#ctx0" brushRef="#br0" timeOffset="107543.8607">15822 12347 0,'18'0'78,"17"0"-78,36 0 16,87-17 0,54 17-1,-18 0 1,-88 0-1</inkml:trace>
  <inkml:trace contextRef="#ctx0" brushRef="#br0" timeOffset="108142.2829">16210 12206 0,'18'0'47,"-1"0"-31,-17 18 0,36-1-16,-36 36 15,0 0-15,17 0 16,-17 18-16,0-18 15,0 0-15,0-1 16,36-16 0,-19-19 15</inkml:trace>
  <inkml:trace contextRef="#ctx0" brushRef="#br0" timeOffset="109298.0398">17127 11889 0,'36'0'141,"-19"0"-141,1 0 15,0 17 1,105 1 0,-70 17-16,53 18 15,-106-35 1,35 17-16,0 36 16,-17-19-1,17 19 1,-35 17-1,-17 0 1,-1-88 0,-17 36-16,-18 34 15,35-52-15,-17 17 16,17-35 0,-17 0-16,35 35 15,35-35 141,0 0-140,18 0 0,-17 0-16,34 0 15,-17 0-15,-18 0 47</inkml:trace>
  <inkml:trace contextRef="#ctx0" brushRef="#br0" timeOffset="109914.6408">18009 12065 0,'0'35'78,"-17"-35"-78,17 18 16,-36 35 0,19-18-16,17 0 31,0-17-31,0 35 15,0-18-15,0 0 16,0-17 0,17 17-1,-17-17 1,18-18 0,17 35-16,-17-17 15,17 0-15,-35-1 16,18-17-16,-18 36 15,35-19 32,-35 18-31</inkml:trace>
  <inkml:trace contextRef="#ctx0" brushRef="#br0" timeOffset="110562.8633">18292 12153 0,'0'35'16,"35"124"-1,35-124 1,-70-17-16,18 17 16,0-35 31,17-70-16,-35 17-31,35-71 15,-35 54 1,0-36 15,-17 71-31,-36-36 32,-18 54-32,36-1 31,0 18-16</inkml:trace>
  <inkml:trace contextRef="#ctx0" brushRef="#br0" timeOffset="111170.5577">18538 11765 0,'36'0'15,"34"0"1,36 0 15,-88 35-15,-1-17-16,19 0 16,-1 70-16,-17 0 31,-18-17-31,0-1 15,0-17 1,0-35-16,0 17 16,0 18-16,0 0 15,-36-36-15,-17 19 16,53-1-16,0-17 0,-35 17 16,17 0-1,-17-35 63,18 0-46,-19 0-32</inkml:trace>
  <inkml:trace contextRef="#ctx0" brushRef="#br0" timeOffset="112829.9664">12823 12947 0,'0'-35'31,"36"17"32,-19 18-48,19 0-15,69-35 32,-69 17-32,-1 18 0,18-53 15,18 53-15,-19 0 0,54 0 31,35 0-31,177 0 0,-106 0 16,-36 0 0,194 18-16,-264-1 31,0-17-31,17 0 16,-87 0 15,-1 0-31,36 0 15,70 0 1,70 0 0,-17 18-1,-88 17 1,-53-17 0,0-18 15,-35 0-31,17 18 15,0-18-15,18 0 0,0 0 16,159 0-16,52 35 31,1-17-15,-89-1 0,-52 1-1,-71-18 1,17 0-1,-52 0-15,88 0 16,-53 0 0,-18 0-16,71 0 15,-18 0 1,18 35 0,-71-35 15,0 0-16,18 0-15,-35 0 16,17 0-16,18 0 0,0 0 16,0 0-1,0 0 1,17 0 0,19 0-16,16 0 31,1 0-16,-88 0 1,17 0 0,18 0 15,0 0-15,0 0-1,-18 0 1,-52 0 109,-1 0-110</inkml:trace>
  <inkml:trace contextRef="#ctx0" brushRef="#br0" timeOffset="115042.8967">16281 13141 0,'0'18'172,"0"-1"-172,0 19 0,35-19 15,-17 107 17,-1-19-17,1-34-15,-18-36 16,18 18-16,-18-18 0,17-17 15,1 35 1,-1-18 0,-34-35 156,-1 0-172</inkml:trace>
  <inkml:trace contextRef="#ctx0" brushRef="#br0" timeOffset="115805.8413">19491 12753 0,'18'0'31,"-1"0"-15,1 0 31,17 0-47,18 0 16,0 0-16,106 0 31,-71 0-31,-18 0 15,-34 0 79</inkml:trace>
  <inkml:trace contextRef="#ctx0" brushRef="#br0" timeOffset="116536.0148">19808 12559 0,'0'-35'15,"0"52"64,0 1-64,53 17-15,0 71 16,-17-18 15,-36-35-15,17 18-16,18-18 15,-35-36-15,0 18 16,0-17-16</inkml:trace>
  <inkml:trace contextRef="#ctx0" brushRef="#br0" timeOffset="117314.5923">20849 12241 0,'35'0'62,"18"36"-46,-17 34-16,-19-35 0,19 89 31,-19-18-15,1-53 0,-18-36-1,35-17 1</inkml:trace>
  <inkml:trace contextRef="#ctx0" brushRef="#br0" timeOffset="118019.0644">22207 12365 0,'36'0'31,"-36"17"16,17-17-32,19 0-15,52 0 16,-35 0-16,17 0 16,-35 0-1,-17 0 32</inkml:trace>
  <inkml:trace contextRef="#ctx0" brushRef="#br0" timeOffset="118810.9344">22243 12718 0,'17'0'156,"1"0"-156,17 0 15,0 0 1,-17 0 0,35 0-1,-18 0 1</inkml:trace>
  <inkml:trace contextRef="#ctx0" brushRef="#br0" timeOffset="122413.5147">23689 11942 0,'53'17'141,"-35"-17"-126,-1 0-15,54 0 16,-36 35 0,36-17-1,-36-18-15,-17 35 16,17-17-1,18 35 1,70 53 0,-70-36-1,0 1 1,-53 17 0,0-17-1,0 70 1,-53-71-1,0-17 1,18-18 0,17 1-1,-17-36 17,35-18 171,18 0-203,-1 18 0,-17-35 15,36 35 1,-19 0 0,1 0-1,17-35 32,-17 35-31,35 0-1,0-18 1,-1 18 0,-34 0-1</inkml:trace>
  <inkml:trace contextRef="#ctx0" brushRef="#br0" timeOffset="123811.1404">24236 12065 0,'17'0'78,"19"0"-78,-19 0 16,19 0-1,-19 0-15,19 18 31,-36-1-31,35-17 16,-18 36-16,19-19 0,-1 18 16,36 36-1,-54-18 1,36 0 0,0 17-1,-53 1 1,0-36-1,0 18 1,0-18 0,0-17-16,0 17 15,-53 18 1,53-35-16,-35 17 0,17-17 16,18 17 15,36-53 141,16 18-172,-16 0 15,-1-17-15,0 17 16,1 0 0,-1 0-16,-18 0 46,-17-35 158,36 35-126,-19 0-63</inkml:trace>
  <inkml:trace contextRef="#ctx0" brushRef="#br0" timeOffset="125192.0987">25082 12083 0,'0'17'156,"0"1"-140,0 35-16,0-18 16,0 18-1,0-35-15,0 70 16,0-71-1,0 19-15,0-1 32,0-17-17,0-54 126,36 36-110,-19 0-31,1 0 16,0 0-1,17 0 1,-17 0 0,35 0-1,-18 36 1,-18-1 0,19-17-16,-19 35 15,-17-1-15,36-16 16,-19 34-1,-17-17 1,0-18 15,0-17-31,-35 17 32,17-35-32,1 0 0,-1 0 109,18-17-62</inkml:trace>
  <inkml:trace contextRef="#ctx0" brushRef="#br0" timeOffset="126296.5638">25082 11977 0,'0'17'94,"36"-17"-63,-36 36 0,17-36 1,1 0-17,0 17 1,35-17 0,52 0-1,1 0 1,-35 0-1,-18-35 1,-18 35 15,18 0-15,-35 0 0,70 35-1,-18-35 1,-34 0-1</inkml:trace>
  <inkml:trace contextRef="#ctx0" brushRef="#br0" timeOffset="129872.0437">27040 12294 0</inkml:trace>
  <inkml:trace contextRef="#ctx0" brushRef="#br0" timeOffset="130616.2785">27217 12735 0,'17'18'265,"1"0"-265,-18 34 16,-35-34 0,-71 53-1,35-54 1,18-17-16,36 0 15,-18 0 126,52 0-125</inkml:trace>
  <inkml:trace contextRef="#ctx0" brushRef="#br0" timeOffset="131373.6971">27675 12083 0,'0'35'62,"71"18"-46,-71 35-1,35 18 1,-35-36 0,0-17-1,0-17-15</inkml:trace>
  <inkml:trace contextRef="#ctx0" brushRef="#br0" timeOffset="132376.7948">28081 12012 0,'35'0'47,"-35"35"-16,0-17-31,0 0 16,18 52-16,-18-17 31,35 18-15,-17-1-16,-18-17 31,35 0-31,-35-35 15,0-1 1,18-17-16,-18 36 0,0-19 16,17-17-1,-17 36 1,18-19 0</inkml:trace>
  <inkml:trace contextRef="#ctx0" brushRef="#br0" timeOffset="133250.5905">27958 12488 0,'17'0'79,"1"0"-64,35-35-15,-18 35 0,18-18 31,-18 18-31,-17 0 47,17 0 63,-35-35-95,18 35-15</inkml:trace>
  <inkml:trace contextRef="#ctx0" brushRef="#br0" timeOffset="134328.5748">28663 12594 0,'-35'35'31,"0"-35"-15,-18 18-1,53 17 17,-18-17-1,18 17 0,0-17-31,0 17 16,35-17-1,-17 17 1,17-17 0,-17 17-1,17-17 17,-17-18-32,17 0 31,-17 0-31,17 0 31,-35-36 0,0 19 1,0-1-17,-18 18 1,1-18-1,-19-17 1,36 18 0,-17 17 31,17-36-32,-35 19 141</inkml:trace>
  <inkml:trace contextRef="#ctx0" brushRef="#br0" timeOffset="134919.9646">29051 12330 0,'18'0'94,"17"0"-94,18 0 15,0-36 1,0 36-1</inkml:trace>
  <inkml:trace contextRef="#ctx0" brushRef="#br0" timeOffset="135491.355">29139 12541 0,'18'0'62,"0"0"-15,-1 0-31,19 0-16,17 0 15,70-17 1,-70-1 0,-35 18 31</inkml:trace>
  <inkml:trace contextRef="#ctx0" brushRef="#br0" timeOffset="136836.1646">29757 12118 0,'35'0'62,"-17"0"-62,35 0 16,-18 0-16,0 0 31,-17 18-15,17 17-1,-17-18 1,-18 1-16,17 0 16,1-18-1,17 53 1,-35-18-1,0 18 1,-35-36 0,0 1-1,17-18 1,-17 18 0,35 17-1,0-17 32,35-18 94,0-36-126,-17 36-15,17-17 16,-17 17 0,0 0 46</inkml:trace>
  <inkml:trace contextRef="#ctx0" brushRef="#br0" timeOffset="137932.5387">29951 12065 0,'17'0'0,"36"0"31,-35 0-15,0 0-1,17 0 1,-17 0 0,17 0 15,-18 0-31,1 0 31,0 0-31,17 18 16,-17-1-1,70 71-15,-88-70 32,53 35-17,-53-18 1,0 1 0,0 16-1,0-34-15,0 17 16,-18-35-1,18 36-15,-35-19 16,35 19 0,-18-36 140,18-18-140,53 18-1,-53-18-15,35 18 16,18-17-1,-35 17 48,17 0 31,1 0-79,-36-18-15,35 18 16</inkml:trace>
  <inkml:trace contextRef="#ctx0" brushRef="#br0" timeOffset="139072.5099">30480 12065 0,'35'0'47,"-35"18"-31,18-1-1,17 19 1,-35-19-16,18 36 16,-18-18-1,0 1 1,0-54 125,35 18-110,-17 0-16,17 0-15,18 0 16,-35 0 0,-1 0 15,-17 18-31,53 35 31,-53-36-31,0 18 16,35-17-16,-35 0 31,0 17-31,0-17 16,0 35-1,-17-53 1,-19-18 156</inkml:trace>
  <inkml:trace contextRef="#ctx0" brushRef="#br0" timeOffset="139724.8942">30551 11959 0,'0'18'31,"70"-18"0,54 0 1,-72 0-17,-16 0 1,-19 0 31</inkml:trace>
  <inkml:trace contextRef="#ctx0" brushRef="#br0" timeOffset="140530.4774">31027 12577 0,'35'0'32,"-17"0"-1,17 0-16,-17 0 1,-18 35 0,35 18-1,-35 0 1,0-18 0,-18-35 93,18-18-93</inkml:trace>
  <inkml:trace contextRef="#ctx0" brushRef="#br0" timeOffset="140896.5465">31080 12277 0,'0'0'0</inkml:trace>
  <inkml:trace contextRef="#ctx0" brushRef="#br0" timeOffset="142769.785">31662 12118 0,'17'0'16,"1"0"0,0 35-1,17 36 1,-17-36-1,-18 0-15,35 36 16,-35 35 0</inkml:trace>
  <inkml:trace contextRef="#ctx0" brushRef="#br0" timeOffset="143736.6959">31662 12047 0,'35'-17'16,"-17"-19"15,17 36 0,-17 0-15,-1 0 0,36 0-1,-35 0-15,17 18 16,-35 0-16,35-1 15,-17 1 1,17 17 0,18-17-1,0 88 1,-53-71 15,0 36-15,18-36-16,-18 35 15,0-34-15,0-19 16,0 1 0,-18-18-1,0 0 1,-17 0 0,18 18-16,-19-18 15,-17 0 1,36 0-1,-19 0 126,19 0-141</inkml:trace>
  <inkml:trace contextRef="#ctx0" brushRef="#br0" timeOffset="144457.7312">32350 12294 0,'17'0'109,"19"0"-93,-19 0-1</inkml:trace>
  <inkml:trace contextRef="#ctx0" brushRef="#br0" timeOffset="145213.7136">32297 12524 0,'17'0'63,"19"0"-32,-19 0-15,-17-18-1,18 18 1,0 0-16,-18-18 16,35 18-1,-17 0 1</inkml:trace>
  <inkml:trace contextRef="#ctx0" brushRef="#br0" timeOffset="146289.0323">32314 12347 0,'18'0'94,"0"0"-78,-1 0-1,19 0 1,-36-35 0,35 35-1</inkml:trace>
  <inkml:trace contextRef="#ctx0" brushRef="#br0" timeOffset="147146.9833">32667 12012 0,'35'0'94,"-17"53"-79,17 0 1,-35 17 0,18 19-1,-18-72-15,35 19 16,-35-19-16,0 36 16,18-53-16,-18 18 15,35-18 79</inkml:trace>
  <inkml:trace contextRef="#ctx0" brushRef="#br0" timeOffset="149468.4723">24518 7867 0,'0'35'63,"0"-17"-63,0 17 15,-71 106 1,1-35 0,-1-18-1,54-35 1,-1 0-1,18-18 1,-70 36 0,17 52-1,-53 1 1,88-71 0,-17-18-16,17 36 15,18-18-15,0-18 16,0 0-1,0 18 1,0 0 0,36-35-1</inkml:trace>
  <inkml:trace contextRef="#ctx0" brushRef="#br0" timeOffset="150489.1679">23724 8484 0,'36'0'16,"-19"36"15,18-1-16,71 88 1,-53-34 0,0-19-16,-53-35 15,18 36 1,35 17 0,-53-70-1,35-18-15,18-36 203,-53 19-187,53-18-16,0 17 16,0-35-1,0 0 1</inkml:trace>
  <inkml:trace contextRef="#ctx0" brushRef="#br0" timeOffset="174832.637">1376 14693 0,'35'0'93,"-35"18"-93,18-1 16,-18 19-16,0 34 16,0-17-1,0 35 1,0-52-1,0 17 17,0 0-17,35-18-15,-35-18 0,0 19 16,0-19 0,0 19 15,0-19-16,0 19 1,0-1 0,0-18-16,0 19 15,18-19 17,17-17 77,-17-35-93,17-35-1,-18 34-15,19-17 31,-1-35-15,18 35 0,18-35-1,-54 17 1,18 36-16,-35 0 16,0 17-1,0 1-15,0-54 16,0-17-1,0 70 1,0-17 0,0 70 109,0 1-125,0 16 15,0-34 1,18 35-16,-18 35 16,35-17-1,-35-18-15,0 53 16,36 17-1,-19-70 1,19-18 0,-36-17-16,0 17 31,17-17-31,18-18 125,1 0-109,17 0-1,0 0 1,-1-36-1,-52-16 1,0 16 0,36-52 15,-36 70-31,0-52 16,17 70-16,-17-53 0,0 18 15,36-18 1,-36-18-1,0 36 1,0 17 0,17-17 15,-17 17-31,0 1 47,0-1-47,0-17 15,0 0 1,18 35 0,-18-18-1,0-17 142</inkml:trace>
  <inkml:trace contextRef="#ctx0" brushRef="#br0" timeOffset="175796.4659">2769 15081 0,'-35'0'47,"35"18"-31,-18-18-1,-17 35-15,35-17 16,0 52-1,0-34 1,-18-1 0,18-17-1,0-1 17,0 18-32,0-17 15,36-18-15,-19 0 78,19 0-62,-1 0 0,-17 0-1,17-35-15,-35-18 16,17 35-1,-17-35 1,0 18 0,0 0-1,-52-18 17,16 53-17,19 0 1,-19 0-1</inkml:trace>
  <inkml:trace contextRef="#ctx0" brushRef="#br0" timeOffset="176473.7015">3404 14958 0,'18'0'47,"17"0"-16,18 0-31,-35 0 16,70 0-1,0 0 1,-53 17 0,1-17-16,-36 18 109</inkml:trace>
  <inkml:trace contextRef="#ctx0" brushRef="#br0" timeOffset="177099.1518">3404 15169 0,'0'18'31,"18"-18"1,0 0-32,-1 0 15,54 0 1,-54 0-16,54 0 16,-18 0-1,35 0 1,-70 0-1,17 0 1</inkml:trace>
  <inkml:trace contextRef="#ctx0" brushRef="#br0" timeOffset="178468.2903">4286 14587 0,'36'0'94,"-19"0"-79,18 0 1,-17 0-16,17 0 16,18 0-1,-17 0 1,-19 36-1,18-19 1,18 36 0,-35-18-1,17 18-15,-17 18 32,-18 17-17,0 0 1,-53-17-1,0-18 1,0 35 0,18-70-1,17-18-15,18 17 32,0 1-17,36-18 95,-1 0-95,0 0-15,18 0 16,70-18-1,-34 1 1,-54 17 0</inkml:trace>
  <inkml:trace contextRef="#ctx0" brushRef="#br0" timeOffset="179420.9259">4886 14676 0,'35'0'47,"36"0"-32,-18 0 1,-18 0-16,-17 0 16,17 0-16,-17 35 15,17-35 1,-35 53-1,17 17 1,-17 18 15,0-17-15,0 17 0,-105-35-1,52 18 1,88-71 140,0 0-156,1 0 16,-1 0-16,53 0 15,-35-36 1,-18 36 62</inkml:trace>
  <inkml:trace contextRef="#ctx0" brushRef="#br0" timeOffset="180453.2343">5627 14517 0,'0'17'62,"0"36"-62,0 18 16,0 35-1,0-71-15,-35 0 16,35 18-16,0-35 16,17-18 93,-17-35-93,18 35-1,35-36 1,-36 36-16,36 0 31,-35 0-31,17 0 31,-35 18-15,0 0-16,53 34 16,-53 1-16,18 0 0,17-17 15,-17 34 1,-18 1-1,0 17 1,-36-35 0,19-36-1,17 19 1,-36-36 78,19-18-32,17 0-46,-35 18-1,35-35-15</inkml:trace>
  <inkml:trace contextRef="#ctx0" brushRef="#br0" timeOffset="181268.0859">5750 14587 0,'18'0'46,"0"0"-46,17 0 0,-18 0 16,19 0 0,-19 0-1,19 0 1,-1 36 31,-17-36-32,17 0 1</inkml:trace>
  <inkml:trace contextRef="#ctx0" brushRef="#br0" timeOffset="182109.8059">6244 15011 0,'0'0'0,"35"17"16,-17-17 0,17 0-1,-17 0 1,17 0 15,1 0-31,-19 0 16,36-35 15,-18 35-31,-17 0 0,0 0 63,-18-35-1,35 35 16</inkml:trace>
  <inkml:trace contextRef="#ctx0" brushRef="#br0" timeOffset="184171.1433">6615 14658 0,'35'0'31,"18"0"1,17 0-17,-34 0 1,-1 0-16,-17 0 31,17 0-15,-18 0-1,1 0 1,53 0-16,-54 0 31,1 18 16,-18-1-31,18 18-1,-18-17-15,0 17 32,-36-35-17,36 36 1,-35 17-1,17-36 173,18 18-63,53-35 16,0 0-126,-18 18 1,1-18-1,-36 35 1,35-35-16,-35 18 31,18-18-15,17 18-16,-35 35 16,18-36-1,17 19-15,-35 16 16,17-16-1,-17 17 1,0-18 0,0 0 15,0 0-31,-35-17 16,18 35-1,-19-35-15,-17-18 16,-17 35-1,-36-35-15,71 0 47,17-18-31,-17 1-16,17 17 16,-17-36-16,17 19 15,-17 17-15,35-36 31,-18 36-15,1 0 0,17-17-1</inkml:trace>
  <inkml:trace contextRef="#ctx0" brushRef="#br0" timeOffset="184946.2709">7743 15028 0,'0'0'0,"18"36"15,88-19 1,0-17-1,0 0 17,-18 0-17,-53 0-15</inkml:trace>
  <inkml:trace contextRef="#ctx0" brushRef="#br0" timeOffset="185525.7336">7849 14834 0,'36'18'62,"-19"0"-62,1 17 16,17 18-16,18 70 15,-53-17 1,35-35-16,-35-18 16,18-36-1,-18 1-15,0-1 32</inkml:trace>
  <inkml:trace contextRef="#ctx0" brushRef="#br0" timeOffset="186514.8415">8555 14693 0,'17'0'0,"1"0"78,0 0-78,35 0 62,-36 35-62,19-17 47,-19 17-47,19-17 16,-36 17-16,17 18 15,-17 0-15,0 0 16,0 0 0,-53 70-1,0-52 1,-17 17 0,34-70-1,36 17 16,18-35 110,53-18-125,-18 18-16,35-17 15,-71 17 1,19 0 0,-19 0 30,1 0-30</inkml:trace>
  <inkml:trace contextRef="#ctx0" brushRef="#br0" timeOffset="187225.9103">9313 14711 0,'18'0'16,"-18"17"15,0 19-15,-18 52 0,-35 0-1,36-35 1,17-35-16,0-1 15,0 19-15,0-19 16,0 19 15,35-19 1</inkml:trace>
  <inkml:trace contextRef="#ctx0" brushRef="#br0" timeOffset="188943.1513">9437 14905 0,'0'17'16,"35"-17"-1,-35 53-15,18-53 16,-18 53-16,0-17 16,35-19-16,-35 36 15,0-35-15,0 17 16,0-53 93,0 1-93,0-36 0,18 18-1,-18-1 1,0 19-1,0-19 17,0 19-1,0 52 203,35-35-218,-35 53 0,18-35-16,17 70 15,0-18 16,-35-34-31,18 17 16,-18-36-16,35 36 0,-17-53 31,-18-35 79,0 17-95,35 1 1,-17-1-16,34-88 16,-52 71 15,0 17-31,0-35 15,0 18 1,0 0 0,0 17-1,-17 18-15,17-35 32,-35 17-17,35-17 1,-18 35 78,-17 0-94,-1 0 46,19 0-30,17 17 0,0 1-16,0 17 31,0 1-15,0-19-1,-36 36-15,19-17 31,-18-36 79</inkml:trace>
  <inkml:trace contextRef="#ctx0" brushRef="#br0" timeOffset="189736.6144">10001 14552 0,'18'0'31,"-18"18"0,18-18 1,-1 35-32,71 36 15,-52-1 1,-19-17-1,19-18 1,16 89 15,-52-89-31,0 18 16,18 0-16,-18-35 0,0 34 16,0-16-1,0-19-15,0 54 16,0-1-16,-35-17 15,17-17 1,-17-1 0,35-17-16,-35-18 93,17 0-77,-35 0 0</inkml:trace>
  <inkml:trace contextRef="#ctx0" brushRef="#br0" timeOffset="191076.5711">5309 15804 0,'0'0'0,"36"18"15,-19-18 1,18 35-1,54-35 32,-36 0-47,52 0 0,19 0 16,17 0-16,0 0 0,212 0 31,141 0-15,-71 0-1,-70 0 1,-89 0 0,-17 0-1,-105 0-15,-37 0 16,19 18-16,-54-18 0,-17 0 16,0 35-1,18-35 1,-18 0-1,-36 18 1,36-18-16,35 35 31,-52-35-31,-1 0 16,-17 0-16,-1 18 16,1-18-16,17 0 15,-17 0 1,35 0-1,0 0-15,17 0 16,-34 0-16,16 17 16,1-17-1,-35 0 1,0 0 15,-1 0-31,36 0 16,35 0-1,-35 0-15,35 0 16,-52 0 0</inkml:trace>
  <inkml:trace contextRef="#ctx0" brushRef="#br0" timeOffset="192008.3252">7585 16157 0,'17'0'16,"19"35"15,-19-17-31,-17 70 31,0-17-15,0-1-16,0 19 31,0-54-31,0 0 16,-35 18-16</inkml:trace>
  <inkml:trace contextRef="#ctx0" brushRef="#br0" timeOffset="192722.6709">10795 15716 0,'35'0'31,"-17"0"-31,35 0 16,0 0 0,70 0-1,54 0 1,17 0 0,-141 0-16,-18 0 15</inkml:trace>
  <inkml:trace contextRef="#ctx0" brushRef="#br0" timeOffset="193338.257">11218 15452 0,'18'17'31,"0"1"-15,17 17-16,-17 0 15,-1 54 1,1-36-16,-18 17 16,53 36-1,-53-35 1,0-36-1,17-18 17</inkml:trace>
  <inkml:trace contextRef="#ctx0" brushRef="#br0" timeOffset="194031.427">11942 14852 0,'17'0'31,"36"53"-31,88 88 16,-123-70 15,-1-1-31,1-17 0,-18 0 16,18-18-16,-18 18 16,35-18-1</inkml:trace>
  <inkml:trace contextRef="#ctx0" brushRef="#br0" timeOffset="194757.0048">13247 15152 0,'0'17'62,"17"-17"-15,1 0-47,70-17 32,-17-1-17,17 18 1,-53 0-1,-17 0-15</inkml:trace>
  <inkml:trace contextRef="#ctx0" brushRef="#br0" timeOffset="195713.3106">13441 15416 0,'17'0'187,"1"0"-156,17 0-31,18 0 16,-35-17 0,35 17-1,-18 0 1,-17 0 31</inkml:trace>
  <inkml:trace contextRef="#ctx0" brushRef="#br0" timeOffset="199154.2702">13935 14517 0,'17'0'31,"1"0"-15,17 0-1,1 0-15,-1 0 16,-18 0 0,36 0-1,-17 17-15,34 1 16,-52 0-16,35-1 15,-18 19 1,18-19 0,-35 19-1,35 34 1,-18-17-16,-35 0 16,0 0-16,0 17 15,0-17 1,-35 36-16,35-72 15,-36 18-15,19 18 32,-19-53-32,19 0 62,-19 36-46,36-19-16,-17-17 0,-19 36 31,36-19-15,0 18-1,53-35 95,-17 0-110,17 0 15,0 0 1,88 0 0,-18 0-1,-105 0 1</inkml:trace>
  <inkml:trace contextRef="#ctx0" brushRef="#br0" timeOffset="200164.8148">14852 14658 0,'35'-18'63,"36"18"-48,-36 0 1,-17 0-16,17 0 16,18 36-1,-18 34 1,18-17 0,0 35-1,-53-35 1,18-35-16,17 17 15,-35 0 1,0 1-16,-18 34 31,1 36-31,-36-106 16,53 35 15,0-17-15,0 35-1,-36-53 1,36 35-16,18-35 125,53-35-125,-36 35 16,53 0 15,-35 0-31,-18 0 47,-17 0 15,17 0-30</inkml:trace>
  <inkml:trace contextRef="#ctx0" brushRef="#br0" timeOffset="201577.0354">15699 14746 0,'0'-18'31,"17"18"-31,-17-35 32,53 18-17,-53-19-15,35 36 16,-17 0 0,0 0 15,-1 0-16,36 36 1,-53-1 0,18-18-1,-18 19-15,35-19 16,-35 19-16,0-19 16,0 19-16,0-19 15,0 18-15,-35 18 16,0-35-16,35 0 15,-18-18 1,18 35 0,35-35 109,-17 0-110,35 0 1,-18 0-16,-17-18 16,70 18-1,-70 0 1,17 0 15,-18 18-31,1 35 16,35 17-1,-53-17 17,18-17-32,-18 17 0,0-36 15,0 18 16,-36-35-15,19 0 0,-19 0-1,-16 0 1,-37 0 0,36 0-1,18 0 1,18 0 46,-19-17-15</inkml:trace>
  <inkml:trace contextRef="#ctx0" brushRef="#br0" timeOffset="202097.453">17004 15046 0,'18'0'0,"-18"-18"62,0-17-62</inkml:trace>
  <inkml:trace contextRef="#ctx0" brushRef="#br0" timeOffset="202974.9707">16916 15275 0,'17'0'141,"1"0"-110,17 36-31,-17-19 16,17 36-1,0 0 1,-35-18-1,0 1-15,0-1 32,0-18-32,-17-17 0,17 18 15,0 0 110,0-1-109,0 19 15,0-19 0,0 19 16</inkml:trace>
  <inkml:trace contextRef="#ctx0" brushRef="#br0" timeOffset="203802.1501">17815 14764 0,'18'17'63,"0"-17"-63,-18 18 15,35 17 1,0 53 0,-17 36-1,35-18 1,-53 17 0,17-70-16,1-35 15,-18 17 1</inkml:trace>
  <inkml:trace contextRef="#ctx0" brushRef="#br0" timeOffset="204495.9485">18309 14799 0,'18'0'63,"17"35"-63,-17 36 16,17 35-1,0 17 1,-35-17 15,53 0-15,-53-89-1,0 1-15,18 17 16,17 1 0,-53-36 62</inkml:trace>
  <inkml:trace contextRef="#ctx0" brushRef="#br0" timeOffset="205167.7199">17903 15258 0,'18'0'16,"0"-36"15,35 19-31,0 17 16,-1 0-16,19 0 0,-18-53 15,0 53 1,-18 0-16,-17 0 15,17 0 1,-17 0 31,-1 0-31,1 0-1</inkml:trace>
  <inkml:trace contextRef="#ctx0" brushRef="#br0" timeOffset="206231.4496">18750 15381 0,'0'35'62,"0"-17"-62,0 17 16,-35-17 0,35 17-16,0-17 31,17 17-15,1-17-1,17-18 63,-17 0-62,0 0-16,17 0 16,0 0-16,1-18 15,-19 0 1,-17 1-1,0-18 1,0 17 0,0-35-1,0 35 17,-35 18-32,0 0 15,35-17 1,-53 17-1,0 0 1,17 0 15,19 0 63</inkml:trace>
  <inkml:trace contextRef="#ctx0" brushRef="#br0" timeOffset="206781.7239">19332 15081 0,'18'0'31,"17"0"0,18 0-31,71 0 16,-72 0 0,-16 0-1,17-17-15,-18 17 16,-17-18-1</inkml:trace>
  <inkml:trace contextRef="#ctx0" brushRef="#br0" timeOffset="207441.4793">19650 15434 0,'17'0'188,"36"-18"-188,18 1 16,-1-36-1,-17 18-15,0 17 16,0-17-16,-18 35 15</inkml:trace>
  <inkml:trace contextRef="#ctx0" brushRef="#br0" timeOffset="208476.1522">20108 14870 0,'36'-36'47,"-1"36"-47,18-35 32,-18 35-32,0 0 0,1 0 15,-1 0-15,18 18 31,-18 35-15,0-36 0,-17 18-16,0 1 15,-1-1-15,1 18 0,-18-18 16,0 89 0,0-54-1,0 18 1,-18-52-1,18-1 1,-35 18 0,53-53 124,52-18-124,-17 18-16,0-17 16,35 17-1,18-18 1,-106-17 124,0 17-124</inkml:trace>
  <inkml:trace contextRef="#ctx0" brushRef="#br0" timeOffset="209541.0196">20849 14817 0,'0'-18'47,"35"18"0,-17 0-31,17 0-1,18 0-15,-35 0 16,35 18 15,0 35-15,-36-18-16,1 88 31,-18-70-31,35 0 16,-35 18-16,0-36 15,0 36 1,0-36 0,0 18-1,-17-36 1,17 19-1,17-36 110,-17-36-109,18 36 0,17-35-16,0 35 15,-35-18-15,18 18 16,-18-35-16,18 35 62,-1 0 17</inkml:trace>
  <inkml:trace contextRef="#ctx0" brushRef="#br0" timeOffset="211024.0804">21537 14764 0,'35'0'63,"1"0"-48,-19 0-15,19 0 16,-1 35 0,-18-35-16,19 18 47,34 35-32,-52-18 1,0-35-1,-1 17-15,-17 36 16,0-17 0,-17-1 15,-1-17-31,-70 17 0,70-17 16,-17-18-1,35 35 1,-18-35-1,1 0 64,17-18-64,17 1 1,1 17-1,-1 0-15,54-36 16,-36 36 15,-17 0-15,35-17-16,-18 34 0,18 36 16,-53-35-1,18-1 1,17 36-16,-35 18 31,0-18-15,-18-18-1,1 0-15,-54-35 16,36 18-16,-18-18 31,18 0-15,17 0 15,-17 0-15,35-35-1,-18 35-15,18-18 16</inkml:trace>
  <inkml:trace contextRef="#ctx0" brushRef="#br0" timeOffset="211845.2074">22842 15064 0</inkml:trace>
  <inkml:trace contextRef="#ctx0" brushRef="#br0" timeOffset="212431.9822">22948 15487 0,'0'18'188,"-17"17"-188,-1 0 15,-17 18 1,35-35-16,-36 17 31,36-53 94,53 18-125</inkml:trace>
  <inkml:trace contextRef="#ctx0" brushRef="#br0" timeOffset="213078.003">23407 14482 0,'35'17'31,"-17"36"-15,35 35-1,-53 0-15,35-35 16,-17-17-16,17 17 16,18 52-1,-18 1 1,0-88-1,-35 17-15</inkml:trace>
  <inkml:trace contextRef="#ctx0" brushRef="#br0" timeOffset="213967.8893">23424 14534 0,'0'0'0,"0"-17"0,18-1 47,0 1-47,17 17 31,-17-36-15,17 36-1,-17 0 1,87 18 0,1 35-1,-71 0 1,-17-36-16,17 19 16,1-36-16,-36 53 0,17-36 15,36 71 1,0 18-1,-53-18 1,0-52 0,0 17-1,0 35 1,0-53 0,-17-17-1,-1 17 1,-17 18-16,17-35 15,0-18 1,1 0 47,-19 0-32,19 0-16</inkml:trace>
  <inkml:trace contextRef="#ctx0" brushRef="#br0" timeOffset="214677.7222">24377 14887 0,'35'0'63,"-17"0"-48,17 0 1,-17 0-16,70-17 16,-35-1-1,-53 0 16,35 18-31</inkml:trace>
  <inkml:trace contextRef="#ctx0" brushRef="#br0" timeOffset="215338.9006">24430 15152 0,'17'0'32,"19"0"14,-1 0-46,-17-35 16,52 17 0,-52 18-1,0-35 1,-1 17-16,18 18 16,-17 0-16,17 0 15,-17 0 16</inkml:trace>
  <inkml:trace contextRef="#ctx0" brushRef="#br0" timeOffset="216207.983">25065 14587 0,'0'18'125,"35"35"-109,-35 17-16,53 36 31,-35 0-31,17-18 31,-35-35-15,0-35-1,18-18 17,-1 0-32,-34 0 203,-1-35-188</inkml:trace>
  <inkml:trace contextRef="#ctx0" brushRef="#br0" timeOffset="219186.558">1905 17180 0,'0'18'47,"0"158"-31,0-70 0,0-18-1,-35 36 16,17-89-31,18 18 16,-35 18-16,35-19 0,-18-34 0,18 0 31,0-1-15,0 19 0,0-19-1,0 19 1,35-36-1,-17 17 1,0 1 0,-1-18-1,72 0 1,-19-18 0,36-35-1,-88-17 16,-1-1-31,1-17 32,-18 35-32,0-53 15,0 89-15,0-19 16,0-34-16,0 17 31,0 18-15,0-18-1,0 35 1,0 0 0,0 1-1,0-19 1,0 19 0,35 52 93,-35-17-93,0 17-16,18 0 15,35 71 1,0 18-1,-53-19 1,17-34 0,19-36-16,-36-17 15,0 35-15,0-36 16,0 1-16,17-18 16,-17 18-16,0-1 31,35-17-31,-35 18 0,0 17 31,18-35-15,0 0 31,-18 18-32,35-18 1,-17 35-1,70-35 1,-18 0 0,1-35-1,-1-36 1,-34 54-16,17-36 0,-36-18 16,-17 36-16,53-53 15,-88-18 16,17-18-31,18 19 32,-35-19-17,35 107 1,0-19-16,-35 36 0,35-35 31,-18 35 94</inkml:trace>
  <inkml:trace contextRef="#ctx0" brushRef="#br0" timeOffset="220325.5337">3351 17798 0,'-35'0'31,"17"0"-31,-34 0 31,-1 0-31,35 0 32,0 35-17,-17-17 1,35-1-1,0 1 1,18 17 0,-18-17-1,0 17-15,17-17 16,-17 17-16,36-17 0,-36-1 16,17 1-1,36 35 1,-35-18 15,-1-35-15,1 0-1,35 0 1,0-18-16,-18 18 31,18-53-31,-35 36 16,-18-18-16,0 17 0,0 0 31,0 1-15,-36-19 15,36 19-15,-17 17-1,-1 0 63,-17-36-46</inkml:trace>
  <inkml:trace contextRef="#ctx0" brushRef="#br0" timeOffset="221256.8613">3951 17604 0,'18'0'47,"-1"0"-47,1 0 15,35 0 1,0 0-16,70-36 31,-34 36-15,-37 0-16,-16 0 16,-19 0-1</inkml:trace>
  <inkml:trace contextRef="#ctx0" brushRef="#br0" timeOffset="222047.1469">3986 17762 0,'36'0'93,"17"0"-93,-36 0 16,36 0 0,0 0-16,0 0 0,18 0 15,-36 0-15,-18 0 16,36 0-1,0 0 32,-35 0-31,0 0 0,-1 0-16,1 0 15</inkml:trace>
  <inkml:trace contextRef="#ctx0" brushRef="#br0" timeOffset="223290.9554">5292 17480 0,'35'0'78,"-17"-35"-78,17 17 16,-18-17-16,36 35 16,0 0-16,-35 0 46,53 53-30,-54-18 0,18-17-16,-17 17 15,-18-17-15,0 17 0,0-17 16,0-1 0,0 19-16,-70 87 15,34-105 1,1-1-16,-18 36 15,71-53 142,52 0-142,-17 0-15,-18 0 16,124 0 0,-53-17-1,-88-1-15</inkml:trace>
  <inkml:trace contextRef="#ctx0" brushRef="#br0" timeOffset="224276.0239">5944 17462 0,'36'-35'78,"-1"35"-62,-18 0-16,19 0 15,17-17-15,17 17 16,-17 0 0,-18 0-1,-17 0-15,17 0 31,-17 17-15,17 1 0,-35 35-16,0 0 15,-17 17 1,-19 1 0,-17-1-1,1-17 1,-1 0-1,17-18 1,54-17 125,17-18-126,36 0-15,-18-18 16,158 18 0,-70-35-1,-123 35 1</inkml:trace>
  <inkml:trace contextRef="#ctx0" brushRef="#br0" timeOffset="225450.2217">6791 17410 0,'35'0'78,"1"0"-62,34 0 0,18 0-1,-17 0 1,-54 0-1,19 0 17,-19 17-32,19 1 0,-36 35 31,0-36-15,0 1-16,0 53 15,-18-36-15,0-17 16,-35 34-1,18-16 1,18-36 62,17-18-31,52 18-31,-16 0-1,34 0 1,-34 0-16,-19 0 31,1 18-15,-18 35-1,0 0 1,0-18 0,-35 71-1,-71-89 1,88 19-16,-17-36 16,-18 0-1,35 0 48,1 0-16,17-18-47,0 0 15,-18 18 1</inkml:trace>
  <inkml:trace contextRef="#ctx0" brushRef="#br0" timeOffset="226255.3122">7814 17780 0,'18'0'94,"-1"0"-79,71 0 1,18-18 0,0-35-1,18 36 1,-107 17 0,36 0 93,-35 0-93,17 0-1</inkml:trace>
  <inkml:trace contextRef="#ctx0" brushRef="#br0" timeOffset="227285.185">8414 17339 0,'35'0'110,"-17"0"-95,17 0 1,-17 0-1,-1 0 1,18 35 0,-35 1-1,18 34 1,-18-17 0,0 0-1,-53-18 1,53-17-1,-35-18 95,53-35-63,52 35-47,-35 0 47,-35 17-47,53 36 15,-35 18 1,-18-54-1,0 54 1,0-1 0,-35 1-1,-18-18 17,0-35-17,35-18 32,1 0-16,-1-36-15,-17 19-16,17 17 16</inkml:trace>
  <inkml:trace contextRef="#ctx0" brushRef="#br0" timeOffset="228611.1633">9172 17727 0,'18'0'0,"52"0"31,19 0-15,16 0-1,-34-18 1,-18 18-16,-18-17 16,-17 17-16</inkml:trace>
  <inkml:trace contextRef="#ctx0" brushRef="#br0" timeOffset="229339.1593">9437 17533 0,'0'35'47,"0"-17"-31,0 35-16,0 0 15,0 0 1,0 17-16,0-17 0,0 0 16,0-35-1</inkml:trace>
  <inkml:trace contextRef="#ctx0" brushRef="#br0" timeOffset="230452.027">9878 17163 0,'17'0'62,"19"0"126,-19 0-188,-17 17 15,36 1 1,17 35 0,-1 53-1,-52-18 1,0 0 0,-35 0-1,-18-35 1,18-35-1,17 35-15,54-53 188,17 0-172,-1 0-16,19 0 15,35-36 1,17 36-1,-105 0-15</inkml:trace>
  <inkml:trace contextRef="#ctx0" brushRef="#br0" timeOffset="231095.8499">10707 17145 0,'0'18'47,"0"-1"-31,-18 19 0,-35 52-1,-17 0 1,34-35-1,19-36-15,17 1 16,0 35-16,0-18 16,0-17-16,0 35 15,0 0 1,53-18 0,-18-17-1,-35-1 1,18-17-1,17 0 17,-35 36 46,18-36-63</inkml:trace>
  <inkml:trace contextRef="#ctx0" brushRef="#br0" timeOffset="231831.7285">11007 17339 0,'0'18'31,"0"87"0,0-87-31,0 17 16,0-17 0,53-18 62,-36 0-78,54 0 15,-18-35 17,-53 17-1,-18-35-15,0 18-1,-35 17 1,1-35-1</inkml:trace>
  <inkml:trace contextRef="#ctx0" brushRef="#br0" timeOffset="232432.1997">11342 17057 0,'0'17'63,"17"-17"-48,54 71-15,-18 17 16,35 18 0,-70-18 15,-18-53-31,0 18 0,0 0 16,0-17-16,-18 17 15,-35-1 1,36-52 46,-19 0-46,-17 0 15,36 0-31</inkml:trace>
  <inkml:trace contextRef="#ctx0" brushRef="#br0" timeOffset="233976.1957">5486 18168 0,'35'0'62,"18"0"-46,-35 18-16,34-18 15,90 0 1,140 0-16,106 0 31,35 0-15,36 0 0,-142 0-1,-193 0-15,-18 0 16,-54 0-16,1 0 15,0 0-15,106 0 16,70 0 0,18 0-1,-106 0 1,-70 0 15,-36 0-15,36 0-1,17 0 1,35 0 0,1 0-1,17 0 1,0 0 0,-88 0-16,-18 0 15,18 0-15,0 0 0,0 0 16,141 0-1,53 0 1,-53 0 0,-35 0-1,-36 0 17,-105 0-32,53 0 15,-19 0-15,1 0 0,0 0 16,35 0-1,-17 0 1,-18 0 0,-18 0-1,-52 0 79</inkml:trace>
  <inkml:trace contextRef="#ctx0" brushRef="#br0" timeOffset="234653.5453">9313 18397 0,'36'18'31,"-19"-18"-15,36 53-16,-18 17 16,-35-17-16,0 53 15,0-71 1,0 36-16,-35-71 109</inkml:trace>
  <inkml:trace contextRef="#ctx0" brushRef="#br0" timeOffset="235376.6102">11730 17886 0,'0'0'15,"17"0"-15,19 0 0,52 0 16,-35 0-16,0-35 0,-18 35 31,-17 0-31,35 0 0,0-36 16,-18 36 0,-18 0 15,19 0 0</inkml:trace>
  <inkml:trace contextRef="#ctx0" brushRef="#br0" timeOffset="235889.6181">12100 17692 0,'0'35'47,"0"36"-47,0-18 16,0-1-16,0 1 15,0 0-15,0 18 16,0-36 15</inkml:trace>
  <inkml:trace contextRef="#ctx0" brushRef="#br0" timeOffset="236475.6472">12612 17216 0,'0'17'32,"53"107"-1,-36-36-15,1-35-1,-18 17-15,71 19 16,-71-37-1,17 1-15,-17-35 32</inkml:trace>
  <inkml:trace contextRef="#ctx0" brushRef="#br0" timeOffset="244133.8574">21907 8537 0,'-35'0'32,"35"35"30,0-17-46,-17 35-1,17-18-15,0 18 16,0-35 0,0 17 46,0 0 1,35 36-63,-35-53 15</inkml:trace>
  <inkml:trace contextRef="#ctx0" brushRef="#br0" timeOffset="245570.723">26194 8220 0,'35'0'62,"-17"0"-62,-18 35 16,0 18-16,0 0 15,0 0 1,0 0 0,0-36-16,0 19 15,0-19 1,35-17 109</inkml:trace>
  <inkml:trace contextRef="#ctx0" brushRef="#br0" timeOffset="246354.7136">26317 8149 0,'18'0'187,"17"0"-187,-17-35 16,35 17-1,53-17 1,-36 17 0,18 18-1,-70-35 1</inkml:trace>
  <inkml:trace contextRef="#ctx0" brushRef="#br0" timeOffset="247067.6734">26405 8378 0,'18'0'78,"0"0"-78,-1 0 16,1 0 0,35 0-1,0 0-15,17 0 16,-17 0-16,0 0 0,-18 0 15,1 0 1,17 0 0,-89 0 62</inkml:trace>
  <inkml:trace contextRef="#ctx0" brushRef="#br0" timeOffset="247675.7001">27499 8237 0,'-106'0'31,"71"18"-15,0-18-16,-36 35 15,18 1 1,-17-1-16,17 18 16,-18-36-16,1 36 31,70-35-31</inkml:trace>
  <inkml:trace contextRef="#ctx0" brushRef="#br0" timeOffset="248294.0875">27270 8273 0,'17'0'62,"1"0"-46,17 17-1,-17 1 1,17-18-16,18 106 31,-35-89-31,17 19 16,-17-36-16,-18 35 15</inkml:trace>
  <inkml:trace contextRef="#ctx0" brushRef="#br0" timeOffset="248944.9505">27869 8043 0,'-17'0'15,"17"36"32,0-1-31,0 18-16,0 0 15,53 53 1,-36-36-16,-17-35 31,36-35 16,-1 0 16,-17 0-48,17 0 1,-18-17-16</inkml:trace>
  <inkml:trace contextRef="#ctx0" brushRef="#br0" timeOffset="249563.5057">27887 8008 0,'18'0'16,"17"0"15,-17 0-31,35-18 15,35 1 1,-35 17-16,17 0 16,18 0-1,-70 0 1,-36 0 15</inkml:trace>
  <inkml:trace contextRef="#ctx0" brushRef="#br0" timeOffset="250100.4892">27958 8414 0,'17'0'16,"36"-18"-16,35 18 31,1-18-15,52 1-1,-88-1-15,17 18 16,-35-35-16,-17 35 16</inkml:trace>
  <inkml:trace contextRef="#ctx0" brushRef="#br0" timeOffset="250731.3557">28928 8308 0,'-53'0'16,"18"0"-1,-18 18-15,35-1 16,-105 71-1,87-17 1,19-53-16,-36 70 16,53-71-16,35-17 109,0 0-93</inkml:trace>
  <inkml:trace contextRef="#ctx0" brushRef="#br0" timeOffset="251666.0847">28610 8255 0,'18'0'47,"0"18"-32,34 52 1,-16-52 0,-36 17-16,70 18 15,-70-35 1,18 17 93,0-17-78,17-18-31,-18 17 16,19 1 0</inkml:trace>
  <inkml:trace contextRef="#ctx0" brushRef="#br0" timeOffset="252486.1842">29228 8202 0,'-36'0'62,"19"0"-46,17 18 15,-36 52-15,36 18-1,0-17 1,0-36-16,0 1 15,18-19 1,-18 18 15</inkml:trace>
  <inkml:trace contextRef="#ctx0" brushRef="#br0" timeOffset="253361.1277">29580 8202 0,'-53'0'47,"-141"35"-16,124 1-15,35-1-16,17-17 15,-17-18-15,17 35 16,0-35-16,18 17 140,18-17-61,17 18-79,1 0 15,17 35 1,17 0-16,-52-36 15,17 1-15,-35 17 16,35-17-16,-17 17 16,-18-17-1</inkml:trace>
  <inkml:trace contextRef="#ctx0" brushRef="#br0" timeOffset="254939.5174">27869 8237 0,'0'18'94,"0"0"-94,0 17 15,0-17 1,0 17 0,0 18-1,0-36 1,0 19 31,36-36-32,-36 35 17,0-17-17,-18 34 1,18-16 0,0-19-16,-18 19 15,18-1 63,0-17-62,0-1-16,0 1 16,-35 17 15</inkml:trace>
  <inkml:trace contextRef="#ctx0" brushRef="#br0" timeOffset="270684.2178">13458 17921 0,'18'0'31,"0"0"-31,17 0 16,0 0-16,1 0 0,34 0 15,-35 0 1,-17 0 0,17 0-16,18 0 15,-17 0 1,-19 0-1</inkml:trace>
  <inkml:trace contextRef="#ctx0" brushRef="#br0" timeOffset="271789.7363">13511 18186 0,'36'0'94,"-1"0"-78,-17 0-16,17 0 15,-18 0-15,19 0 16,-19 17 0,36-17 109,-17 0-110,-19 0-15,1 0 47,0 0-47</inkml:trace>
  <inkml:trace contextRef="#ctx0" brushRef="#br0" timeOffset="277230.9997">14376 17604 0,'0'17'141,"17"1"-125,19-18-16,52 18 15,-18 17 16,36 0-31,-53 0 32,-18 1-17,-35-19 32,18 19-47,-18-19 16,0 71-1,0-52 1,0 52 0,-35-18-1,-18-34 1,-35-19 0,70 54-1,-53-36-15,19 18 16,16-35-16,19 17 15,-19 53 1,19-53-16,-19 18 31,19-53-15,17 36 78,35-36-79,0 0 1,18-18-16,0 18 16,35 0-16,-17-18 15,-1 1-15,-17 17 16,0-53-1</inkml:trace>
  <inkml:trace contextRef="#ctx0" brushRef="#br0" timeOffset="278437.5033">15099 17551 0,'18'0'78,"17"0"-62,18 0 0,17 35-16,1 0 15,35 1 1,-53-36-1,-36 17-15,18-17 16,-17 35-16,17-17 0,1 35 31,-1 35-31,0-17 32,-35 35-17,0-54-15,-53 1 16,18-35-16,17 53 15,-17-36-15,-35 0 16,17-17 0,17 35-1,1 0 1,17-18 0,-34-17-1,69-18 126,54 17-126,-54-17 1,19 0-16,105 0 16,0 0-1,0-17 1,-70-19 0,-36 36-1,-18 0 32,19 0 31,17 0-78,-36 0 16</inkml:trace>
  <inkml:trace contextRef="#ctx0" brushRef="#br0" timeOffset="279214.6059">16298 17445 0,'18'53'62,"-18"0"-46,0 17-16,0-17 16,35 88-1,-17-35 1,0-35-16,-18-18 16,35-1-16,-35-34 15,0 0 1,0-1-16,17-17 15,-17 36 48</inkml:trace>
  <inkml:trace contextRef="#ctx0" brushRef="#br0" timeOffset="279655.1182">17727 17427 0,'18'0'0,"-1"0"32</inkml:trace>
  <inkml:trace contextRef="#ctx0" brushRef="#br0" timeOffset="280224.3173">17833 18045 0,'35'35'141,"-35"0"-141,0 18 15,0 0 1,0-35-16,0 35 16,0-18-16,-53 18 0,18 0 15,17-36 1,18 19 15,-35-36 16</inkml:trace>
  <inkml:trace contextRef="#ctx0" brushRef="#br0" timeOffset="280956.411">18627 17374 0,'0'53'62,"17"0"-46,-17 0-16,18 35 16,-18-35-16,35 18 15,-35-18-15,18-18 16,-18 0-16</inkml:trace>
  <inkml:trace contextRef="#ctx0" brushRef="#br0" timeOffset="281630.474">18997 17163 0,'0'53'63,"0"-1"-63,0 1 15,0 0-15,0 0 0,0-18 16,0 107 0,0-37-1,0-34 1,0-36 0</inkml:trace>
  <inkml:trace contextRef="#ctx0" brushRef="#br0" timeOffset="282172.5891">18768 17798 0,'17'0'78,"1"0"-62,17 0-16,-17 0 15,0 0 1,52-18-16,-35 18 0,1-18 16,-19 18-1,1 0-15,17 0 16,1 0-1</inkml:trace>
  <inkml:trace contextRef="#ctx0" brushRef="#br0" timeOffset="282918.8634">19332 17727 0,'-53'0'46,"36"18"-46,-19-18 0,36 17 32,-53 36-17,18-17-15,35-19 16,-17-17-16,17 18 0,0-1 16,0 19-1,0-19 1,35-17 15,-18 36-15,19-36-1,-19 17 1,19-17 0,17 0-1,35 0 1,-71 0 15,-17-53-15,0 18-1,0 0 1,0-36 0,-17 71-1,-19 0-15,19 0 31,-18 0-15</inkml:trace>
  <inkml:trace contextRef="#ctx0" brushRef="#br0" timeOffset="283495.1353">20055 17657 0,'18'0'63,"17"0"-48,18 0 1,-35 0-1,88 0 1,-71 0 0,53-36-16,-35 36 31,-35 0 0,17 0 0,-17 0 1</inkml:trace>
  <inkml:trace contextRef="#ctx0" brushRef="#br0" timeOffset="284117.8804">20267 17992 0,'18'0'78,"-1"0"-63,19 0 1,-36-18 0,53 0-16,17-17 15,-52 17 1,-1 18-16,54 0 0</inkml:trace>
  <inkml:trace contextRef="#ctx0" brushRef="#br0" timeOffset="285120.9393">21026 17427 0,'52'0'62,"-16"0"-46,34 0 0,1 53-1,-1 0 1,-52-18-1,-18-17-15,0 17 16,0-17 0,0 35-16,0-36 15,0 54 1,-35 35 0,17-36-1,-17-70-15,35 18 31,17-18 94,36 0-109,-17 0-16,52-35 16,-35 35-1,0-18-15,17 18 0</inkml:trace>
  <inkml:trace contextRef="#ctx0" brushRef="#br0" timeOffset="286033.5528">21643 17392 0,'18'0'63,"-1"0"-32,18 0-15,18 0-1,0 0 1,-35 18-16,0-1 16,34 36-16,-52-18 0,36-17 15,-36 70 1,0-17 0,0 17-1,-18-17 1,0 17-1,-17-88 1,0 17-16,35 19 16,-18-36-1,54 0 79,-1 0-63,18 0-31,70 0 16,-35-36 0,18 36-1,-88 0 1</inkml:trace>
  <inkml:trace contextRef="#ctx0" brushRef="#br0" timeOffset="286673.7716">22366 17357 0,'0'17'62,"0"19"-46,0 16-16,18 90 16,17-54 15,-17-35-31,17 0 0,-35-18 15,0-17-15,0-1 16,35-17 31</inkml:trace>
  <inkml:trace contextRef="#ctx0" brushRef="#br0" timeOffset="287220.1848">24007 17621 0,'17'0'32,"-17"-17"14</inkml:trace>
  <inkml:trace contextRef="#ctx0" brushRef="#br0" timeOffset="287929.1201">24095 17903 0,'17'0'141,"19"0"-126,-36 36-15,0-1 16,-36 88 0,-34-52-1,-36 0 1,53-36-1,18-35 79</inkml:trace>
  <inkml:trace contextRef="#ctx0" brushRef="#br0" timeOffset="288489.4243">24500 17057 0,'142'194'46,"-107"-71"-30,0 1-16,-17-54 16,-18 124-1,0-105-15,0-54 32</inkml:trace>
  <inkml:trace contextRef="#ctx0" brushRef="#br0" timeOffset="289212.4432">24483 17057 0,'35'0'47,"-17"0"-47,35-35 0,-18 35 16,18 0 0,35 0-1,35 35 1,-52 18-1,0 0 1,-19 52 0,-16-69-16,-19 70 15,-17-36 1,0-17-16,0 18 16,-70 17-1,-54-35 16,71 17-31,-17-70 0,17 36 0,35-19 16,1 18 15,-19-35 16</inkml:trace>
  <inkml:trace contextRef="#ctx0" brushRef="#br0" timeOffset="289916.5586">25435 17551 0,'36'0'62,"34"-18"-62,-17 18 16,-18-18-16,53 1 15,-35-1 1,-35 18 0</inkml:trace>
  <inkml:trace contextRef="#ctx0" brushRef="#br0" timeOffset="290481.7179">25418 17815 0,'17'0'62,"1"0"-46,35 0-1,-18 0 1,18 0-16,0 0 0,35 0 16,-35 0-1,18 0 1,34 0-16,-87 0 31</inkml:trace>
  <inkml:trace contextRef="#ctx0" brushRef="#br0" timeOffset="291390.7138">26282 17145 0,'35'35'141,"-17"18"-141,-18 18 15,53 17 1,-53-18-1,35 19 1,-35-1 0,35-70-1,-35 17 95</inkml:trace>
  <inkml:trace contextRef="#ctx0" brushRef="#br0" timeOffset="298371.9175">24253 13212 0,'18'0'328,"0"0"-140,17 0-188,-17 0 31,17 0 0,-17 0-15,105 0-16,-35 0 16,18 0-1,88 0 16,-88 0-15,-53 0-16,17 0 16,-52 0-16,0 0 15,17 0 1,18 0 0,17 0-1,19-18 1,-19 18-1,18-35 1,-70 35 0,-18-18 906</inkml:trace>
  <inkml:trace contextRef="#ctx0" brushRef="#br0" timeOffset="303947.7761">14887 15840 0,'35'0'62,"18"0"-46,0 0-16,-17 0 15,52 0 1,53 0 0,18 0-16,-18 0 15,-88 0 1,-36 0-1,19 0-15,-19 0 16,19 0-16,-1 0 16,35 0-16,36-36 15,-88 36 1,-1 0-16</inkml:trace>
  <inkml:trace contextRef="#ctx0" brushRef="#br0" timeOffset="305485.2369">15064 18715 0,'17'0'125,"1"0"-109,17 0 0,0 0-16,54 0 15,16 0-15,1-18 16,71 18-16,-1 0 16,0 0-16,124-35 15,-211 35 1,-37 0-16</inkml:trace>
  <inkml:trace contextRef="#ctx0" brushRef="#br0" timeOffset="324671.3957">26635 14764 0,'53'35'125,"0"-35"-125,-1 0 16,54 0-1,0 0 1,-35 0 0</inkml:trace>
  <inkml:trace contextRef="#ctx0" brushRef="#br0" timeOffset="325309.2842">26829 15081 0,'35'0'94,"88"0"-78,-34 0 15,34 0-15,-17 0-1,-53 0 1</inkml:trace>
  <inkml:trace contextRef="#ctx0" brushRef="#br0" timeOffset="326146.036">26952 14517 0,'18'0'78,"17"0"-62,0 17-16,18 1 16,18 0-1,-18 52-15,-18-52 16,36 0-16,-18 17 0,-1 18 15,19-18 1,17 18 0,-35 17-1,-18-34 1,-17-19 0,-18 1-16,0 0 15,0 17-15,0 18 16,0-35-16,0 17 15,0 71 1,0-53-16,-53 70 31,35-35-15,-17-17-16,18-54 31,17 19-31,-36-36 78,19-18-62</inkml:trace>
  <inkml:trace contextRef="#ctx0" brushRef="#br0" timeOffset="327464.7517">29157 14182 0,'0'53'63,"0"-1"-47,0 1-16,0 36 15,-18-19-15,-34 18 16,16 1-1,1-1-15,-36-18 0,54-17 16,-19 0 0,36-35-16</inkml:trace>
  <inkml:trace contextRef="#ctx0" brushRef="#br0" timeOffset="328343.6247">29351 14023 0,'0'35'110,"0"-17"-110,0 17 15,0-17-15,35 52 31,18 54-15,-53-71-16,36-18 16,-19 36-16,18-36 0,-35 0 15,53 53 1,-17-35 0,17-18-1,-53-17 1,17-18-1,-17 35 17,36-17-1,-36 17 0,0-17 0</inkml:trace>
  <inkml:trace contextRef="#ctx0" brushRef="#br0" timeOffset="328993.2144">29104 14640 0,'35'0'62,"1"0"-46,-1 0-16,0-35 15,18 35-15,-35-18 16,17 18 0,18 0-16,-35-35 0,17 35 15,18 0 1</inkml:trace>
  <inkml:trace contextRef="#ctx0" brushRef="#br0" timeOffset="330095.1558">30321 14534 0,'-17'0'156,"-54"0"-125,-70 0 47,123 0-62,18 18-1,-17-18 1,-19 106 31,36-71-31,0 0-1,18 1 1,0-1-16,-18-17 15,35 17 1,-35-17 0,35 17 15,-17-35 0,388-88 157</inkml:trace>
  <inkml:trace contextRef="#ctx0" brushRef="#br0" timeOffset="330908.0192">30745 14111 0,'0'88'140,"52"36"-124,-16 35 15,-72-459-31,107 758 16,-53-387-1,-159-671-15,317 1288 32,-176-635-17,317 0 204</inkml:trace>
  <inkml:trace contextRef="#ctx0" brushRef="#br0" timeOffset="331598.3838">30797 14482 0,'18'0'62,"-18"-36"-46,18 36-1,17 0 1,0-53 0,18 53-1,-35 0 32,17 0-31</inkml:trace>
  <inkml:trace contextRef="#ctx0" brushRef="#br0" timeOffset="332826.3284">27781 17057 0,'36'53'16,"-19"-53"15,18 0-15,18 0-1,-17 0 1,52 0-16,-18 0 16,-17-53-16,-17 53 15,-19 0 1,-17-18 15</inkml:trace>
  <inkml:trace contextRef="#ctx0" brushRef="#br0" timeOffset="333432.2877">27869 17533 0,'36'0'16,"17"0"0,-36-18-16,107 1 15,-71 17 1,-18-36-16,71 1 15,-89 0 1,19 35-16,-19 0 16</inkml:trace>
  <inkml:trace contextRef="#ctx0" brushRef="#br0" timeOffset="334184.3038">27728 16704 0,'18'0'47,"17"0"-31,18 0-16,-35 35 15,105 53 1,-17-35 0,-18 36-1,-17-36 1,-18-18 0,0 0-1,-18-35 1,18 35 15,-18 54-31,-17-19 31,-18 18-31,0-17 32,0 17-32,-35 0 31,35-70-31,-18 35 15,18-18 1,-35-35 62</inkml:trace>
  <inkml:trace contextRef="#ctx0" brushRef="#br0" timeOffset="334712.4299">29774 16439 0,'36'0'15,"-19"89"17,-17-36-32,0 123 15,0-35-15,0-17 16,0 87-1,-17-105 1,-1-71 0,-17-35 31,17-17-32,18-19 16,0-34-31</inkml:trace>
  <inkml:trace contextRef="#ctx0" brushRef="#br0" timeOffset="335371.5128">29774 16510 0,'0'18'47,"53"52"-47,-17 1 16,34 70-1,-52-53 1,35 88 15,-18-87-31,0-36 31,18-1-15,-53-34 0</inkml:trace>
  <inkml:trace contextRef="#ctx0" brushRef="#br0" timeOffset="335844.1804">29686 17092 0,'18'0'32,"0"0"-1,17 0-31,35-18 15,19 18 17,-37-35-17,1 35 1,0 0 62</inkml:trace>
  <inkml:trace contextRef="#ctx0" brushRef="#br0" timeOffset="336527.4472">30533 16845 0,'0'18'78,"0"-1"-78,-35-17 16,17 18-1,-17 35-15,35 0 16,-18-35 0,18 17 15,0 0-16,0 18 1,0-35 0,35 17-1,-17-35 1,17 0 15,-17 18-31,17-18 16,18-18-1,-18 0 1,18-17 0,-17 17-1</inkml:trace>
  <inkml:trace contextRef="#ctx0" brushRef="#br0" timeOffset="337058.7855">31009 16281 0,'0'53'47,"0"17"-47,0 18 16,18 106 0,35 36-1,0-36 1,35 53-1,-71-177 1,19-17 15,-54-53 16</inkml:trace>
  <inkml:trace contextRef="#ctx0" brushRef="#br0" timeOffset="337549.7094">30886 16969 0,'0'-36'62,"35"36"-62,-17 0 16,-1 0-1,1-17-15,17 17 16,18-36-16,0 1 16,-18 35-1,1 0-15,16 0 16</inkml:trace>
  <inkml:trace contextRef="#ctx0" brushRef="#br1" timeOffset="1.27225E6">16245 8132 0</inkml:trace>
  <inkml:trace contextRef="#ctx0" brushRef="#br1" timeOffset="1.27287E6">13952 5997 0</inkml:trace>
  <inkml:trace contextRef="#ctx0" brushRef="#br1" timeOffset="1.27858E6">16616 3316 0,'-18'0'31,"-35"0"-31,18 0 16,-71 0-1,18 0-15,-159 0 16,141 0 0,0 0-16,-88 0 15,18 0 1,35 0 15,70 18-31,-35-18 31,-123 0-15,-53 0 0,176 0-16,-211 0 15,175 0-15,19 0 16,-36 0-1,36 0 1,35 17 0,35 1-1,0 0 1,-53 17 0,18-35-1,-53 18 1,35-18-16,-88 0 15,123 0 1,1 35-16,-36-35 16,18 0 15,70 0-15,-17 0-1,35 35 32,-18-17-31,-35 17-16,-53 53 15,-17-35 1,17 53 0,18-88-1,88 17 1,-18 0-1,18-17-15,0 17 0,0 18 32,0-18-17,0 1-15,0-19 16,0 71 0,0-35-1,0 53 1,0 18-1,0-36 1,0 35 0,0-35-1,0-35 1,0-35 0,35 17-1,-17-35 1,-18 36-16,18-36 31,-18 17-15,17 1-16,-17 0 31,0-1-15,18 1-1,0-18 1,35 53 15,-18 0 0,-18-53-31,19 0 16,17 53 0,17-36-1,36 18 1,18-35-1,-54 18-15,1 0 16,-18-18-16,-1 17 16,37 1-16,87 0 31,18-18-15,35 35-1,18 0 1,88-35-1,-52 35 1,-19-35 0,-17 0-1,-141 0-15,88 0 16,-88 0 0,-36 0-16,160 18 15,-124-18 1,88 0 15,53 0-31,-18 18 31,18-18-31,-88 0 32,-89 0-32,71 0 15,-88 0-15,-18 0 16,89 0-1,-36 0 1,-17 0 0,17 0-1,0 0 1,18 0 0,17 0-1,54 0 1,-1 35-1,230-35 17,-159 0-32,-71 0 31,89 0-31,-107 0 31,-105 0-31,53 0 16,-53 0-16,-35 0 15,70 0-15,-35 0 32,-35 0-17,52 0 1,-35 0 0,36 0-1,35 0 1,-89 0-1,36 0 79,0 0-94,-17 0 16,105-18-16,-36-17 31,1 17-15,-35-17-1,-18 18 1,-18 17 0,36-53-1,-1 0 1,-17 53-1,18 0-15,17-18 16,-35 0 0,-18 18-16,18-35 15,17 18 1,1-19 15,53-34-15,-89 70-16,53 0 15,-35-18-15,0-17 32,-18 17-17,0-17 1,-35 17 0,18-17-1,-18 0 1,35-18-1,-35 35-15,0-70 16,0 70-16,0-17 16,0-36-1,-17-17 17,17 18-17,0-36 1,0 18-1,17 17-15,-17 1 0,0 52 16,0 0 0,36-35-1,-36 18 1,0-35 0,0 34-1,0 19 1,0-1-1,0 0 1,-36-17 109,19 35-125,-1 0 16,-17 0-16,-18 0 15,35 0 1,-141-53 0,36 53-1,-71 0 1,-18 0-1,-52-53 1,-36 0 0,18 53-1,-1 0 1,-34 0 15,52 0-31,36 0 31,123 0-15,-35 0 0,53 0-1,0 0 1,35 0 0,-35 0-1,-1 0 1,36 0-16,-17-17 15,-89 17-15,53 0 16,-141 0 0,53-18-1,88 18 17,-17 0-32,17 0 31,36 0-16,-19-18 1,72 18-16,-18 0 16,-1 0 46,19 0-31,-1-35-31,0 35 16,-35-18 0,18-17 15,-18 18-31,-35-19 31,17 36-15,36-17-16,18 17 15,-1 0-15,0 0 32,1-36-17,-54 36 1,36-17 0,17 17-1</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6:04:52.12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7030A0"/>
    </inkml:brush>
  </inkml:definitions>
  <inkml:trace contextRef="#ctx0" brushRef="#br0">1517 16069 0</inkml:trace>
  <inkml:trace contextRef="#ctx0" brushRef="#br0" timeOffset="56211.9065">31344 8096 0</inkml:trace>
  <inkml:trace contextRef="#ctx0" brushRef="#br1" timeOffset="436234.2185">14640 8908 0,'18'0'78</inkml:trace>
  <inkml:trace contextRef="#ctx0" brushRef="#br1" timeOffset="457800.7486">5592 16775 0,'17'0'63,"1"0"-63,35 0 15,-18 0 1,36 0 0,-54 0-16,1 0 15,17 0 95,-17 0-110,17 0 15</inkml:trace>
  <inkml:trace contextRef="#ctx0" brushRef="#br1" timeOffset="502719.4847">10354 6914 0,'0'-17'94</inkml:trace>
  <inkml:trace contextRef="#ctx0" brushRef="#br1" timeOffset="688660.2855">22207 14041 0,'-53'70'16,"89"36"31,-36-71-31,53-17-1,-18 17 1,-17-17-1,17-18 1,0 0 0,-17-53-1,17 0 1,-17 0-16,-18 35 0</inkml:trace>
  <inkml:trace contextRef="#ctx0" brushRef="#br1" timeOffset="854296.2065">2258 8114 0,'0'18'78,"35"-1"-62,-35 36-16,0-18 0,18 89 31,-1 17-31,-17 18 31,0 17-15,0 36-1,0 35 1,0 17 0,0-17-1,0 71 1,0 52-1,0 18 1,0 106 0,0-247-16,36 282 15,-1-317 1,-35-36 0,0 71-1,0-18-15,0-123 31,53 18-15,-36-54 0,19 19-1,-19-37 1,-17-34-16,18 17 16,0-17-16,-18 0 15,0-1 1,0 19-1,0-19 1,0 1 15,0-1-31,35 19 16,-35 70 15,0-1-15,0-34-1,-18-71 79</inkml:trace>
  <inkml:trace contextRef="#ctx0" brushRef="#br1" timeOffset="856856.5085">2417 8096 0,'35'0'78,"35"0"-62,71-17 0,353-72-16,318 89 15,123 0 17,158 0-32,-387 0 31,-318 0-16,-141 0 1,-141-17 0,-1 17-1,19 0 1,-36 0 0,18 0-1,17 0 1,-52 0-1,-18 0 17,0 0-32,0 0 0,0 53 31,-18-53 47,0 0-78,0 0 16,36 0-1,105 0 1,-123 0 0,-17 0-1,-1 0 79,-17 0-78,17 0 15,-18 0 63,-17-18-79,36 18-15,-19 0 16,1 0 62,0 18-47,17-1-31,0 36 16,0-17-1,18 69 1,36 36 0,-54 53-1,35 71 1,-17 35 0,-53-159-16,71 229 31,-18-176-31,-18-17 0,18 158 15,0-53 17,-35-52-32,17-1 31,18-106-31,-53-17 31,35 53-31,18 17 31,-18-105-31,-17 52 16,-18-52-16,17-18 16,1 88-1,-18-71 1,18 36 0,-18-35-16,35 17 15,-35-35 1,18 0-16,17 17 31,-17 1-31,-18-36 31</inkml:trace>
  <inkml:trace contextRef="#ctx0" brushRef="#br1" timeOffset="858467.009">2681 14252 0,'35'35'94,"18"-35"-94,-17 0 0,52 18 16,71 17 15,105-35-16,54 0 1,281 0 0,89 0-1,-300 0-15,424 0 16,-424 0 0,-71 0-16,212 0 15,-246 0 1,-160 0-1,-88 0 1,18 0 0,-35 0-1,70 0 17,18 0-32,211 0 15,-105 0-15,0 0 16,105 0-16,-87 0 31,-177 0-15,-1 0 62,1 0-78,0 0 15,0 0-15,35 0 16,1 0 15,-54 0-15,-18 0 0,-17-35 171,0-18-187</inkml:trace>
  <inkml:trace contextRef="#ctx0" brushRef="#br1" timeOffset="859291.3722">9966 12471 0,'0'17'62,"0"36"-62,35 18 16,-35 17-1,0-17-15,18 70 16,17-36 0,-35-16-16,18 69 31,-18 19-31,0 34 31,0-69-31,0-19 16,35-35 15,-17 0-31,-18-17 31,35-71-31,-35 18 16,18-18 15,-18 17-31,35 1 16,-17 35 15,17-36-31</inkml:trace>
  <inkml:trace contextRef="#ctx0" brushRef="#br1" timeOffset="860771.0221">2452 11095 0,'17'0'78,"19"0"-62,-1 0-16,53 0 15,18-18-15,35 1 16,36 17 0,69 0-16,1 0 15,106 0 1,-35 0-16,105 0 15,-70 0-15,0 17 0,-71-17 0,176 0 16,-281 0 15,-36 0-31,176 0 16,-193 0-16,17 0 16,106 0-1,35 0 1,-17 0-1,-159 0 1,-1 0 0,-69 0-1,70 18 17,-1-1-17,195 1 1,53 17-1,-88-35 1,-71 0 0,-141 36-1,-36-36 63,18 0-62,-17 17 0,17-17-16,-17 0 15</inkml:trace>
  <inkml:trace contextRef="#ctx0" brushRef="#br1" timeOffset="862093.6426">5309 8343 0,'18'0'78,"0"53"-78,-1 0 0,36 88 31,-18 53-15,1 159-16,-19-106 0,-17-35 16,0-1-1,0-34-15,0 70 16,0 246-1,36 37 1,17-160 0,-36-52-1,1-89 1,17-35 0,0 106-1,1-89 1,-36 54-1,0-18 17,0-53-17,17-18 1,-17-105-16,36 88 16,-36-89-16,0 36 15,0 123 1,0-52-1,0-54 1,0-35 0,0-70-1</inkml:trace>
  <inkml:trace contextRef="#ctx0" brushRef="#br1" timeOffset="866308.9159">2575 8890 0,'36'0'47,"-19"0"-31,1 0-1,52 0-15,-17 0 16,18 0-1,-18 0 1,35 53 0,-53-35 15,-17 17-31,-18-18 16,35 72-1,-35-19 16,-70 18-31,17 1 16,-71-36 15,71-1-15,-17-34 0,70 17-1,35-35 79,18 0-94,0 0 16,35 0-16,159 0 31,-88-35-16,-36 0 1</inkml:trace>
  <inkml:trace contextRef="#ctx0" brushRef="#br1" timeOffset="867501.8256">4057 8908 0,'18'0'31,"17"0"157,-18 0-172,19-36-16,-1 36 15,18-17 1,0 17-1,0 0 1,0 0 0,17 53-1,-17 0 1,-53 17 0,0 18-1,-35 36 1,-71-36-1,53 18 17,53-89-32,-17-17 15,17 36-15,35-36 78,0 0-62,18 0-16,35-36 16,36 19-1,-71 17 1,-36 0-16,18-35 16</inkml:trace>
  <inkml:trace contextRef="#ctx0" brushRef="#br1" timeOffset="868635.962">3545 10178 0,'36'0'46,"-36"-53"-30,0 17 0,0-34-1,-36-18 1,36 70-16,-35-17 16,17 35-1,-34 0 1,-54 0-1,-18 0-15,36 53 32,-18 53-17,106-54 1,18 1 0,0-35-16,34 17 15,-34 1-15,17 16 0,-17-34 16,35 17-1,35-17 1,-17 35 15,52-106-15,-52 0 0,-36 18-16,0-53 15,-17 52-15,17 1 16,-35 53 93,-17 35-109,17 0 16,0-1-16,0 19 15,0 17 1,0-70 0,17 17 46,-17-17-62,0 17 31,18-35-31,-18 35 0,0 1 47</inkml:trace>
  <inkml:trace contextRef="#ctx0" brushRef="#br1" timeOffset="869293.8954">4339 10019 0,'0'35'47,"0"0"-47,0 71 16,18 18-1,35-54 1,-36-17 0,-17-18-1,36-17-15,-19-18 16,19 0-16,16 0 15,1 0-15,71-53 16,-54 0 0,-52 36-1,0-19 17,-18 1-32</inkml:trace>
  <inkml:trace contextRef="#ctx0" brushRef="#br1" timeOffset="869656.5107">4886 10248 0,'0'18'110,"0"17"-110,0 0 15,0 18-15,0 0 16,0 35 0,35 36-1,-17-18 1,0-71-16,-18 36 31,0-54-31,35 18 16,-53-35 62,18-17-62</inkml:trace>
  <inkml:trace contextRef="#ctx0" brushRef="#br1" timeOffset="872282.2332">3528 11712 0,'0'-35'156,"0"17"-140,0 1-16,35-36 16,53 35-1,36 0 1,-54 18 0,18 18-1,-35 0 16,-35 17-15,-18-17 0,0-1-16,0 19 0,0 52 15,0 106 1,-53-35-16,35 87 31,18-104-15,0-89-16,0-18 15,36-35-15,-19 0 16,1 0 15,0 0-15,17-53 0,-35-35-1,-18 35 1,1-18-16,-36 18 31,17 18-31,19 35 0,-1 0 31,1-53-15,-19 53 0,19 0 187,-36-35-203,17 0 15,36 17 1,-52-17 0,52 17-1</inkml:trace>
  <inkml:trace contextRef="#ctx0" brushRef="#br1" timeOffset="873006.1586">4710 11677 0,'-36'18'31,"36"34"-31,-35 37 31,70-1-15,1-35-1,16 17 1,-16-34 0,34-19-16,-17 19 15,-35-19-15,35 36 16,0 18 0,-53-1-1,35 1 1,-35-1 15,-35 1-31,-18-18 31,-35 0-15,70-53 46,-17 0-30,17-36-32</inkml:trace>
  <inkml:trace contextRef="#ctx0" brushRef="#br1" timeOffset="873528.734">4851 11712 0,'17'0'62,"1"0"-46,17 0-16,18 0 16,0 0-1,35 0-15,0 0 31</inkml:trace>
  <inkml:trace contextRef="#ctx0" brushRef="#br1" timeOffset="874255.719">4004 13229 0,'-71'88'32,"-17"1"-17,53 16 1,35 19 0,35-71-1,71-18 1,18-35-1,-72-53 1,19-53 0,-36 36-1,-52-54 1,-54 1 0,-35 17 15,89 71-31,-19 17 15,19 18-15</inkml:trace>
  <inkml:trace contextRef="#ctx0" brushRef="#br1" timeOffset="874740.5461">4868 13088 0,'36'35'31,"-36"1"-15,17 69 0,19 195-16,-19-194 15,1 53 1,-18-36 0,53-17-16,-71-123 78</inkml:trace>
  <inkml:trace contextRef="#ctx0" brushRef="#br1" timeOffset="877534.6375">5927 8908 0,'17'0'390,"1"0"-390,17 0 32,18 0-32,-18 0 15,54 0 1,52 0-1,-18-18 17,-88 36 93,-35 17-125,0 35 15,0 160 1,0 17 0,36-124-1,-36-88 1</inkml:trace>
  <inkml:trace contextRef="#ctx0" brushRef="#br1" timeOffset="879086.217">8202 8837 0,'35'0'109,"1"35"-77,-36-17-32,17 17 15,-17 18 1,0 18-16,-70 52 31,52-88-31,-52 18 16,52-17-16,-17-19 0,17-17 15,53 0 126,18 0-141,-35 0 16,17 0-1,18 18 1,-53 0-16,35 70 31,-17-35-15,-18 17-1,0-17-15,-53 35 16,-18-35-16,36 0 16,-35 0-1,-19-53 1,54 0-1,35 18 17</inkml:trace>
  <inkml:trace contextRef="#ctx0" brushRef="#br1" timeOffset="880878.1579">7056 10283 0,'17'0'140,"18"0"-93,-17 0-16,-18-17-15,0-18 0,35 17-1,-52-17 16,-1 35-15,-17-18-16,0 18 16,-54 0-1,1 0 1,53 71 15,0 70-31,35 17 31,53-52-15,52 0 0,-87-71-1,17-35 1,18 0 0,53-70-1,-88 17 1,-18 35-16,0-17 15,-53-18-15,53 35 16,-36-35-16,-52-52 16,0 69-1,18 19 1,17 17 0</inkml:trace>
  <inkml:trace contextRef="#ctx0" brushRef="#br1" timeOffset="881529.074">8149 10178 0,'18'0'31,"17"35"-15,36 229 0,-71-193-1,17 35-15,-17-36 16,36-52-16,-54-18 78</inkml:trace>
  <inkml:trace contextRef="#ctx0" brushRef="#br1" timeOffset="885314.4462">6967 12136 0,'18'0'78,"35"0"-78,0-53 16,17 35-16,1 18 31,-18 0-15,35 53-1,-35 53-15,-53-18 32,-18-35-17,-88 53 1,36-89-16,-1 36 16,36-53-1,53 0 63,35 0-62,-18 0 0,159 0-1,0-70 1,-18 52-1,-87-35 1</inkml:trace>
  <inkml:trace contextRef="#ctx0" brushRef="#br1" timeOffset="886222.599">8361 11924 0,'0'18'47,"0"17"-31,17 0-16,-17 36 31,36 52-31,17-70 31,-36-18-15,1-35-1,70 18-15,-17-36 32,-18-35-17,-53 0-15,17 36 16,-17-1-1,0 1-15,0-36 16,36 53 109,-36 35-125,0 18 16,35 35-1,0 141 1,0 36 0,-17-71-1,17-141-15,-17-18 16,-18-17-16,35-18 0,-52 0 109,-1 0-93,18-36-1,-35 19-15,35-1 16</inkml:trace>
  <inkml:trace contextRef="#ctx0" brushRef="#br1" timeOffset="889198.3168">7108 13635 0,'18'0'78,"0"0"-63,35 0 1,0 0-16,-36 0 0,36 0 31,35 35-15,-52-17-16,-19 17 16,19 0-16,-19-17 15,18 70 1,-17 18-1,-18-18 1,0-53 0,-35 18-1,-71-17 1,106-19 31,35-17 15,18 0-62,18 0 16,-18 0 0,52 0-16,160-70 15,-194 70-15,34 0 16,-52-36-1</inkml:trace>
  <inkml:trace contextRef="#ctx0" brushRef="#br1" timeOffset="890326.928">9013 13511 0,'0'-35'62,"-17"35"-15,-1 0-31,-35 0-16,53 18 15,-106 17 1,106-17-16,0-1 15,0 36-15,-35-18 16,35-17-16,0 70 16,0-35 15,0 35-15,0-17-1,0-36-15,0 36 31,18-36-15,17-17 0,-17-18-1,17 35 1,18-35 0,-35 0-1,-1 0 1,1 0-1,17-18-15,-35 1 32,0-19-17,0 19-15,0-18 32,0 17-17,0-17 1,0-1-16,-35 36 31,17-17-15,1-19-1,-19 36 1,-17-17 0,36 17-1,17-18 1,-36 18-1</inkml:trace>
  <inkml:trace contextRef="#ctx0" brushRef="#br1" timeOffset="891854.4143">4057 13952 0,'18'0'31,"-18"36"-15,0 17-1,0 17-15,0 36 32,0-18-17,-36 53 1,-17-17 0,-17 70-1,17-106-15,0 0 0,35 0 31,1-17-31,-54 105 16,36 1 0,35-142-1,0-53 79</inkml:trace>
  <inkml:trace contextRef="#ctx0" brushRef="#br1" timeOffset="893700.1822">4110 14041 0,'-18'17'31,"1"1"-31,-72 70 15,36-35 1,36 17 0,-36-17-1,-35 0 1,123 0 0,-17-53 93,17 0-78,35-35-31,1 17 16,0-17-1,-36-18 1,18 0 0,-53 36-1,0-19 1,53 19 0,-53-19-1,0 19 1,0-1-1,0 36 329,53 35-344,-53-18 0,17 35 31,19 36-15,-1 0 0,18 0-1,-36-35 1,-34-89 156</inkml:trace>
  <inkml:trace contextRef="#ctx0" brushRef="#br1" timeOffset="899431.6654">10283 8061 0,'18'-18'125,"17"1"-125,71-107 16,53 1-16,352-195 15,371 18 17,371 106-17,-18 212 1,334 194 0,-1057-71-1,-459-88 1,-36-36 15</inkml:trace>
  <inkml:trace contextRef="#ctx0" brushRef="#br1" timeOffset="900172.496">16457 7056 0,'53'0'63,"0"70"-63,17-35 15,-17 18-15,53 71 32,-35-1-32,-71-70 0,0 71 31,-18-71-31,18-1 0,-123 54 31,17-53-15,-18-18-1,89-35 1,0-17 47,35-1-48</inkml:trace>
  <inkml:trace contextRef="#ctx0" brushRef="#br1" timeOffset="901894.8524">12524 7955 0,'35'35'47,"-17"-17"-47,-18 17 0,17 36 16,1 105-1,-18 54 1,17-178 0,36-16 15,-88-54 47,17-35-78,18 0 0,0-17 31,-52-54-15,52 89 0,-18-18-1,-17 0 1,35 18 31,0 17-32,17 18 32,1 0-16,17 0-15,36 0 0,-36 71-16,18-1 15,0-17-15,-36 0 16,36 35 0,-17-52-1,-19-54 63,-17 0-62,36-35 0,34-141-16,18 18 31,18 53-31,-106 105 31,0-17-15,-17 35-1,17 17 17,0 36-17,0 71 1,0-18-1,0-36-15,17 1 16,18-18-16,-35-1 0,36 19 16,-19-18-1,19-18 1,-54-35 93,-35 0-93</inkml:trace>
  <inkml:trace contextRef="#ctx0" brushRef="#br1" timeOffset="902788.2107">13899 8202 0,'0'0'0,"-35"0"0,-71 0 16,53 18-1,-17 35 1,35 17 0,17 1-1,-17-18-15,70 70 31,0-52-31,36-18 16,-36-36 0,18 19-1,0-1 1,-18-35-16,89-18 31,-71-52-31,-36 17 16,36 0-16,-53 35 15,18-17-15,-36-36 16,-52-17 0,34 88-1,19 0 1,17 35 31,53 1-16,-53-19-31,52 19 0,1-19 31,-17 18-31,-1-17 32,-17-18-17,17 0 1,-18 0-1,19 0 32,-19 0-31,54 0-16</inkml:trace>
  <inkml:trace contextRef="#ctx0" brushRef="#br1" timeOffset="903214.9958">14693 8220 0,'-35'0'32,"-18"35"-1,35 18-31,-35 70 15,36-87-15,17-1 0,0 18 32,17-18-32,-34-53 93,-1 1-93,1-36 0</inkml:trace>
  <inkml:trace contextRef="#ctx0" brushRef="#br1" timeOffset="903621.5211">14270 8096 0,'17'0'62,"54"36"-62,-36-1 16,54 53-1,87 53 1,71 0 0,-124-35-1,-70-53 1,-70-53 78,-1 0-94</inkml:trace>
  <inkml:trace contextRef="#ctx0" brushRef="#br1" timeOffset="904191.554">13159 9578 0,'17'0'16,"36"53"-16,-35 17 0,35 1 16,0 123-16,0 106 15,-18-36 1,0-52 15,0-159-15,-35-71 62</inkml:trace>
  <inkml:trace contextRef="#ctx0" brushRef="#br1" timeOffset="904825.8009">13370 9543 0,'0'0'0,"53"0"16,0-36-1,0 36 1,70 0 0,-34 18 15,-1 53-15,-88-19-16,0-34 15,18 17-15,-18 18 0,0-17 16,-71 34-1,-53 18 1,-70 1 0,36-72-1,140-17 1</inkml:trace>
  <inkml:trace contextRef="#ctx0" brushRef="#br1" timeOffset="905407.4742">13811 10001 0,'0'0'0,"0"36"0,0 16 31,0 54-15,0-35-16,0-18 0,18-18 15,17 18-15,18-35 16,-53 17 0,35-35 15,18 0-31,-35 0 15,70-35 1,-17-54 0,-71 36-16,0 36 15,-18-36-15,-53-18 0,19 18 16,-1 1 0,0 16-1,35 36 1,-17-17-1</inkml:trace>
  <inkml:trace contextRef="#ctx0" brushRef="#br1" timeOffset="905862.7989">14217 9984 0,'0'0'0,"0"35"16,18 88-1,-1-34-15,36-19 32,-18-35-17,-17-35 1,17 0-16,36-17 31,-18-54-31,-53-17 31,0 17-15,-53 19 0,18-1-1,17 53-15,18-36 16,-35 36 15,17 0-15</inkml:trace>
  <inkml:trace contextRef="#ctx0" brushRef="#br1" timeOffset="906340.2756">14658 9631 0,'0'35'63,"18"18"-63,-18 18 0,17-1 15,18 159 16,-17-87-31,17-37 32,-35-87-32,18 17 15</inkml:trace>
  <inkml:trace contextRef="#ctx0" brushRef="#br1" timeOffset="906752.1462">15099 10019 0,'0'35'47,"0"36"-47,0-1 15,18-17 1,17-18-16,-35 36 31,17-71-31</inkml:trace>
  <inkml:trace contextRef="#ctx0" brushRef="#br1" timeOffset="906989.7183">14852 9437 0</inkml:trace>
  <inkml:trace contextRef="#ctx0" brushRef="#br1" timeOffset="907748.4623">15416 9895 0,'18'0'15,"-18"53"-15,18 18 16,17-53-16,0 34 15,-35-16-15,18 52 16,-1 0 0,-17-70-1,36-18 17,-36-53-1,0 18-16,0-18 1,0 0-16,0 35 16,0-88-1,0 71-15,0 17 0,35-17 32,-17 35-17,17 0 1,-17 0-1,52 35 1,1 71 0,-1-18-1,-70-17-15,0-18 16,36-36 0,-36 19-16,-18-36 62,0 0-46,18-18-16</inkml:trace>
  <inkml:trace contextRef="#ctx0" brushRef="#br1" timeOffset="908635.1452">16263 9790 0,'0'0'15,"-71"0"-15,-17 0 16,35 70 0,36 54-1,17-36 1,53-35 0,0 17-16,17 1 15,-35-18 1,1-18 15,70-70-15,-36-71-1,-52 53-15,-18 18 32,0 52 30,0 1-62,0 17 16,17 89-1,1 70 1,35 70 0,-35-17-1,-1-17 16,18-160-31,-17-35 32,-18-17-32,-18-18 31,1 0-31,-18 0 16,17 0-16,-17 0 0,-18-35 15,0-36-15,0-105 31,0-142-15,53 142 0,88-36-1,-53 159-15</inkml:trace>
  <inkml:trace contextRef="#ctx0" brushRef="#br1" timeOffset="916345.8614">13547 12647 0,'17'0'62,"36"0"-46,-18 0-16,1 0 16,17 18-16,0 17 0,17 18 31,-35-18-31,18 18 15,-35 35 1,53-17 0,-71-1-1,-18 36 1,-17-35 0,-54-1-1,72-34-15,-36-19 16,53 1-1,0 0 17,0-1 30,0 1-62,53-18 0,53 0 31,123-35-15,71-36 0,35 71-1,-265 0-15</inkml:trace>
  <inkml:trace contextRef="#ctx0" brushRef="#br1" timeOffset="916793.7063">15540 12841 0,'-18'0'31,"1"71"-31,-72 70 31,19 18-31,-36-18 16,71-71-16,-1-35 15,36 18 1,-17-53 47</inkml:trace>
  <inkml:trace contextRef="#ctx0" brushRef="#br1" timeOffset="917265.1577">15117 13017 0,'17'0'31,"18"53"-15,18 0-16,18 53 31,-1-53-31,-17-18 0,-17 1 0,34 34 16,-52-52-16,17 17 31</inkml:trace>
  <inkml:trace contextRef="#ctx0" brushRef="#br1" timeOffset="918244.7732">16034 12753 0,'17'0'31,"1"0"-15,-18-18-16,35 18 15,18 0 1,35 0 15,-35 36-15,0 69-1,-17-16 1,-1-1 0,-53 88-1,-17-70 1,-53 17-1,70-70 1,-17-17 0,52-36 93,1 0-109,17 0 16,18 0-1,53 0 1,35-18 0,71 18-1,-18 0 1,-18-18-1,-140 18-15,34 0 16,-35 0-16</inkml:trace>
  <inkml:trace contextRef="#ctx0" brushRef="#br1" timeOffset="924498.7573">11218 12753 0,'89'18'31,"-37"140"-16,-16-17-15,-19 159 16,-17-88 15,0-106-15,0-71 0,0-53 62,0 1-63</inkml:trace>
  <inkml:trace contextRef="#ctx0" brushRef="#br1" timeOffset="925007.5889">11307 12806 0,'88'0'47,"-53"0"-31,53 0 0,18 0-1,-53 0-15,17 0 16,-17 0-16,0 0 0,-35 0 15</inkml:trace>
  <inkml:trace contextRef="#ctx0" brushRef="#br1" timeOffset="925462.4193">11536 13194 0,'35'0'32,"36"0"-32,140 0 31,36-35-31,-35-1 31,-177 36-15</inkml:trace>
  <inkml:trace contextRef="#ctx0" brushRef="#br1" timeOffset="925903.4697">12665 13388 0,'53'0'47,"-18"0"-47,0 0 15,18 0-15,71 0 16,-72 0 0,1 0-1,-17 0 1</inkml:trace>
  <inkml:trace contextRef="#ctx0" brushRef="#br1" timeOffset="926276.7503">12700 13600 0,'18'0'31,"-1"0"-15,54 0-1,35-18 1,-36 0 0,-35 18-1</inkml:trace>
  <inkml:trace contextRef="#ctx0" brushRef="#br1" timeOffset="927081.9684">11977 14129 0,'-35'0'47,"-36"0"-32,-35 35 1,36 0-1,70-17 1,0 17 0,35 18-16,18 0 31,-36-18-31,19 1 16,34 34-1,-70-52-15,36 17 16,34 71-1,-70-53 1,0 35 15,-88 35-15,17-87 0,-35-1-1,36-35 1,35 0-16</inkml:trace>
  <inkml:trace contextRef="#ctx0" brushRef="#br1" timeOffset="927665.217">12947 14499 0,'18'0'47,"-18"-17"-47,52 17 16,72-36-1,-36 36 1,-35-35-1</inkml:trace>
  <inkml:trace contextRef="#ctx0" brushRef="#br1" timeOffset="928138.2327">12982 14746 0,'18'0'31,"-1"0"0,36-35-15,53-18-1,-53-18 1,-18 71 0,18 0 62,-17-53-78</inkml:trace>
  <inkml:trace contextRef="#ctx0" brushRef="#br1" timeOffset="929007.5531">13847 14287 0,'0'0'0,"52"0"15,37 0 1,-36 0 0,-18-35-16,71 18 15,-53 17-15,-36 35 63,-17 0-48,18 0-15,-18 1 16,0 52 0,-18 35-1,-35-52 1,-17-18 0,-1 0-1,18-53-15,36 17 16,-19-17-16,54 0 94,17 0-94,36 0 15,35 0 1,141 0-1,-142-17 1,-87-1 0,0 18 46</inkml:trace>
  <inkml:trace contextRef="#ctx0" brushRef="#br0" timeOffset="943002.4061">2064 8096 0,'17'0'141,"1"-35"-125,17 35-16,18 0 15,18-18 1,17 18 0,-35 0-16,0 0 31,-18 0-16,0 0-15,36 0 16,-36 0 0,36 0-16,52 0 15,-88 0 17,-17 0-32,0 0 46,17 0-46,18 0 32,0-35-32,17 17 31,36 18-31,-18-35 31,-35 17-15,53-17-1,-53 35-15,0 0 16,0 0-16,-35-17 16,17 17-16,18 0 15,53 0 1,-18 0 0,123 52-1,36-52 1,18 18 15,-89-18-15,-140 0-16,-1 35 125,-17-35-125,17 0 15,18 53 1,0-53 0,0 18 15,-18-18-16,-17 0 64,17 35-79,-18-35 15,72 0 1,-19 18-1,-35-18 48,-35 35-16,0-17 0,0 17-47,18 18 15,17 0 1,-35 0 0,18 35-1,-18-53 1,18 36-1,-18-18 1,17 0-16,19-18 16,-36 0-16,0 18 0,17-35 15,19 88 1,-36-53 0,0-18 15,0 18-16,0 0 1,35 0 0,-18-18-16,-17 53 15,18-35-15,-18 0 16,18 35 0,-18-17-1,0 52 1,0-70-1,0 53 1,0-71 0,0 18-16,0 0 15,0-18-15,0-17 16,0 35-16,0 70 16,0-35-1,0-17 1,-36-53 15,36 17-15,0 35-16,0-34 0,0-19 15,0 19 1,0-19-16,0 19 47,0-1-16,0-17-15,0 17-1,0-18 17,0 19-17,0-19 1,0 54-1,0-18 1,-17 53 0,-18-53-1,17-53 95,-17 0-110,17 0 15,-17 0 1,-18 17-16,-53-17 16,-18 0 15,54 53-31,17-53 15,35 0 17,18 35-1,-35-35-31,-88 18 31,52 17-31,-35-35 31,53 18-15,36-18 0,-36 0-16,17 0 15,19 0 1,-71 0 0,-1 0-1,-16 18 1,-19 17-1,36-17 1,53-18 15,-18 0 32,35 0-48,-17 0-15,-36 0 16,-35-18 0,18-35-1,18 53-15,17-18 16,0-17-16,18 35 16,-18 0-16,35-18 31,-17 18 16,-1 0-32,-52-17 1,-18-1 0,54 18-16,-72 0 15,89 0-15,17 0 16,0 0 78,1 0-79,-18 0 1,-18-35-16,-71 35 31,18-18-31,53 18 16,18-17-1,35-54 204,18 18-219,-18 0 16,0 0-1,0 0 1,35-52 0,-35 52-1,0 17-15,0-52 16,0 70-16,0-34 15,-53-1 1,53 0 0,0-35-1,0 17 1,0 18-16,0-17 16,0 52-1,0-35-15,0-35 16,0 35-1,-17 0 17,17 18-32,0 17 31,0-70-31,0 70 31,-18-17-31,18 0 0,0 17 31,0-35-15,0-35 0,0 53-1,0-18 1,0 0 0,0 17-1,0 19 1,0-18-1,0-1 1,0-17 15,0 18-31,0-18 32,0 0-32,0 18 31,0 17-31,-35-35 0,35 1 15,0 16 1,0-17-16,0 0 31,0 0-15,0 18 0,0-18-1,0 18-15,0 17 16,0 1-1,-36 17 1,36-18 0,0-17-1,-35 35 95,17-35-110,18 17 31,0-35 47,0 0-62,-35 53-16,35-35 468,0 17-452,-18-17 0,18 17-1</inkml:trace>
  <inkml:trace contextRef="#ctx0" brushRef="#br0" timeOffset="945210.7836">3775 10019 0,'0'-35'15,"17"35"1,19 0 0,-36-18 46,0-17-46,-18 17-1,18 0 1,-18 1 0,18-19-1,-35 36 1,17-35-1,-17 35 1,-18-53 0,0 36-1,-35-19 1,35 36 0,-70-17-1,87 17 16,19 0-15,-36 0 0,-35 0-1,0 0 1,35 35 0,0 0 30,35 1-46,-35-1 16,18 18 0,17-36-1,18 19-15,0-19 16,0 1 0,0 0-1,0 17-15,18 18 31,17 35-31,-17 0 32,17-35-17,-17-18-15,17 18 32,-17-35-32,17 17 15,-35 18 1,35-35-1,18-1 1,-53 19 0,35 17-1,18 0 1,-35-36 0,35-17-1,-18 35 16,36-35-15,-18 0 0,17-52-1,18 16 1,1-34 0,-1 17-1,-71 35 1,-17-17-1,0 0 1,18 17-16,-18-35 16,0 0-16,0 18 15,18 17 1,-18-35 0,0 0 15,-36 18-31,36 0 31,0 17-15,-17 1 62</inkml:trace>
  <inkml:trace contextRef="#ctx0" brushRef="#br0" timeOffset="947387.02">22542 8837 0,'0'-18'0,"18"18"32,-18-35 46,0 18-78,-35 17 15,17-36 1,-70 19 0,35-19-1,35 36 16,-17 0-31,18 0 16,-19 18 15,-52 35-31,88 17 32,-35-34-17,17 17 1,18 0-1,0-36 1,0 18 0,0-17 15,35-18 63,18 0-79,-17 0-15,-1 0 16,0 0 0,36-53-1,-54 36 1,-17-19 15,0 19-15,36-36-1,-36 17 1,0 19 0,17 17 202,19 0-218,-36 35 0,17-17 16,-17 35 0,0 35-1,35-35-15,-35 70 16,0-70-1,0 0-15,0 71 16,0-19 0,18-34 15,-18-18-31,35-18 31,-17 0-31,-18-52 188</inkml:trace>
  <inkml:trace contextRef="#ctx0" brushRef="#br2" timeOffset="956762.7196">4533 9031 0</inkml:trace>
  <inkml:trace contextRef="#ctx0" brushRef="#br2" timeOffset="961781.6584">5397 7937 0,'0'18'78,"0"53"-78,53-18 0,-53-36 15,0 54 1,0-36-16,53 71 16,-53-88-1,0 34 1,0-16-1,0 17 1,53 17 0,-53 1-1,0-36 1,0 36-16,18-18 16,-18-18-1,35 35-15,-35-34 16,0-19-1,0 19 1,0-1 0,0 0 15,0 36-31,18-36 31,-18 18-15,-18 17-1,-17 19 1,35-19 0,-18-35-1,-35-35 1,0 53 0,53 0-16,0-17 15,0 16 1,0-16-16,-53 17 15,53 0 1,0-18 15,0 18-31,-35 0 32,35-18-32,0 18 0,0 0 15,-35-36 1,17 72-1,18-19 1,-53 36 0,53-71-1,-35 71 1,35 0 0,0-71-1,0-17-15,0 17 16,18-17-16,17 17 47,-35-17-47,18 17 31,17-35 0,-17 35 0,17-35 48,18 0-48,0 0-31,17 18 15,18 17 1,36-17 0,-18-1-1,-36-17 17,-17 0-32,-18 0 0,1 0 31,17 0-31,-36 0 0,89 18 31,18-18-15,-36 35-1,0-35-15,0 0 32,89 18-17,-107-18 1,-35 0-1,-17 0 32,0 0-47,88 0 16,-18 0 15,-35 0-31,123 0 16,-123 0-16,18 0 0,-36 0 15,-18 0 64,1-18-79,17 1 15,36 17 1,-18 0-16,0 0 15,0 0-15,17 0 16,-17 0-16,53 0 16,-71 0 62,-17 0-78,35 35 15,53-35 1,88 53 0,-71-35-1,-88-18 63,-35 17-62,36-17 62,-1 0-78,-17 0 16,35 18-16,52-18 31,19 0-15,-107 0-1,36 0 48,0 0-63,-17 0 15,-19 0-15,1 0 16,17 0-16,-35-18 94,35-17-79,-35 17 17,18-17-32,-18 17 31,0-17-31,0 0 47,0 17-32,35-17-15,-35 17 32,0-17-32,0 0 15,0-18 17,18-18-32,-18 1 31,0-36-16,0 0 1,0 35-16,0 19 16,0 34-16,0-35 15,0-35 1,0 35-16,0-18 16,0 18-16,0 18 15,0-18 1,0-35-1,0-35 1,0 70 0,0 0-16,0-71 15,0 89 1,0-18-16,0-18 31,0-17-31,0 18 31,0-18-31,0 35 32,-35-36-17,17-16 1,-17 34 0,17-17-1,18 35 1,-35-18-1,35 36 1,-18 0 0,18-18-1,0 18-15,-35-36 16,35 36 0,0 17-16,-18-17 15,-17 0 1,35 17 15,-35-17 0,17 17-15,-17-17 0,-18-18-1,0 35 1,0-17-1,-17 17 1,-1 18 0,-70 0-1,70 0-15,18 0 16,-17 0-16,17 0 16,35 0-16,-35 18 15,-70-18 1,-89 0-1,36 0 1,-18 0 15,35 0-15,53 0 0,36 0-1,34 0-15,19 0 16,-19 0-1,-16 0 1,-19 0-16,-52 0 16,-124 0-1,88 0 1,88 0 0,18 0-1,0 0 48,1 0-63,16 0 15,-70 35 1,53-17 0,-35-18-1,71 0 1,17 35 62,-36-35-62,1 18-16,17-18 0,1 0 15,-1 0 16,-35 35-15,0-17-16,-141 17 31,106 0-31,53-35 32</inkml:trace>
  <inkml:trace contextRef="#ctx0" brushRef="#br2" timeOffset="963632.2434">6738 8784 0,'18'0'31,"-18"-35"1,0 17-17,0 1 1,0-1 15,-36 18-15,19 0-1,-19 0-15,19 0 16,-71 0 0,17-35 15,18 35-15,0 0-1,36 0 1,-19 0-16,19 17 15,-19-17-15,19 18 16,-36 17 0,18 18-1,-1-53 1,19 18 0,-19-1-1,36 1 1,-53 70-1,53-52 1,0 16 0,0-16-1,0-1 1,0 0 15,36 18-31,-36-18 16,35-17-1,-17 53-15,17-36 0,-17 18 16,17-18 0,-17-17-1,34 35 1,-16-18 0,17 0-1,-53 36 1,35-54-1,-17 1 1,17 17 15,18-17-15,-18-18 0,18 0-1,17 0 1,19 0-1,-19-53 1,-17 0 0,-53 0-16,35 0 15,-17 18-15,-18 0 16,35-36 0,-35-52-1,-17 35 1,-1 35-1,-17 0 1,17-18 0,-17 1 15,35 34-31,-53-17 31,35 36-15,18-18-1,-35 35-15</inkml:trace>
  <inkml:trace contextRef="#ctx0" brushRef="#br2" timeOffset="966203.2101">24447 8696 0,'36'0'110,"-19"0"-95,36 0 1,0 0-16,88 0 31,18 0-31,-106 0 31,0 0-15,-35 0 62,-1 0-78,18 0 16,-35 53 109,0 0-110,0-18 1,-17 0-16,17 36 0,-18 35 31,18-36-15,0 36-1,0-18 1,0-70 0,0 17-1,18-17 17,-1 17-17,-17 0 1,71 54-1,-71-54 95</inkml:trace>
  <inkml:trace contextRef="#ctx0" brushRef="#br2" timeOffset="967045.8775">24818 9102 0,'18'0'47,"17"0"-16,53 0-15,-35-18-16,106 0 15,-36 18 1,1 0 0,-107 0 15,19-17-16,-19 17 1,18 0 0,-17 0-1</inkml:trace>
  <inkml:trace contextRef="#ctx0" brushRef="#br3" timeOffset="985229.6371">5574 11095 0,'35'17'187,"-35"1"-171,35 17-16,1 1 0,-19 34 31,54 36-31,-71-18 31,53 0-15,-53-35-16,0 71 16,0-71-1,0-36-15,17 36 16,-17 18 0,0-1-1,0 19 1,0 34 15,0-105-31,0 17 0,0 0 16,36 36-1,-36-36-15,0 36 32,0 17-32,0-18 31,-18 1-16,18 17 1,0 18 0,0-53-1,0 0 1,0 0 0,0 17-1,0 1 16,0-1-31,0-17 16,0-35 0,0 17-1,0 1-15,0-19 16,0 36 0,18-18-1,-18 1 1,0-19-1,35 36 1,-35 18 0,0-36-1,0 18 1,0 18 0,0-36-1,0 53 1,0-35-1,0 17 17,0-34-32,0-19 15,0 1 1,35-18 0,-17 53-1,0-53 16,17 35 32,-18-35-32,19 0-15,17 0-1,0 0 1,-36 0 0,54-17-1,-36 17-15,53-18 16,-17 18-16,-18 0 16,53 0-1,35 0 1,17 0-1,54 0 1,-18 0 0,-70 0-1,-19-35 1,-52 35-16,0 0 16,71 35-16,-71-17 15,35-1 1,0-17-1,-17 18 17,-54-18 15,19 0-47,34 0 15,106 35-15,54-17 31,-142-1-15,-35-17 0,-18 18-1,-17-18 1,35 35 15,35-35-15,0 0-1,53 0 17,53 18-17,-88-18-15,0 0 32,-88 0-17,17 0 1,-18 0 15,19 0-31,34 0 31,18 0-15,-52 0 0,-36-18 46,0-17-62,0-18 16,35 18-1,-35 17 1,0-35-16,0 0 31,-18 18-15,18-53-1,0 17-15,0 18 16,0 36-16,0-36 16,18-18-1,17-17 1,-17-18 0,17 71-1,-52-88 1,17 52-1,0-88 17,0 36-32,0 17 15,0-18 17,35 36-17,-17 18 1,-18 34-16,0-16 31,0 34-31,-53-35 16,53 0-1,-36 18-15,19-18 16,-19-18 0,19 18-1,-19 0 1,19-35-1,17 53 1,-53-106 0,18 17-1,17 19 1,-35 16 15,35-16-15,18 52-1,-35 0 1,35 17-16,0 19 16,0-18-16,-17 35 31,17-18-15,-18 18-1,-53-35 16,18-18-31,1 35 16,-19 18 0,-17 0-1,17-35-15,18 35 0,-17 0 16,-1 0-16,-176 0 31,36 0-15,-19 0-1,19 0 1,17 0 0,70 0-1,54 0 1,-54 0 0,89 0-16,-18 0 15,35 0 1,-17 0-16,-141 0 15,-160 0 1,89 0 15,106 0-31,88 0 32,36 0-17,-18 0 1,-18 0-16,-18 0 15,18 17-15,-17 19 16,-72-19 0,37 1-1</inkml:trace>
  <inkml:trace contextRef="#ctx0" brushRef="#br3" timeOffset="986811.6778">9507 13829 0,'0'-35'109,"-17"35"-93,17-18-1,-18 18-15,18-35 16,-53 35-1,18-36-15,17 36 16,-35-17 0,36 17-1,-54-36 1,36 36 0,-89 0-1,36 0 1,-18-35-1,89 35-15,-19-17 16,-34 17 0,52 0 31,-35 0-32,0 0 1,-35 35-16,18-18 15,-19 19 1,72-36-16,17 17 16,-35 19-1,35-19 1,0 54 0,0 17-1,35 18 1,18-53-1,-36-18-15,19-17 16,-19 17-16,19-35 16,16 35-16,1 18 15,-35-18 1,17 1 0,18-19 15,0 54-16,18-71-15,52 0 32,-52-18-32,-1-17 31,18-53-15,-52 35-16,34-18 15,-70 18-15,18 18 16,-18 18-16,0-36 15,0 17-15,-35 1 32,17 0-1,-17 17 0</inkml:trace>
  <inkml:trace contextRef="#ctx0" brushRef="#br3" timeOffset="988966.5159">25629 10971 0,'-17'0'47,"-1"0"0,0 0-32,1 0 1,-19 0-16,-16 0 15,-72 0 1,54 106 0,-54-53-1,71 0 1,53-35 0,0 70-1,-35-35 1,35 0 15,0 0-15,0 35-1,0-71 1,35 36 0,18 36-1,-18-37 1,-17-34-16,17 17 15,-17 1-15,17-19 32,-35 19-17,18-19-15,17-17 16,36 53 0,17-53-1,-71 0 1,19 0-1,-19-35 17,-17 17-17,0-17 1,0 0-16,0 17 16,0-17-1,0 17-15,-35-17 16,17 17-1,-17-17 17,18 17-17,-19 18 1,19-35 0,-19 35-1,19 0 95,-19 0-95,1 0-15,18 0 16</inkml:trace>
  <inkml:trace contextRef="#ctx0" brushRef="#br3" timeOffset="993395.6883">5221 11342 0,'-35'0'63,"-18"0"-48,0 0 1,-141 0-1,53 0 1,0 0-16,-124-18 16,124 18-16,70 0 15,-105 0 1,35 0 0,18 0-1,17 0 1,-71 0-1,71 0 1,71 0 0,18 0-1,-19 0 63,-17 0-78,36 0 16,-71 18 0,35-18-1,17 35 1,36 0 0,-35 54-1,-53-1 1,35 88-1,53-70 1,-35-53 0,35 53-1,0-18 1,0 18 15,0 0-15,0-71-16,0 53 15,-18-17-15,18-36 16,0 71 0,-53-18-1,53-18-15,0 19 32,0-19-17,-18 54 1,-17-18-1,-18-36-15,53-17 16,-35 0-16,35-18 0,-35 36 16,35-1-1,0-52 1,0 35 15,0 0-15,17 17-16,-17-34 15,0-1 1,18-35-16,17 35 16,-17-17 15,0-1 0,17 19-31,0-1 16,-17 18-1,35 0 1,-18-53-16,35 106 16,-52-89-1,35 19 1,-35-19-16,35 18 16,52 1-1,19 17 1,-89-18-16,124-17 15,-106 35 1,-18-53 0,71 52-16,-18-16 31,-17-36-31,35 17 31,17 1-15,-35 35-1,36-35 1,-107-18-16,19 0 16,-1 0-16,-17 0 15,17 0-15,88 35 16,-70-35 0,35 0-1,-17 0 1,17 0-1,89 17 1,-107-17 15,-17 0-15,53-17 0,-71-18-1,53 35 1,-35-18-1,0-17 1,-18 17 0,-17-17-16,53-18 15,-36 35 1,0 18-16,18-53 16,0 18-1,-18 0 16,36-18-31,-1 35 32,-34-17-32,-19-18 15,19 35-15,-36-17 16,35-36 0,-18-52-1,1 35 1,35 17-1,-53-35 1,0-52 0,0-36-1,0 123-15,0-35 16,18 18-16,-1 17 16,19-193-1,-19 158-15,-17-17 16,53-107-1,-35 160-15,-18-124 32,35 0-32,-35 17 31,18 54-15,-1 17-1,-17 18 1,0 35-1,-35 0 1,0 18-16,0-18 16,35 35-1,-18-17 1</inkml:trace>
  <inkml:trace contextRef="#ctx0" brushRef="#br3" timeOffset="994697.5122">4410 11553 0,'0'-17'46,"-18"17"-30,-17-35-16,-53 35 31,-18-18-31,18 18 32,35 0-32,35 0 15,-17 0 1,-89 53 15,36-36-15,0 1-16,-71 35 15,124-53 1,17 0 0,18 53 15,0 0-16,0 17-15,-53 36 16,18 0 0,0-53 15,35 70-31,0-87 31,0 70-15,35-18-1,-17-35 1,-18-18 0,17-17-1,36 35 1,0-18 0,-18-18-1,18 19 1,-17-1-1,34-17 1,18-18 0,53 0-1,18 0 1,-106 0 0,35-18-1,-52-35-15,-19 0 16,19-35-1,-19-36 1,18 1 0,1 52-1,-36 36 1,0 0 0,0 17-1</inkml:trace>
  <inkml:trace contextRef="#ctx0" brushRef="#br3" timeOffset="996892.8337">22966 11448 0,'0'-36'109,"-35"36"-109,-18-53 16,0 18-16,-35-18 16,70 36-1,-17 17 48,35-36-48,0 1 32,0 17-31,17-17 0,54 17-1,-18-17 1,17 18-1,-17 17-15,0-36 16,0 36 0,-18 0-1,-17 0-15,0 0 32,-1 18-32,18 35 15,71 17 16,-88-17-31,17 0 32,-35-17-17,18 34 1,-18-35 0,0 36-1,-18 17 1,-52 36-1,17-89-15,0 88 16,-18-70 0,54 18-16,-19-54 15,36 1 1,0 17 0,0-17 15,0 35-16,36-53 1,-19 35 0,-17-17-1,36 17 1,16-17 0,37 17-1,52-35 1,-53-35-1,-53 35 1,-35-36-16,0-34 16,0 35-1,0-18 1,-17-18-16,-1 1 31,-88-1-31,-17-52 31,52 70-15,36 17 0</inkml:trace>
  <inkml:trace contextRef="#ctx0" brushRef="#br3" timeOffset="1.00038E6">21537 8273 0,'-35'53'109,"35"-1"-93,0 1-16,0 0 0,0 0 15,0 53 1,0 0-1,0-53-15,0 35 16,0-17 0,35-1-16,-17 54 31,-18-36-15,35 0-1,0-17 1,-35 52-1,0-17 1,0-18 0,0-17-16,0-19 15,0-16-15,0 34 16,0-17-16,0 177 16,0-19-1,0 1 1,0 52-1,-35 1 1,-18-18 15,53 18-31,0-107 32,0 1-32,-18 17 31,18 54-31,0-124 15,0 88 1,0-124-16,18-35 16,-18-17-1,18-18 1,-1 35 46</inkml:trace>
  <inkml:trace contextRef="#ctx0" brushRef="#br3" timeOffset="1.00287E6">21590 8237 0,'18'0'125,"35"0"-110,52 0-15,319 0 16,-1 0 15,-70 0-15,35 0-1,-106 0 1,-123 0 0,-71-35-1,0 35 1,18-18-1,-53 18 1,0 0-16,159 0 16,-36 0-1,-35 0-15,88 0 16,-17 0 0,-88 0 15,-36 0-16,-35 0 1,88 0 0,-53 0-1,88 0-15,-105 0 32,-71 53 108,0 0-124,0 53-1,35 53-15,-17-18 16,35 159 0,0-159-16,-36 53 15,36 123 1,-18-17 0,1 0-1,-1-18 1,-17 54-1,70-37 1,-53 37 0,0-231-1,18 195 1,-53-194-16,18 53 16,0 52-1,17-16 1,0-72-1,0-17 1,-17-53 0,-18-36-1,0 1 1,0 35 0,35 0-1,-17-53 1,-53 0 156,17-35-172,-17 17 31,17 18-15,-35-35 15,0 17-31,-53 18 15,-140 0 1,-90 0 0,-122 0-1,-71 53 1,-1 0 0,248-36-16,35-17 31,71 0-31,88 36 0,-18-36 0,35 17 31,18-17-15,-35 0-1,0 0 1,-88 0 0,-160 0-1,54 0 1,212 0-1,34 0-15</inkml:trace>
  <inkml:trace contextRef="#ctx0" brushRef="#br3" timeOffset="1.0042E6">21855 10460 0,'35'0'110,"0"0"-79,36 0-31,105 0 16,212 0-1,106 0 1,-141 0 0,-106 0-1,-18 0 1,-70 0-1,-53 0 1,-53 0-16,70 0 16,-70 0-1,-18 0-15,53 0 16,106-18 0,-35 18-1,-53 0 1,-53 0-1,-35 0 17,34 0-32,-34 0 15,88 0 1,-53-53-16,0 53 0,70-53 31,-35 53-15,54-35-1,-37 35 1,-52 0 0,-35 0-1</inkml:trace>
  <inkml:trace contextRef="#ctx0" brushRef="#br3" timeOffset="1.00555E6">23848 8237 0,'0'18'63,"17"0"-63,-17 35 15,18 88 1,17 70 0,-17-17-1,0 71 1,17-18-1,0 17 1,-35-122 0,0-1-1,0 17-15,35-52 0,-35 35 16,0 53 0,18 18-1,-18-88 1,18-19-1,-18-16 1,0 34 0,0-17-1,17 53-15,-17-18 32,0-53-17,0 88 1,0-70 15,0 0-31,18 17 16,-18-34 15,0-19-31,0 1 31,0-54-31,35 19 31,-17-1-15,-18-17 0,0 17 156,35-17-157</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6:17:39.977"/>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7030A0"/>
    </inkml:brush>
  </inkml:definitions>
  <inkml:trace contextRef="#ctx0" brushRef="#br0">4339 8837 0,'18'0'109,"-1"0"-93,19 0-1,17 18-15,0-18 16,35 0-1,18 0 1,35 0 0,35 0-1,18 0 1,-35 0 0,-36 17-1,-17-17 1,-71 0-16,1 0 15,-1 0 1,-17 0-16,17 0 0,0 0 31,18 18-31,-35-18 32,17 0-32,-17 0 15,17 0 1,0 0-16,36 0 15,-18 0-15,0 0 0,-36 0 16,36 0 0,0 0-16,-18 53 0,-17-53 15,17 0 1,-17 0 15,0 18-15,52-18-1,-17 0-15,-18 0 16,1 0-16,-19 0 16,18 0-16,1 0 15,-1 17 1,0-17 31,-17 0-47,35 35 15,-18-35 1,-17 0-16,17 0 16,-17 18 46,-1-18-31,1 0-31</inkml:trace>
  <inkml:trace contextRef="#ctx0" brushRef="#br0" timeOffset="10488.9098">23495 9119 0,'18'0'157,"52"0"-142,-17 0-15,0-35 16,194 35-1,53 0 1,-18 0 0,0 0-1,-70 0 1,17 0 0,-123 0-1,-71 0-15,18 0 16,18 0-16,-36 0 15,-17 0-15</inkml:trace>
  <inkml:trace contextRef="#ctx0" brushRef="#br0" timeOffset="11008.1303">25841 9084 0,'0'0'0,"176"0"31,-87 0-31,16 0 16,72 0-1,-89 0-15,-35 0 16,-18 0-16,18 0 15,-18 0-15,18 0 0,18 0 16,35 0 0,-1 0-1,19 0 1,-36 0 0,18 0-1,-35 0 1,105 0-1,-70-18 1,-18 18 0,35 0-1,-70 0 17,0 0-32,-17 0 31,16 0-31,-16 0 31,-19 0-31,19 0 16,-1 0-1</inkml:trace>
  <inkml:trace contextRef="#ctx0" brushRef="#br0" timeOffset="13125.6967">17586 9013 0,'-18'0'47,"1"0"-47,-19 0 16,-34 0-1,-36 0 1,18 0 0,-36 36-1,1-1 1,52-35 15,-17 35-15,-18 36-16,71-54 0,-18 36 15,35-53 1,-17 36 0,18-1-16,-19 53 31,19 0-15,17-52-1,0 52 1,-18-18-1,18-34 1,0-1 15</inkml:trace>
  <inkml:trace contextRef="#ctx0" brushRef="#br0" timeOffset="14616.8361">16192 9543 0,'18'0'109,"0"0"-78,17 17-15,-17 1-16,17 17 31,-17-17-31,17 17 16,-17-35 15,-18 18-15,17-18-1,-17 35 17,18-17 14,-1-18 142,1 0-172,0 0-16,17 0 15,0 0 16,-17 0-31,35-36 32,17 19-32,-52 17 15,0-36 1,17 36-16,18-70 62,-18 52-46,18-17 0,-35 17-1,35-17 1</inkml:trace>
  <inkml:trace contextRef="#ctx0" brushRef="#br0" timeOffset="17547.8965">15752 10583 0,'35'0'47,"18"0"-32,0 0 1,52 0-16,195 0 15,-53 0 1,-88 0 0,-18 0-1,-53 0 1</inkml:trace>
  <inkml:trace contextRef="#ctx0" brushRef="#br0" timeOffset="19262.6625">22737 10530 0,'52'0'78,"-16"0"-62,-1 0-1,71 0 1,123 0-1,-70 0 1,-71 0 0,18 0-1,-53 0 1,-36 0 62,19 0-62,-1 0 15</inkml:trace>
  <inkml:trace contextRef="#ctx0" brushRef="#br1" timeOffset="249715.5466">15646 10654 0,'35'0'94,"18"0"-78,0 0-16,0 0 15,70 0 1,-35 0-16,71 0 31,35 35-15,71 0 0,-142-35-1,1 18 1,-107-18-1,1 0 17,0 0 124</inkml:trace>
  <inkml:trace contextRef="#ctx0" brushRef="#br1" timeOffset="253085.5363">11218 8996 0,'-17'0'32,"17"35"-32,0 18 15,0 53 1,0 0 0,0 17-1,17-52 1,1-36 15,17-35 32</inkml:trace>
  <inkml:trace contextRef="#ctx0" brushRef="#br1" timeOffset="253947.8246">11007 9384 0,'17'0'63,"1"0"-48,17 0 1,-17 0-16,17 35 15,0 0 1,1 1-16,-1 17 16,-17 0-1,52-1 1,-70-16 0,35-36 93,-35-18-93,0-35-1,36 53 1,-36-35-16,0 17 15,0-17-15,0 17 16</inkml:trace>
  <inkml:trace contextRef="#ctx0" brushRef="#br1" timeOffset="254875.802">13441 8978 0,'0'18'32,"0"-1"-17,0 36-15,-35-17 16,35 87 0,0-17-1,0 17 1,35-70-1,-18 0 1,-17-17 0,36-19 15,-36 1-15,17-18-1,-17 17 1</inkml:trace>
  <inkml:trace contextRef="#ctx0" brushRef="#br1" timeOffset="255707.8556">13317 9419 0,'0'18'109,"36"-1"-93,17 19-16,-36-19 0,36 89 31,-18 0-15,1-53 0,-19-35-1,19-54 95,-36-34-95,17 70-15,-17-36 16,0-16-1,35-1 1</inkml:trace>
  <inkml:trace contextRef="#ctx0" brushRef="#br1" timeOffset="256573.9734">15663 8943 0,'0'53'47,"0"0"-47,0-18 15,0 53-15,36 36 32,-19-36-17,-17-18 1,36-17-1,-19-17 1</inkml:trace>
  <inkml:trace contextRef="#ctx0" brushRef="#br1" timeOffset="257404.0255">15487 9331 0,'18'0'63,"-1"0"-63,18 0 0,1 35 15,70 53-15,-18-35 32,-35 18-17,17-1 1,-34-17 0,-19-53 109,-17-35-110,0-18-15,35 36 16,-35-72-1,18 72 1</inkml:trace>
  <inkml:trace contextRef="#ctx0" brushRef="#br1" timeOffset="259936.0899">18380 9031 0,'35'0'62,"-35"53"-62,18 0 16,-18-18-1,53 89 1,-18-1 0,-35-52-1,53 17 1,-53-70 0</inkml:trace>
  <inkml:trace contextRef="#ctx0" brushRef="#br1" timeOffset="260817.0967">18203 9402 0,'18'0'31,"35"35"-16,35 53 1,-35-35 0,0 0-1,-18-36 17,-17-52 108,-18 0-124,35-36-1,-35 54-15,18-19 0,-18-16 32,0 16-1</inkml:trace>
  <inkml:trace contextRef="#ctx0" brushRef="#br1" timeOffset="261830.7031">20532 9102 0,'0'17'32,"-53"1"-32,53 70 15,35 36 1,-35-19 0,53-34-1,-53-18 1,0-18 15</inkml:trace>
  <inkml:trace contextRef="#ctx0" brushRef="#br1" timeOffset="262487.5542">20355 9472 0,'0'-35'15,"18"35"17,35 35-32,17 18 15,1 0 1,-1 0-1,-52-18 17,17-17-32,1-18 109,-36-36-93,17 19-1,-17-1-15,0 1 16,0-19 15</inkml:trace>
  <inkml:trace contextRef="#ctx0" brushRef="#br1" timeOffset="263389.1337">22966 9084 0,'17'53'47,"-17"0"-47,0 17 15,18 1-15,-18 70 16,18-35 15,17-53-15,-35 0-1,0-36 1,18 19 0,-18 17-16</inkml:trace>
  <inkml:trace contextRef="#ctx0" brushRef="#br1" timeOffset="264156.0858">22737 9596 0,'17'0'47,"54"35"-31,-54 0 0,19-17-16,17 35 31,-18 0-16,-18-53-15,19 35 16,-19-35 109,36 0-109,-17 0-16,-19 0 15,18-35 1,1 17 0</inkml:trace>
  <inkml:trace contextRef="#ctx0" brushRef="#br1" timeOffset="265318.8605">25082 9049 0,'18'35'32,"0"18"-17,-1-35 1,-17-1-16,0 18 15,36 36-15,-36-18 0,17 0 16,36 53 0,-53-71-1,0 36 1,36-19 0,-19 1-1,-17-17 1,0-19 93</inkml:trace>
  <inkml:trace contextRef="#ctx0" brushRef="#br1" timeOffset="266022.6626">24994 9560 0,'36'0'62,"-19"36"-62,18-19 0,-17 18 16,35-17-1,35 70 1,-52-35 15,-1-18-31,-18-17 31,19 17 1,-19-17-1</inkml:trace>
  <inkml:trace contextRef="#ctx0" brushRef="#br1" timeOffset="266664.519">25471 9613 0,'0'35'63,"0"-17"-63,0 35 16,-18-18-1,18 18 1,0-18-1,0-17 1</inkml:trace>
  <inkml:trace contextRef="#ctx0" brushRef="#br1" timeOffset="282446.3303">10072 11342 0,'35'0'188,"-17"17"-188,-1-17 31,1 18-31,53-18 16,52 35 15,-52-17-16,17-18 1,35 35 0,-52-35-1,88 18 1,87 17 0,-87-35-1,-71 18 1,-52-18-16,-19 0 78,36 0-62,0 0-1,18 0 1,-18 0-1,17 0-15,36 0 0,-53 0 16,-18 0 0,-17 17-1,0-17 1,-1 0 15,36 0-15,-18 0-1</inkml:trace>
  <inkml:trace contextRef="#ctx0" brushRef="#br1" timeOffset="286044.3688">15346 11342 0,'17'0'16,"1"17"140,0-17-140,52 0-16,-17 0 16,0 0-1,-18 0 1,36 0-16,-18 0 15,35 0-15,-53 0 16,71 0 0,18 0-1,-36-17 1,18 17 0,-18 0-1,18-35 1,17 35 15,-70 0-15,35 0-1,-35 0 1,106 0 0,35 0-1,18 0 1,-54 0-1,-69 0 1,-1 0 0,159 0-1,-141 0 1,17 0 0,1 0-1,34 0 1,1 0-1,35 0 1,0 0 0,-35 0 15,-53 0-15,-71 0-16,106 0 15,-88 0-15,53 0 0,105 0 31,-69 0-15,-1 0 0,-53 0-1,18 0 1,17 0 0,-17 0-1,35 0 1,-35 0-1,0 0 1,-18 0 15,35 0-31,-34 0 32,-1 0-17,0 0 1,-35 0-16,35 0 15,18 0-15,-53 0 16,53 0 0,-18 0-1,18 0 1,-71 0 0,-17 0 15,35 0 16,-18 0-32,18 0 1,53 0 0,88 0-16,-18 0 31,-88 0-16,-35 0 1,0 0 218,0 0-234,18 0 0,-19 0 16,-34 0 0,35 0-16,35 0 0,-70 0 31</inkml:trace>
  <inkml:trace contextRef="#ctx0" brushRef="#br1" timeOffset="290121.2129">15293 12030 0,'18'0'109,"52"0"-93,-17 17-1,0-17-15,53 0 16,211 0-1,107 0 1,-213 0-16,354 0 16,-354 0-1,-34 0-15,123 0 16,-195 0 0,-16 0-1,-36 0 1,-36 0-1,18 0 1,18 0 15,18 0-31,-18 0 0,0 0 0,35 0 16,18 0 0,141 0-1,-36 0 1,-87 0-16,-89 0 31,0 0-15,-17 0 62,35 0-63,-18 0-15,53 0 16,18 0 15,88 0-15,-88 0 0,35 0-16,-70 0 31</inkml:trace>
  <inkml:trace contextRef="#ctx0" brushRef="#br1" timeOffset="291485.9112">22631 12083 0,'53'0'125,"17"0"-125,71 0 15,36 0 1,-1 0-1,318 0 1,0 35 0,-300-35-16,159 0 15,-212 0-15,-88 0 16,0 0 0,-36 0 30,18 0-30,1 0 0,-1 0-16,106 0 31,-106 0-31,71 0 0,-18 0 16,-35 0-1,18 0-15,-36 0 31,0 0-15,1 0 15,17 0-15,0 0 0,-18 0-1,-17 0 1,17 0-1,0 0 1,-17 0 0,-1 0-1,1 0 17</inkml:trace>
  <inkml:trace contextRef="#ctx0" brushRef="#br1" timeOffset="294983.4586">6156 12947 0,'35'0'187,"1"0"-156,-19 0-15,18 0-16,18 0 16,-35 0-16,17 0 15,18 0-15,0 0 32,35 0-32,-35 0 15,53 0 16,-71 0-31,18 0 32,0 0-17,18 0 1,52 0 0,-70 0-1,35 0 1,36 0-1,-71 0 1,-18 0-16,18 0 16,-35 0-16,34 0 0,1 0 31,18 0-15,17 0 15,36 0-16,-19 0 1,19 0 0,-54 0-1,-52 0-15,35 0 16,-18 0-16,18 0 16,0 0-1,18 0 1,17 0-1,-18 0 1,19 0 0,-54 0-1,0 0 17,-17 0-17,17 0-15,36 0 31,17 0-31,-35 0 0,17 0 32,-34 0-32,-1 0 0,0 0 31,18 0-15,0 0-1,0 0-15,0 0 31,-18 0-15,-17 0 15,17 0-31,-17 0 16,17 0 0,18 35 77,17-35-93,-52 0 0,70 18 32,-17-18-32,35 0 31,-1 0-16,-52 0 1,-17 0 0,-19 0 62,36 0-31,-18 0-32,-17 0 48</inkml:trace>
  <inkml:trace contextRef="#ctx0" brushRef="#br1" timeOffset="311347.5027">12241 13776 0,'36'0'109,"-1"0"-109,53 0 16,18 0-16,106-18 31,123 18-31,-18 0 31,-35 0-31,-70 0 31,-88 0-31,-89 0 32,-17 0-32,34 0 46,1 0-30,141 0 0,71 18-1,-89 35 1,-35-18 0,-35-35-1,-70 0 1,-19 0 109,36 0-125,0 0 15,18 0 1,34 0 0,1 0-1,-70 0 1,16 0 46,-16 0-46,52 0-16,-35 0 0,141 0 16,-18 0-1,-17 0 17,-53 0-17,-71 0 1,0 0-1,-17 0 1,35 0 0,18 0-1,-19 0 1,37 0 0,34 0-1,-17 0 1,123 35-1,-158-35 1,35 0 15,-36 0-15,18 0 0,36 0-1,70 0 1,-53 0-1,18 0 1,-53 0 0,-71 0-16,53 0 15,-35 0 1,18 0-16,34 0 16,-16 0-1,-19 0 16,18 0-15,-17 0 0,17 0-1,0 0 1,-35 0-16,106 0 16,-106 0-16,17 0 15,-17 0 1,18 0-1,35-17-15,0-18 32,-18 35-17,-35 0-15,52 0 16,-52 0 0,0 0-16,53 0 15,-53 0 1,35 0 15,-35 0-31,-18 0 31,-17 0-31,35 0 32,-18 0-32,71 0 15,-71-18-15,1 18 0,34-18 31,18 18-15,36-17 0,-18 17-1,35 0 1,-53 0 0,36 0-1,-54 0 1,-35 0-1,-17-18 1,35 18 0,35 0 15,-17-35-15,-18 35-16,17-18 15,-52 18-15,17-35 0,18 35 0,0-18 31,0 18-15,17 0 0,19 0-1,34 0 1,-35-18 0,-17 1-1</inkml:trace>
  <inkml:trace contextRef="#ctx0" brushRef="#br1" timeOffset="313517.3182">26829 13952 0,'35'0'31,"-17"0"47,17 0-62,-17 0 0,17 0-16,0 0 46,-17 0-30,17 0-16,-17 0 16,17-53-1,71 1 1,-18 34 15,35 18-15,-52-18-16,0 18 0,34 0 0,1 0 15,35 0 1,89 0 0,17 18-1,-53-18 1,-71 0 0,1 0-1,-36 0 1,18 0-1,35 0 1,-35 0-16,88 0 16,-124 0-16,36 0 15,88 0 1,-88 0 0,-36 0-1,-34 0 1</inkml:trace>
  <inkml:trace contextRef="#ctx0" brushRef="#br1" timeOffset="315410.7992">2505 14517 0,'35'0'47,"18"0"-31,-18 0-1,71 0-15,0-35 32,53 17-17,88 18 1,17 0 0,-17 0-1,-159 0-15,0 0 16,-70 0-1,0 0 17,17 0-17,18 0 1,-35 0-16,34 0 16,-16 0-1,-19 0 1,1 0 15,53 0-15,-36 0-1,-17 0-15,34 0 32</inkml:trace>
  <inkml:trace contextRef="#ctx0" brushRef="#br1" timeOffset="323481.6003">17533 14570 0,'18'0'63,"17"0"-47,18-18-16,0 18 15,141-18 1,123 18-1,71 0 1,36 0 0,-248 0-1,0 0-15,-140 0 16,-1 0 62,0 0-62,18 0-16,18-17 15,-36 17 1,53 0 0,-17 0-1,-18 0 1,17 0-1,36 0 1,-35 0 0,17 0 15,35-18-15,1 18-16,17 0 31,0 0-16,-53 0 1,18 0 0,-35 0-1,-36 0 1,18 0-16,0 0 16,-18 0-16,36 0 15,-1 0-15,177 0 16,-18 0-1,-158 0 1,-18 0 15,0 0-15,53 0-16,88 0 31,-89 0-31,19 0 31,-36 0-15,-35 0 0,0 0-1,0 0 1,35 18 0,-35-1-16,18-17 15,-19 36-15,1-36 16,-17 0-16,87 35 15,-88-35 1,54 0 15,-1 0-31,53 0 32,18 0-17,17 0 1,-70 0-1,-18 0 1,36 0 0,-36 0-1,0 0 1,53 0 0,35 0-1,-70 0-15,35 0 16,-70 0-1,17 0-15,18 0 16,-53 0 0,-18 0 15,36 0-31,-1 0 31,18 0-15,-35 0-1,0 0-15,-17 0 16,16 0 0,19 0-16,-18 0 15,18 0 1,-19 0 0,72 0-1,-54 18 1,-17-18-1,-17 0 1,17 0 15,-1 0-15,19 0 0,17 0-1,-52 0-15,16 0 16,37 0 15,-54 0-31,53-36 0,-53 36 16,1 0-1,-1 0 1,-17 0 0,-1 0-1,18 0 1,36 0-1,-36 0 1,18 0 0,-17 0-1,-19 0 63,36 0-78,0 0 0,0 0 32,-35 0-32,34 0 15,-16 0-15</inkml:trace>
  <inkml:trace contextRef="#ctx0" brushRef="#br1" timeOffset="327571.1642">2875 15169 0,'18'0'94,"-1"0"-78,19 0-16,-1 0 0,53 0 31,89 0-15,87 18-1,-123 0-15,-17-18 16,-18 17-16,-1-17 16,-16 0-16,34 0 31,1 0-31,-36 0 15,0 0 17,-18 0-17,19 18 1,16-18-16,37 0 31,-37 0-15,1 0-1,18 0 1,-1 0 0,-17 35-1,-18-35 1,0 0 0,18 18-1,-35-18 1,-36 0 15,18 18-15,-18-18-1,-17 0 1,35 0 0,70 0-1,-34 17 1,-37-17-16,107 0 15,-88 35-15,-18-35 16,52 0 0,-34 0-1,0 0 1,17 0 0,0 0-1,18 0 16,35 0-15,-71 0 0,-17 0-16,89 0 0,-90 0 15,1 0 1,18 18-16,52-18 31,-17 0-15,-18 0-1,71 0 1,-71 0 0,1 0-1,-1 0 1,53 18 0,106-18-1,0 0 16,-89 0-15,-105 0-16,-17 0 31,34 0-15,18 0 0,18 0-1,106 0 1,17 0-16,-123 0 31,0 0-15,-71 0-1,36 0 1,70 0 0,0 0-1,-35 0 1,-18 0 15,18 0-15,17 0-1,-35 0 1,36 0-16,-18 0 31,35 0-31,212 0 31,-177-36-15,-88 36 0,53 0-1,-52 0 1,-1-35 0,18 18-1,17-19 1,-70 36-16,0 0 15,-18 0-15,36 0 16,-18 0 0,52 0-16,90 0 31,-1 0-15,-89 0-1,19 0 1,-54 0-1,36 0 1,-18-17 0,-17 17-16,17 0 15,-35 0 1,0 0-16,35-18 16,0 18-1,-17-35 1,-18 35-1,35 0 1,18 0 15,0 0-15,-53 0-16,17 0 0,-17 0 16,-18 0-1,54 0 1,-1 0-1,-35 17 1,0-17 0,-18 0-16,18 0 15,0 0-15,-18 0 16,36 0 0,17 0-1,-35 0 1,17 0-1,18 0 1,1 0 0,34 0 15,-105 0-31,52 0 0,-17 0 0,0 0 16,0 0-1,35 0 1,36 0-1,-36 18 1,-18-18 0,-34 0-1,-19 0-15,36 0 16,-17 0 0,-19 0-16,18 0 15,1 0 1,-1 0-1,-17 0 17,17 0-17,0 0-15,-17 0 32,35 0 30,-18 0-46,-17 0-16</inkml:trace>
  <inkml:trace contextRef="#ctx0" brushRef="#br1" timeOffset="336138.3062">21537 15258 0,'71'0'109,"-54"-18"-109,19 0 16,140 1 0,53-54-1,1 54 1,-89 17-1,-36-18 1,-16 18 0,-72 0-1,36 0 1,-17 0 0,-1 0-1,-18 0 16,54 0-31,0 0 32,-36 0-17,18 0 1</inkml:trace>
  <inkml:trace contextRef="#ctx0" brushRef="#br1" timeOffset="336808.4888">24677 15434 0,'17'0'46,"36"0"-30,-17 0-16,140 0 16,159-35-1,53 35 1,0 0 0,-106 0-1,-87 0 1,-125 0-1</inkml:trace>
  <inkml:trace contextRef="#ctx0" brushRef="#br1" timeOffset="337590.7444">28346 15169 0,'0'0'15,"123"0"-15,-52 0 16,17 0-16,-53 0 15,18 0 1,0 0 0,18 0-1,-1 0 1,36-35 0,-88 35-1,-1 0 1,19-17 15,-19 17-31</inkml:trace>
  <inkml:trace contextRef="#ctx0" brushRef="#br1" timeOffset="344419.0704">14552 14270 0,'-18'0'32</inkml:trace>
  <inkml:trace contextRef="#ctx0" brushRef="#br1" timeOffset="345768.8144">13688 14411 0,'0'18'78,"17"-18"-47,1 0-31,17 0 16,-17 0-16,88 0 15,0 0 1,-18 0 0,53 0-1,-53 0 1,36 0 0,-19 35-1,-16-35 1,-36 18 15,-18-1-31,0-17 16,0 0-16,18 0 0,0 0 15,0 0 1,18 35 0,-36-35-1,18 0 1,0 0-1,70 18 1,-70-18-16,71 0 16,-71 53-16,-1-53 15,19 0 1,17 18 0,36-18-1,-89 0 16,53 0-15,-17 0 0,-18 0-16,0 0 15,-18 0 1,18 0 0,17 0-1,19 0 1,-37 0-1</inkml:trace>
  <inkml:trace contextRef="#ctx0" brushRef="#br1" timeOffset="349795.7943">5168 14393 0,'18'0'109,"35"36"-77,0-36-32,141 0 31,88 0-31,247 0 16,-264 0-1,-54 0 16,-52 0-15,-35 0 0,-54 0-16,36 0 31,-18 0-15,-70 0-1,17 0 1,18 0-1,35 0 1,-35 0 0,0 0-1,-18 0 17,-17 0-17,0 0 1</inkml:trace>
  <inkml:trace contextRef="#ctx0" brushRef="#br1" timeOffset="360041.2294">23107 15187 0,'-18'0'16,"18"35"62,0 1-78,0 34 16,0 36-1,0 88 1,0 53 0,0-53-1,0-141-15,0 17 16,0-52-1,0 0-15</inkml:trace>
  <inkml:trace contextRef="#ctx0" brushRef="#br1" timeOffset="360937.358">26070 15064 0,'0'53'63,"0"-1"-48,0 37-15,0 16 16,0 1-16,0 141 31,36 53-31,-36-124 31,35-70-31,-18-53 32,-17-35-17</inkml:trace>
  <inkml:trace contextRef="#ctx0" brushRef="#br1" timeOffset="361973.5853">28522 15258 0,'0'17'78,"0"54"-78,35-36 16,-17 71-1,0-36 1,35 54 0,-53-53-1,17 17 1,1 0 0,35 35 15,-36-70-31,19 35 15,-36-70-15</inkml:trace>
  <inkml:trace contextRef="#ctx0" brushRef="#br1" timeOffset="366348.0728">8731 16069 0,'36'0'313,"-19"0"-298,18 0 17,-17 0-32,0 0 15,-1 0 1,36 0 0,35 0-1,-35 0 1,-17 0-1,34 0 1,-35 0 0,-17 0-16,70 0 31,-35 0-31,-17 0 0,87 0 31,-88 0-31,36 0 31,-1 0-31,-17 0 0,35 0 32,-35 0-32,18 0 0,17 0 31,71 0-15,-36 0-1,18 0 1,1 0-1,-54 0 1,-35 0 0,-18 0 46,18 0-62,17 0 16,36 0-16,106 0 31,35 0-31,-18 0 31,-17 0-31,-124 0 16,-35 0 0,0 0-16,-18 0 109,-17 0-109,-18-35 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6:24:20.086"/>
    </inkml:context>
    <inkml:brush xml:id="br0">
      <inkml:brushProperty name="width" value="0.05292" units="cm"/>
      <inkml:brushProperty name="height" value="0.05292" units="cm"/>
      <inkml:brushProperty name="color" value="#7030A0"/>
    </inkml:brush>
  </inkml:definitions>
  <inkml:trace contextRef="#ctx0" brushRef="#br0">18574 4286 0,'17'0'32,"36"0"-17,-17 0 1,-19 0-1,54 0 1,-18 0 0,35 0-1,18 0 1,0 0 0,-1 0 15,-69 0-31,34 0 15,-17 0-15,-18 0 0,1 0 16,70 0 0,-18 0-1,-18 0 1,1 0 0,17 0-1,18 0 1,-18 0-1,36 0 1,-72 0-16,1 0 16,-17 0-16,17 0 15,-1 0-15,54 0 16,0 0 0,0 0-1,0 0 16,0 0-31,-1 0 32,-16 0-32,105 0 31,-53 0-31,106 0 16,-71 0-16,-17 0 15,123 0 1,-35 0-1,-53 0-15,53 0 32,-53 0-17,18 0 1,-54 0 0,-52 0-1,71 0 1,-71 0-1,17 0 17,-52-35-17,87 35 1,-17-18 0,-52 18-1,-54 0 1</inkml:trace>
  <inkml:trace contextRef="#ctx0" brushRef="#br0" timeOffset="4242.2961">7567 5680 0,'18'0'109,"35"0"-93,17 0-1,36 70 1,-35-70 0,70 18-1,35-18 1,53 0 0,-140 0 15,16 0-16</inkml:trace>
  <inkml:trace contextRef="#ctx0" brushRef="#br0" timeOffset="6866.2971">5274 6385 0,'18'0'109,"35"0"-93,-18 0-16,0 0 16,0 0-16,36 36 15,-36-19 1,-17-17-16,35 35 15,35-35 17,-35 18-17,0-18-15,-18 0 94,-17 0-94</inkml:trace>
  <inkml:trace contextRef="#ctx0" brushRef="#br0" timeOffset="23263.3625">18680 6491 0,'-36'35'94,"19"1"-79,-19 17-15,19-1 16,-54 37 0,36-36-1,0-36 1,17 19 0,18-19-1,0 71 1,-18-35-1,18 0 1,0-35 15,0-1-15,-17 1 0</inkml:trace>
  <inkml:trace contextRef="#ctx0" brushRef="#br0" timeOffset="24370.889">18203 6862 0,'0'17'78,"36"1"-62,-19 17-16,19-17 15,-19 52 17,-17-52-17,0 52-15,35-34 31,-17-19 141,17-17-140,-17 0-32,0 0 31,-1-35-16,19 35 1,-19-18 0,18-17 109</inkml:trace>
  <inkml:trace contextRef="#ctx0" brushRef="#br0" timeOffset="26141.348">12259 8449 0,'18'18'125,"17"-18"-109,-17 35-1,70-35 1,-35 0-1,35 18 1,0-18 0,-17 17-1,-1-17 1,54 0 0,-36 0 15,18 0-31,-53 0 0,17 0 31,-17-17-31,18 17 0,-36-18 31,35 18-31,-17 0 32,18-35-17,-36 35-15,-17 0 16,17 0-16,0 0 15,-17 0 1,17 0 0,18 0 15,-35 0-31,35 0 16,-18 0 15,0 0-16,54 0-15,-72 0 32,1 0-17</inkml:trace>
  <inkml:trace contextRef="#ctx0" brushRef="#br0" timeOffset="27252.0173">12577 10319 0,'35'0'125,"0"0"-125,-17 0 16,35 0 15,35-36-15,35 1-1,-17 35 1,18 0 0,-19 18-1,1-1 1,-18 19-1,-35-36-15,18 17 16,-36-17-16</inkml:trace>
  <inkml:trace contextRef="#ctx0" brushRef="#br0" timeOffset="31374.3385">19173 11730 0,'-17'-18'125,"-54"-35"-125,18 0 16,-52 0-1,87 53-15,-53-35 16,54 35 0,-19-17-16,-34-19 15,35 19 17,-89-19-32,36-17 31,0 53-16,-36-17 1,18-1 0,71 18-16,-18 0 15,36 0-15,-36 0 16,17 0-16,-17 0 16,-35 0-1,18 0 1,-18 0-1,52 0 1,19 0-16,-72-35 16,72 35-1,-19 0 1,-52 0-16,35 0 31,-52 0-31,52 0 31,0 0-15,17 0 0,-34 0-1,-18 18 1,52-1-16,-52 18 31,71-35-15,-19 18-1,19-18 64,-19 35-64,-17-17 1,-17 35-1,-1-18 1,36-17 0,17 17-1,-17-17-15,35 17 47,0-17-47,0 17 16,0-17-1,0 17 1,0 0 0,0-17-16,0-1 15,18 19 1,-18-19 0,17 19-16,19-19 15,-19 19 16,19-19-15,-19 18 0,19-17-16,-19-18 62,18 35-46,-17-17-1,17-18 1,36 35 0,-36 1-1,18-19-15,35 18 16,-70-35 0,35 0-1,35 0-15,-17 0 31,17 0-15,18 0 0,52 0-1,-105 0 1,18 0 0,-1 0-1,1 0 1,17 0-1,0 0 1,-17 0 0,17 0-1,-17 0 1,-36 0-16,-17 0 16,17 0-1,0 0 1,-17 0-1,17 0 64,-17 0-79,17 0 15,71 0 1,-18 0-1,0 0 1,0 0 0,-17 0-1,-36 0 1,-17 0-16,17 0 16,18 0-1,-18-35 1,-17 35-16,17 0 31,-35-17-15,0-19 343,71-17-343,-36 36-16,0-36 15,-17 18 1,17 17 15,-35-17 63,0-1-47,-17 36 203</inkml:trace>
  <inkml:trace contextRef="#ctx0" brushRef="#br0" timeOffset="44861.9752">12594 17815 0,'35'0'31</inkml:trace>
  <inkml:trace contextRef="#ctx0" brushRef="#br0" timeOffset="45814.9894">8220 14640 0</inkml:trace>
  <inkml:trace contextRef="#ctx0" brushRef="#br0" timeOffset="49429.1816">5292 13635 0,'0'35'406,"17"-17"-297,1-18-93,17 35 0,18-35 15,0 0-16,18 18 1,17 17 0,35 0-1,-87-35 1,-19 0 0,18 18 155,-17-18-171,17 0 16,1 0 0,-19 0-1</inkml:trace>
  <inkml:trace contextRef="#ctx0" brushRef="#br0" timeOffset="50510.6185">6579 13741 0,'36'0'47,"-19"0"0,18 0-32,1 0-15,-19 0 16,72 0 0,-36 0-1,70 0 1,-17 0 15,-18 0-15,-35 0-16,35 17 31,-70-17-31,17 0 16,0 0-1,-17 0-15,17 0 63,-17 0-48,17 0 1,18 0 0,-35 0-16,17 0 0,0 0 15,1 0 17,-19 0-17</inkml:trace>
  <inkml:trace contextRef="#ctx0" brushRef="#br0" timeOffset="51822.0942">5944 13741 0,'18'0'78,"0"0"-62,17 0-1,-35 17 1,53-17 0,-18 18-1,18 0 1,-35-18-1,-1 0 1,1 0 0,17 0-1,-17 0 1,17 0 0,18 0 15</inkml:trace>
  <inkml:trace contextRef="#ctx0" brushRef="#br0" timeOffset="56563.4814">12277 13723 0,'17'0'140,"1"0"-140,35 35 16,70 1 0,124-19-1,124 71 1,-1-35-1,1 0 1,-54-35 0,-123-18-1,-159 0 17,18 18 46,18 34-78,-36-52 31,0 18-31,1-18 16,17 18-16,88-18 15,-88 17 1,-1-17-16,19 0 15,-18 0 1,0 0 62,35 0-62,-35 0-16,-18 0 0,53 0 31,-35 0-31,-35 0 16,17 0 62,-17 0-63,17 0 1,-17 0-16,17 0 16,18 0 15,-18 0-31,-17 0 78,0 0-62,-1 0-16,19 0 0,16-17 31,1 17-15,0-53-1,-17 53 1,-1-53-1,35 0 1,-17 0 0,18-17-1,-54 17 17,36 17-32,-53 19 31</inkml:trace>
  <inkml:trace contextRef="#ctx0" brushRef="#br0" timeOffset="61982.3642">23795 13688 0,'17'17'172,"54"-17"-156,-18 0-1,0 0-15,53 0 0,35 0 32,0 0-32,159 0 0,-18 0 31,-141 0-31,-35 0 0,88 0 31,-123 0-31,-19 0 16,72 0-1,-36 0 1,53 0 0,18 0-1,53 0 1,-1-17-1,-17 17 1,-141 0-16,35 0 16,-17 0-1,-18 0-15,35 0 16,-17 0 0,17 0-1,53 0 1,18 0-1,17 0 17,89 0-32,-124 0 0,-35 0 31,35 0-31,-35 0 0,-1 0 16,160 0-1,-53 0 1,52 17-1,-34 36 1,-54-53 0,-35 0-1,-70 0 1,-18 0 0,-18 0-16,18 0 0,0 0 15,0 0-15,105 0 31,36 0-31,18 0 32,-71 0-17,-106 0 1</inkml:trace>
  <inkml:trace contextRef="#ctx0" brushRef="#br0" timeOffset="66435.288">2293 14217 0,'18'0'234,"-18"18"63,17 17-219,19-18-62,17 19 31,-53-19-47,17 1 31,18 0-31,-17 35 78,17-36-62,-17-17 0,17 18-1,-17 0 1,35 17-1,0-18 1,17 36 0,-52-53-1,70 36 1,-35-36 0,-18 17-16,89-17 15,-71 36 1,0-36-16,70 17 15,-17 18 1,-36 1 15,-17-36-15,-17 0-16,-1 0 31,71 0-31,-53 0 0,53 0 31,-54 0-31,-16 0 0,87 0 32,-17 0-17,-35 0 1,34 0 0,-34 0-1,52 0 1,-34 0-1,34 0 1,-17-53 0,-35 53-1,52-18 17,-17 1-32,-18 17 31,-17 0-16,-36 0-15,35 0 16,-17 0-16,-17 0 0,87 0 31,-35 0-15,0 0 0,-17 0-1,17 0 1,-17 0-1,-36 0-15,18 0 16,-35 0 0,35 0-16,-1 0 0,1 0 31,-17 0-15,-19 0 15,1 0-16,17 0-15,36-18 16,-36 18-16,0-18 16,36-17-1,17 35 1,-35-18 0,0 18-1,-18-35 1,18 35-1,0 0 1,-18 0-16,53 0 16,-52 0-1,-19 0-15,54 0 32,-36 0-17</inkml:trace>
  <inkml:trace contextRef="#ctx0" brushRef="#br0" timeOffset="83199.1238">5062 15028 0,'18'0'656,"17"18"-624,18-18-32,-35 0 0,35 18 15,0-18 1,17 17-16,-17-17 0,18 0 15,35 0 1,-18 0 0,-18 0-16,18 0 0,-35 0 15,0 0-15,35 0 16,-17 0-16,-18 0 16,18 0-16,-36 0 15,-35-17 16,35 17 16,36 0 31,-18 0-62,-1 0-16,-34 0 0,17 0 16,1 0-1,-19 0 1,19 0 62,16 0-78,-34 0 16,17 0-16</inkml:trace>
  <inkml:trace contextRef="#ctx0" brushRef="#br0" timeOffset="86379.4285">12224 15099 0,'0'18'125,"35"-18"-125,-17 0 0,35 0 31,35 35-15,-35-35 0,70 0-1,18 0 1,-88 0-1</inkml:trace>
  <inkml:trace contextRef="#ctx0" brushRef="#br0" timeOffset="88190.9066">13670 15169 0,'0'0'15,"18"0"-15,52 0 16,54 0 0,-18 0-1,-36 0 1,-17 0-16,0 0 15,-18 0-15,1 0 16,16 0-16,90 0 16,-1 0 15,17 0-31,-16 0 31,-19 0-15,36 0-16,0 0 31,-71 18-15,-18-18-16,-17 0 15,0 0-15,-35 0 16,17 0-16,0 0 16,36 0-1,-36 0 1,18 0-1,0 0 1,35 0 15,-17 0-31,-54 0 0,1 0 16,0 0-16,-1 0 16,1 0-1,70 0 1,-35 0-16,18 0 31,70 0-15,-18 18-1,-17-18 1,-18 0 0,-35 0-1,18 0 438,-54 0-453,54 0 16,88 0 0,-54 0-1,-34 0 1,-18 0-1</inkml:trace>
  <inkml:trace contextRef="#ctx0" brushRef="#br0" timeOffset="97673.8556">3440 8890 0,'17'0'110,"-17"-18"-95,18-35 1,17 1-16,18-1 16,53-71-1</inkml:trace>
  <inkml:trace contextRef="#ctx0" brushRef="#br0" timeOffset="97903.9013">4674 8572 0,'0'0'0,"124"71"0,-18 0 15,-1 17 1,-34-35-16</inkml:trace>
  <inkml:trace contextRef="#ctx0" brushRef="#br0" timeOffset="98858.2484">4657 8749 0,'35'0'63,"-17"18"-47,-1-18-16,1 17 15,-1 1-15,72 52 16,-72-52-1,36 17 17,-17-35-17,-36 18-15,52 0 16,-16-18 31,-19 0-47,19 0 15,-19 0 1,1 0 0,0 0 15,-18-18-15,35-35-1,18 0 1,-53 0-1,17 18 1,-17 17 0,0-17-1</inkml:trace>
  <inkml:trace contextRef="#ctx0" brushRef="#br0" timeOffset="103610.7003">23513 15258 0,'0'0'0,"17"0"47,19 0-31,16 35-1,-34-35-15,53 18 16,70-18 0,-35 0-1,17 0 1,53 0-1,71 0 1,53 0 0,-18 0-1,71 0 1,124 0 0,-266 0 15,-70 0-16,-53 0 1,18 0 0,18 0-16,-36 0 31,71 0-15,-53 0-1,35 0 1,123 0-1,-105 0 1,-124 0 0,1 0-16,87 0 15,-88 0 1,36 0-16,35 0 31,-18 0-15,-35 0-1</inkml:trace>
  <inkml:trace contextRef="#ctx0" brushRef="#br0" timeOffset="107444.8584">5856 16069 0,'35'0'141,"18"0"-125,0 0-1,18 0-15,-18 0 16,53 0-1,35 0 1,35 0 0,124 0-1,-159 0-15,-35 0 16,35 0-16,-35 0 0,17 0 16,124 0-1,-106-18 1,-35 18-1,-18 0 1,1 0 0,-37 0-1,-34 0 17,35 0-32,-18 0 15,71 0 1,18 0-1,-36 0 1,0 0-16,0 0 31,0 0-15,-17 0 0,-36 0-1,18 0 1,35 0-1,0 0 1,1 0 0,52 36-1,18-1 1,70-17 15,-53-18-15,106 0-1,-123 0 1,-53 0 0,-53 0-1,18 0 1,-36 0 0,-18 0-1</inkml:trace>
  <inkml:trace contextRef="#ctx0" brushRef="#br0" timeOffset="109130.2765">19103 15540 0,'18'0'63,"52"17"-48,-35-17-15,-17 0 16,17 18-16,18-18 31,0 35-15,-35-35-16,-1 0 62,-17 18-46,0 0 15,-17-18-31,-19 0 16,-105 70-1,106-70 1,17 0 0,54 18 109,-19-18-110,36 0-15,-17 0 16,-1 0-1,18 35 1,-53 0 78,-18-35-94,0 71 15,-17-71-15,0 0 32,17 0-17,-17 0 1</inkml:trace>
  <inkml:trace contextRef="#ctx0" brushRef="#br0" timeOffset="110047.4794">19420 15487 0,'36'0'32,"-19"0"-32,19 0 15,17 0-15,-18 0 31,35 0-15,-34 35 0,-36-17 15,17 17-15,-17-17-1,0 17 1,-35 0 15,17 18-31,-17-35 31,53-18 63,35 35-78,17-35-16,18 0 15,-35 0 1,35 0-16,-70 0 31,17 0-31,36 0 0</inkml:trace>
  <inkml:trace contextRef="#ctx0" brushRef="#br0" timeOffset="110463.6357">20479 15557 0,'0'36'31,"-53"17"-15,53-36-16,-18 19 15,-17 17 1,17 52 0</inkml:trace>
  <inkml:trace contextRef="#ctx0" brushRef="#br0" timeOffset="110965.1244">20126 15593 0,'35'17'31,"-17"-17"-31,35 36 16,-18-36 0,36 70-1,-18-17 1,-18-53-16,-18 18 15</inkml:trace>
  <inkml:trace contextRef="#ctx0" brushRef="#br0" timeOffset="112102.0697">20673 15540 0,'35'0'47,"-17"0"-32,17 0-15,0 0 47,-35 17-16,0 1-15,0 17-16,-35 1 31,17-19-15,36-17 203,17 0-204,18 0 1,-35 36-16,17-36 15,53 70 1,-70-52 0,17 17-1,-35-17 17,0-1-32,-35-17 31,17 18-31,-17-18 15,17 35 1</inkml:trace>
  <inkml:trace contextRef="#ctx0" brushRef="#br0" timeOffset="113036.249">20973 15505 0,'17'0'32,"1"0"-17,35 0 1,-18 0-16,71 17 15,-53 18 17,17-17-17,-70 17 1,89 36 0,-54-36-1,-35 18 1,0 18-1,0-18 1,-18 0 0,1-36-1,-1 18 1,53-35 93,-17-17-93,35-1 0,53 18-16,-53-35 31,-18 35-31</inkml:trace>
  <inkml:trace contextRef="#ctx0" brushRef="#br0" timeOffset="119115.6519">22049 16739 0,'17'36'62,"19"-36"-31,-19 0-31,1 0 16,52 0 0,-34 0-1,17 0-15,70 0 16,-70 0-1,0 0-15,159 0 16,87 0 0,-52 0 15,-35 0-15,-18 35-1,-88 0 1,-71-35-1,0 0-15,-17 0 79,17 0-33,-17 0-46,17 0 657,1 0-642,-19 35 1,36-35 0,-18 0-16,1 0 15,-19 0-15,54 0 0,-36 0 16,18 0-1,-18 0-15,18 0 16,0 0-16,-18-17 16,1 17-16,-1 0 15,18 0-15,-35 0 16</inkml:trace>
  <inkml:trace contextRef="#ctx0" brushRef="#br0" timeOffset="121381.2244">29880 16704 0,'18'0'203,"0"0"-172,34 18 1,-16-18-1,17 0-15,-18 0-1,-17 0 1,87 0-16,-16 0 31,34 0-15,-35 0-1,18 0 1,-18 0 0,71 0-1,-124 0 1,-17 0-16,17 0 109,18 0-109,71 0 16,-36 0-1,18 0 17,-36 0-17,-17 0 1,-18 0-16,18 0 62,-17 0-62,-19 0 16,36 0 0,-18 0-1,54 0 1,-1 35 0,-71-35-16,1 0 15,0 18 16</inkml:trace>
  <inkml:trace contextRef="#ctx0" brushRef="#br0" timeOffset="123789.137">2611 17586 0,'0'18'16,"17"-18"15,18 0 0,-17 0 1,0 0-32,35 0 31,-36 0-31,1 0 15,0 0-15,-1 0 16,18 0 0,-35-36 77</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4-10T16:26:49.806"/>
    </inkml:context>
    <inkml:brush xml:id="br0">
      <inkml:brushProperty name="width" value="0.05292" units="cm"/>
      <inkml:brushProperty name="height" value="0.05292" units="cm"/>
      <inkml:brushProperty name="color" value="#7030A0"/>
    </inkml:brush>
  </inkml:definitions>
  <inkml:trace contextRef="#ctx0" brushRef="#br0">4762 3933 0,'36'18'235,"-1"-18"-220,18 0-15,0 35 16,0-35-16,-18 0 16,36 0-16,-1 36 15,36-36-15,88 0 16,18 17-1,-36 1 1,-35-18 0,-35 0 15,0 0-31,17 0 31,-17 0-15,-53 0-16,71 0 15,-72 0-15,1 0 16,106 0 0,0 18-1,-18-18 1,-35 0 0,17 17-1,-17 1 1,0 17-1,0 0 17,-36-35-32,19 36 15,-37-36-15,-16 0 0,34 0 32,19 0-17,16 0 1,19 0-1,-18 0 1,-18 0 0,-18 0-16,-17 0 15,-17 0-15,17 0 0,-1 0 16,54 0 0,-35 0-1,70 0 1,0 0-1,-53 0 1,18 0 0,18 0 15,-36 35-31,-53-35 0,71 18 31,-18-18-31,-17 0 0,52 0 31,-17 0-15,-18 0 0,0 0-1,53 0 1,18 0 0,-18 0-1,-53 0 1,-35 0-16,36 0 15,-37 0 1,-16 0-16,17-36 16</inkml:trace>
  <inkml:trace contextRef="#ctx0" brushRef="#br0" timeOffset="3656.714">3510 4780 0,'35'0'110,"1"35"-110,17-35 15,-18 0-15,18 0 16,70 0-1,36 0 1,88 0 0,53 0-1,-159 0-15,176 0 16,-175 0 0,-1 0-16,159 36 15,70-19 16,-88-17-15,-35 0 0,-53 0-16,-106 0 31,-35 0-31,-17 0 0,16 0 16,-34 0-16,35 0 15,35 0 1,18 0-1,-18 0 1,36 0 0,-18 0-1,-36 0 1,1 0 0,34 0-1,-16 0 1,-1 0 15,0 0-31,-35 0 31,-35 0-31,-1 0 157,1 0-157,35 0 15,-18 0 1,0 0-16,18 0 15,18 0 17,-36 0-32</inkml:trace>
  <inkml:trace contextRef="#ctx0" brushRef="#br0" timeOffset="6229.7546">14252 4815 0,'18'0'234,"35"-17"-234,0 17 16,70-18 0,-35 18-1,53 0 1,18 0 0</inkml:trace>
  <inkml:trace contextRef="#ctx0" brushRef="#br0" timeOffset="6899.4625">16334 4833 0,'0'0'0,"53"0"15,-18 0 1,18 0-16,0 0 16,0 0-1,70 0 1,-88 0 0,18 0-1,18 0 1,-54 0-16,19 0 15,-36-18 17,17 18 93,19 0-78,17 0-32,-1 0-15,-34 0 16,17 0-1</inkml:trace>
  <inkml:trace contextRef="#ctx0" brushRef="#br0" timeOffset="8371.6268">19932 4780 0,'35'0'172,"18"0"-172,106 0 16,-36 0 0,265 0-1,-141 0 1,18 0-1,-106 0 1,-71 0 0,35 0-1,-87 0 1,-1 0-16,18 0 16,17 0-1,-52 0 1,70 0-1,-35 0 1,18 0 0,17 0-1,18 0-15,-18 0 32,-35 0-17,-18 0 1</inkml:trace>
  <inkml:trace contextRef="#ctx0" brushRef="#br0" timeOffset="10206.1477">21008 5644 0,'18'0'79,"17"0"-64,0 0 1,106 0-1,36 0 1,105 0 0,35 0-1,107 0 1,-19 0 0,-87 0-1,-177 0-15,71 0 16,-142 0-1,-52 0-15,52 0 16,-34 0 15</inkml:trace>
  <inkml:trace contextRef="#ctx0" brushRef="#br0" timeOffset="10430.3321">23707 5644 0</inkml:trace>
  <inkml:trace contextRef="#ctx0" brushRef="#br0" timeOffset="16339.3878">5697 6368 0,'18'0'109,"17"0"-93,1 0-1,16 0-15,125 0 31,-124 0-31,53 35 16,35-35 0,-71 35-16,-17-35 15,35 0 1</inkml:trace>
  <inkml:trace contextRef="#ctx0" brushRef="#br0" timeOffset="18810.8327">19315 6191 0,'17'0'140,"18"0"-124,36 0-16,-18 0 16,53 0-1,88 0 1,53 0 0,-53 0-1,-35 0 16,-71 0-31</inkml:trace>
  <inkml:trace contextRef="#ctx0" brushRef="#br0" timeOffset="23565.063">8925 7073 0</inkml:trace>
  <inkml:trace contextRef="#ctx0" brushRef="#br0" timeOffset="27476.0349">17551 7197 0,'70'0'125,"-17"0"-125,-18 0 0,18 0 15,36 0 1,122-36 15,54 36-31,-54 0 31,36 0-15,18 0 0,-106 0-1,-18 0 1,-88 18 0,-36-18-1,19 0 1,17 0 109,0 0-125,-1-18 15,-16 18-15,87-17 32,-35 17-17,-52 0 1,-19 0 125,36 0-126,0 0-15,18 0 0,17 0 16,-35 0 15,-18 17-15</inkml:trace>
  <inkml:trace contextRef="#ctx0" brushRef="#br0" timeOffset="28381.6091">22260 7108 0,'36'18'94,"34"0"-78,1-18-1,211 35 1,71-35-1,-1 0 1,54 0 0,-88 0-1,-19 0 1,-228 0 0,-53 0-16,17 0 15</inkml:trace>
  <inkml:trace contextRef="#ctx0" brushRef="#br0" timeOffset="39081.5127">13935 9772 0</inkml:trace>
  <inkml:trace contextRef="#ctx0" brushRef="#br0" timeOffset="40533.2184">16210 8784 0</inkml:trace>
  <inkml:trace contextRef="#ctx0" brushRef="#br0" timeOffset="41211.5515">9984 8837 0,'17'0'78,"19"-35"-78,16 17 16,19-88-1,52-141-15</inkml:trace>
  <inkml:trace contextRef="#ctx0" brushRef="#br0" timeOffset="41481.4616">10354 8202 0,'53'0'78,"17"53"-62,36 0 0,18 35-16,70 18 15,-88-18 1,-36-53-1,-17 1 17</inkml:trace>
  <inkml:trace contextRef="#ctx0" brushRef="#br0" timeOffset="44479.1885">4745 8678 0,'35'0'16,"-17"0"46,17 18-46,0-18-16,1 0 15,158 18 1,-89-18 0,37 0-16,175 0 15,-176 0 1,0 0-16,230 0 16,-89 0 15,-88 0-31,-18 35 31,-70-35-15,-18 53-1,-52-53-15,17 0 16,-1 0-16,1 0 0,-35 0 16,70 0-1,-35 0 1,-35 0-1,-1 0 1,1 0 0,17 0-1,1 0-15,-19 0 16,19 0 0,-1 0 15,-18 0-31,19 0 31,17-18-31,17 18 31,-35 0-15,18 0 0,-53-17 46</inkml:trace>
  <inkml:trace contextRef="#ctx0" brushRef="#br0" timeOffset="47764.1955">12047 10301 0,'18'0'94,"0"18"-79,35-18 1,88 0 0,106 0-1,35 0 1,-35 0 0,17 0-1,-70 0 1,-176 0-1</inkml:trace>
  <inkml:trace contextRef="#ctx0" brushRef="#br0" timeOffset="48820.6283">14658 9260 0,'35'-17'93,"-17"17"-77,17 0 0,0 0-1,36 0 1,-1-36 0,54 1-1,52 35 1,124 0-1,18 0 1,-142 0-16,36 0 16,-1 0-16,-34 0 15,-36 0-15,-71 0 32,-34 0 30</inkml:trace>
  <inkml:trace contextRef="#ctx0" brushRef="#br0" timeOffset="77966.2777">2311 11077 0,'17'18'172,"1"-18"-172,17 0 31,18 0-31,-35 0 0,70 35 31,-17-17-15,34 17-1,19-35 1,140 0 0,-52 0-1,0 0 1,-106 0-1,-1 0 1,1 0 0,-35 0-1,-1 18 1,-34-18-16,52 0 31,-71 0-31,19 0 16,34 0-1,-34 0 1,-19 0 78,-17 35-63,18-35-31,0 0 16,34 18-16,37-18 31,-72 0-15,71 0-16,1 0 31,-36 0 234,35 0-265,18 0 16,-1 0-16,37 0 16,34 0-1,89 0 1,-195 0-16,36 0 16,-53 0-16,-18 0 15,53 0 1,-52 35-16,34-17 15,-17-18 1,-18 0-16,71 17 16,0 18-1,17 1 1,-17-19 15,-53-17-31,0 0 0,35 0 31,-35 0-31,0 0 16,71-35 0,-19 35-1,-52 0 1,-17 0 0,-19-35-1,71 35 1,-17 0-1,53 0 1,105 0 15,-159 0-31,36 0 0,-53 0 0,0 0 16,18 0 0,17 0-1,71 0 1,-1 0-16,89 0 31,-35 0-31,-106 0 31,0 0-15,-18 0 0,35 0-1,89 0 1,35 0-1,-106 0-15,-35 0 16,17 0 0,-17 0-16,0 0 0,53 0 31,-71 0-15,18 0-1,17-18 1,-17 1-1,0 17 1,17 0 0,-52-53-1,17 35 1,18 18 0,-53 0-1,53-35 1,-1 35-1,19 0 1,-36-18 0,18 18-1,-53 0 17,-35-35-32,70 35 0,-71 0 15,19 0 1,52-36-1,18 36 1,-89 0-16,36 0 31,35-17-31,1-18 32,69 35-17,1 0 1,35 0-1,-88 0 1,-18 0 0,36 0-1,34 0 17,19 0-17,17 0 1,-35 0-1,-54 0 1,-69 0-16,-19 0 16,19 0-16,-19 0 15,-17 17-15,53-17 32,0 0-32,35 0 15,-70 0 1,0 0-16,34 0 15,-16 0 48,17 0-63,0 0 16,-1 18-16,54 17 15,-35-17 1,17 17 15,-17-17-15,-18 17-1,-1-35 1,-16 18 0,-19-18-16</inkml:trace>
  <inkml:trace contextRef="#ctx0" brushRef="#br0" timeOffset="85141.3876">18415 11201 0,'35'0'62,"1"0"-46,-1 0-1,71 0-15,17 0 16,1 0 15,70 0-15,53 0-1,-142 0-15,54 0 16,-53 0-16,35 0 0,0 0 0,106 0 31,-18 0-15,-17 0 0,-71 0-1,-35 0 1,18 0-1,-54 0 17,1 0-32,-18 0 15,-1 0 1,1 0-16,36 0 31,34-36-15,-52 36-1,17 0-15,18 0 32,17 0-32,-70 0 15,35 0 1,-52 0 0,16 0-16,-52-17 15,53 17 1,18 0-1,35 0 1,-36 0 15,18 0-31,-52 0 0,52 0 32,-53 0-32,1 0 0,34 0 31,18 0-16,-17 0 1,17 0 0,0-36-1,18 19 1,-18-18 0,-52 17-16,69 18 15,-87-35-15,53 35 16,17 0-1,-53-18 1,18 18 0,-35 0-1,17 0 1,0 0 0</inkml:trace>
  <inkml:trace contextRef="#ctx0" brushRef="#br0" timeOffset="86922.9801">25682 10989 0,'18'0'265,"35"0"-249,0 18-16,70-18 16,-17 0-1,35 0 1,35 0 0,-34 0 15,-37 0-31,-34 0 31,-36 0-31,1 0 0,-19 0 16,18 0-16,-35 17 15,36-17 79,-1 0 0,0 0-79,18 0-15,-18 0 16,18 0 0,71 0-1,-71 18-15,17-18 16,-17 18-16,-35-18 16,35 0-1,-36 0 1,1 0-1,17 0 1,18 0 0,71 0-1,-1 0 1,-17 35 0,18-35 15,-1 0-31,18 0 31,-35 0-31,0 0 31,35 0-15,-88-35 0,17 35-1,19-18 1,-72 18-1,1 0 1</inkml:trace>
  <inkml:trace contextRef="#ctx0" brushRef="#br0" timeOffset="93589.4531">32420 16669 0</inkml:trace>
  <inkml:trace contextRef="#ctx0" brushRef="#br0" timeOffset="94215.4359">31574 17145 0,'0'-35'93,"0"-36"-93,0-35 16</inkml:trace>
  <inkml:trace contextRef="#ctx0" brushRef="#br0" timeOffset="94389.4633">31962 16104 0</inkml:trace>
  <inkml:trace contextRef="#ctx0" brushRef="#br0" timeOffset="97956.9859">24042 14340 0,'-18'0'47,"36"0"78,17 0-125,0 0 16,1 0-16,-1 0 15,71 0 1,-53 0 0,52 0 15,-16 0-31,-1 0 31,0 0-31,0 0 31,18 0-31,-18 0 32,-70 0-32,0 0 0,-1 0 15,18 0-15,18 0 16,-35 0-16,88 0 31,-18 0-15,-35 0-1,0 0 1,-18 0 0,18 0-1,-18 0 1,36 0-16,-36 0 16,-17 0-1,17 0 1,36 0-1,-18 0 1,17 53 0,36-53-16,-71 0 0,36 0 31,-18 0-31,-36 0 16,1 18-1,0-18 32,-1 35-31,19-35-16,34 0 15</inkml:trace>
  <inkml:trace contextRef="#ctx0" brushRef="#br0" timeOffset="107542.7471">19826 12629 0,'18'0'141,"-1"0"-141,19 0 16,-1 0-1,-17 0 1,34 36-16,72-36 16,-18 0 15,-53 0-31,53 0 0,70 0 0,-35 0 15,35 0 1,160 0 0,-54 0-1,0 0 1,-53 0 0,-35 0-1,-53 0 1,18 0-1,-35 0 1,-1 0 0,-52 0-1,-18 0 1,0 0 0,-18 0-1,53 0 1,-17 0-1,-19 0 17,-16 0-32,-1 0 15,18 0-15,-35 0 0,17 17 16,35-17 0,19 18-1,-36 0 1,35-18-1,-18 0 1,-52 0 0</inkml:trace>
  <inkml:trace contextRef="#ctx0" brushRef="#br0" timeOffset="108384.8191">23513 12718 0,'17'0'78,"1"0"-78,17 0 15,-17 0-15,88 0 16,52 70 15,142-52-31,0 35 31,-88-36-31,-1 36 32,-105-17-32,-53 16 31,18 19 0,-36-36 0,-17 36-31,35-36 16,0 36 0,-1 17-1,-52-70-15,36 17 16,17-18 31</inkml:trace>
  <inkml:trace contextRef="#ctx0" brushRef="#br0" timeOffset="110784.559">24888 13317 0,'18'0'31,"0"0"-15,17 0 0,0 18-16,36 17 15,-1 18 1,19 0 0,-19-35-1,-52 17 16,35-17-31,-36 17 32,19-17-17,-19-18 126,19 0-141,-1 0 31,-18 0-15,-17-18-16,0 0 31,0-17-15,0 17-1,0-17 1,0-35 0,0 52-16,0-70 15,0 70-15,0 0 0,-35-17 31</inkml:trace>
  <inkml:trace contextRef="#ctx0" brushRef="#br0" timeOffset="116655.5949">5274 13899 0,'35'0'109,"-17"0"-93,17 0-16,-17 0 16,70 0-1,194 0-15,36 0 31,-177 0-31,159 36 16,-247-36-16,0 0 16,-18 0-1</inkml:trace>
  <inkml:trace contextRef="#ctx0" brushRef="#br0" timeOffset="117904.6857">6315 13688 0,'17'0'47,"1"0"-31,35 17-16,0 36 16,0 0 15,35-35-16,-18 35 1,-34-18 0,17-17-1,0 35 1,-36-53 0,19 17-1,-36 1 235,-18 0-250,0-1 0,-17 1 16,-18 70-1,35-53 1,-17 1 0,17-1-1</inkml:trace>
  <inkml:trace contextRef="#ctx0" brushRef="#br0" timeOffset="119419.0073">8855 13511 0,'-36'0'94,"36"-53"-63,-17 36-31,17-36 0,0-35 32,0 52-32,70-69 31,36-19-16,-35 71-15</inkml:trace>
  <inkml:trace contextRef="#ctx0" brushRef="#br0" timeOffset="120048.8887">10125 12859 0,'0'0'0,"88"35"15,-35-17-15,35 87 16,-17-52 0,-19 0-1,-34-17 1,17-19-1,18 36 48,-53-18-32,53 18 32,-53-35-48,0 0 1,36-1 0</inkml:trace>
  <inkml:trace contextRef="#ctx0" brushRef="#br0" timeOffset="121225.7352">11130 13476 0,'35'-35'125,"18"17"-125,-35-17 15,17-18-15,-35 35 16,53-123-1,-35 18 1,52 70 0,-17 0-1,0-18 1,35 18 15,106 53-15,-52 0-16,-37 0 15,36 0-15,159 18 16,0 53 0,-71-1-1,-105 36 1,-1 0 0,-70-53-1,0 0 1,-17-36-1,-36 19 1,17-19 15,-17 1-15</inkml:trace>
  <inkml:trace contextRef="#ctx0" brushRef="#br0" timeOffset="122091.5818">13705 13600 0,'0'-18'79,"0"-35"-64,18 18-15,0-36 16,-18 18-1,17 0-15,54 0 16,-36-88 0,0 106-1,-35 0 1</inkml:trace>
  <inkml:trace contextRef="#ctx0" brushRef="#br0" timeOffset="122507.6464">14746 13000 0,'0'0'0,"159"53"0,-18-36 15,-35 19-15,17-19 16,-87 19-16,-19-19 16,-17 1-16,53 35 15,-18-18 1,-35 0-1,53-17 1,-53 17 0</inkml:trace>
  <inkml:trace contextRef="#ctx0" brushRef="#br0" timeOffset="123798.6105">15804 13494 0,'36'0'94,"-36"-18"-63,17-17-31,89-89 16,-53 1-1,18 35 1,34 35 0,-16-18 15,34 18-31,-35 53 31,89 18-15,-71 35-1,-1 35-15,54 71 32,-35-71-32,17 53 31,-18-17-16,54-19 1,-72-52 0</inkml:trace>
  <inkml:trace contextRef="#ctx0" brushRef="#br0" timeOffset="128268.2633">18309 13017 0,'35'0'16,"18"0"0,0 0-1,0 0 95,0 0-110,0 0 15,18 0 1,123 0-16,-53 0 31,-18 0-15,-88 0-16,18 0 15,-35 18-15,0 17 32,17-17-17,53 70 1,0-17-1,-17-36 1,-1-17 0,-70 17-1,18-35 126,-18 18-141,18-18 62,-1 35-62</inkml:trace>
  <inkml:trace contextRef="#ctx0" brushRef="#br0" timeOffset="129257.6534">20073 13511 0,'18'-53'172,"17"-17"-156,36 17-16,-54 18 15,36 17 1,53 0-1,35-17 1,18 35 0,-106 0-16,70 0 0,-17 0 15,0 18 1,123 17 0,-35 0-1,-88-17 1,-88 0-1,-1-1 17,1-17-17,0 18 1,-1 0-16,18-18 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83979-D822-40E5-9520-F242283CBA35}" type="datetimeFigureOut">
              <a:rPr lang="en-US" smtClean="0"/>
              <a:t>4/11/2026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34841-7FC6-4433-B18B-966C143A1C03}" type="slidenum">
              <a:rPr lang="en-US" smtClean="0"/>
              <a:t>‹#›</a:t>
            </a:fld>
            <a:endParaRPr lang="en-US"/>
          </a:p>
        </p:txBody>
      </p:sp>
    </p:spTree>
    <p:extLst>
      <p:ext uri="{BB962C8B-B14F-4D97-AF65-F5344CB8AC3E}">
        <p14:creationId xmlns:p14="http://schemas.microsoft.com/office/powerpoint/2010/main" val="226687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4934841-7FC6-4433-B18B-966C143A1C03}" type="slidenum">
              <a:rPr lang="en-US" smtClean="0"/>
              <a:t>30</a:t>
            </a:fld>
            <a:endParaRPr lang="en-US"/>
          </a:p>
        </p:txBody>
      </p:sp>
    </p:spTree>
    <p:extLst>
      <p:ext uri="{BB962C8B-B14F-4D97-AF65-F5344CB8AC3E}">
        <p14:creationId xmlns:p14="http://schemas.microsoft.com/office/powerpoint/2010/main" val="1414511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336B-AD77-82E0-856D-4CC4F6FC89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E4C3F0-5E6D-7862-ABCA-E06CCA643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B05510-0CFE-1A78-2202-60935F893014}"/>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5" name="Footer Placeholder 4">
            <a:extLst>
              <a:ext uri="{FF2B5EF4-FFF2-40B4-BE49-F238E27FC236}">
                <a16:creationId xmlns:a16="http://schemas.microsoft.com/office/drawing/2014/main" id="{C32A7A22-1DCB-8767-1B91-5CC8EBE204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5FA30-678E-7C9B-05B3-9E834BD9ED29}"/>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2482464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AD16D-FD2F-7D8B-C614-3FF442210C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7DCF3-B7F2-1BA9-3224-AFC71449EC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DB0F-EAA2-730A-51A1-F0B97D9B9C8A}"/>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5" name="Footer Placeholder 4">
            <a:extLst>
              <a:ext uri="{FF2B5EF4-FFF2-40B4-BE49-F238E27FC236}">
                <a16:creationId xmlns:a16="http://schemas.microsoft.com/office/drawing/2014/main" id="{2F969E61-31B0-2B78-D87A-5C1723986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19AFF0-531D-DF38-0D89-48E1783D6867}"/>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3725369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6B16E-6B76-FC47-2408-92593AE73F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4C36E-C85F-A54F-44F3-817392A33A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12055E-CCDD-280B-0834-046507E7DB95}"/>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5" name="Footer Placeholder 4">
            <a:extLst>
              <a:ext uri="{FF2B5EF4-FFF2-40B4-BE49-F238E27FC236}">
                <a16:creationId xmlns:a16="http://schemas.microsoft.com/office/drawing/2014/main" id="{A9395A9A-F8A7-1604-BDC9-2BD44BF0F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CBE19-4645-7DFB-6AF6-854FCF89190B}"/>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751757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20E63-C245-3301-6371-B894302995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6E5800-7AB8-B588-7B0A-A3E517CE15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A04316-551F-C3AF-470A-D6861BF23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5B3359-1542-D6F5-E9A7-1D660EC9AB2D}"/>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6" name="Footer Placeholder 5">
            <a:extLst>
              <a:ext uri="{FF2B5EF4-FFF2-40B4-BE49-F238E27FC236}">
                <a16:creationId xmlns:a16="http://schemas.microsoft.com/office/drawing/2014/main" id="{BCD5FFAE-7195-8839-8A9D-7D957D114D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A0344B-53C0-406D-6156-2DEDFFCAA7E8}"/>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1180279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50A27-A0C9-C3AF-18BE-AE1AAFCCD08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DDFC29-B0A7-582B-2AAA-31C1171CB5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7B96CE-7902-74CF-3404-3DEA35CE59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02988B-0BAE-791C-AD1D-4981AB2270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578F5A-D85E-8BB5-B4E2-4091656E4D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CC027-2AD5-84F3-5FA9-16C9C5D85BF4}"/>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8" name="Footer Placeholder 7">
            <a:extLst>
              <a:ext uri="{FF2B5EF4-FFF2-40B4-BE49-F238E27FC236}">
                <a16:creationId xmlns:a16="http://schemas.microsoft.com/office/drawing/2014/main" id="{F793E8B6-9DDF-C678-2E91-5EA55C6AF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FEF8A8-8888-A26F-7C3D-9212E0A01AFF}"/>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3221064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A265C-12E1-0AAD-A33F-53D8B08141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8B22E7-A0AD-D3E0-3BB5-A2CC8F9A440F}"/>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4" name="Footer Placeholder 3">
            <a:extLst>
              <a:ext uri="{FF2B5EF4-FFF2-40B4-BE49-F238E27FC236}">
                <a16:creationId xmlns:a16="http://schemas.microsoft.com/office/drawing/2014/main" id="{140CB9F1-AC6B-FF11-BEF9-CF62FBC69A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068628-3C0A-7C2B-3E64-28C883ACF1B2}"/>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2519150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A8023B-AE1B-3B8F-060C-B032FEDA6467}"/>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3" name="Footer Placeholder 2">
            <a:extLst>
              <a:ext uri="{FF2B5EF4-FFF2-40B4-BE49-F238E27FC236}">
                <a16:creationId xmlns:a16="http://schemas.microsoft.com/office/drawing/2014/main" id="{2739D8BD-9051-9209-F858-08777639F7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9FA708-263E-C012-9C9A-9438D83DF479}"/>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2895122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72CA7-E557-336B-6E3D-EC82189135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777A57-5238-F599-1BB9-B5DBA0FA09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85D75C-7775-F59A-063C-BD020CB28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54EF9F-A33B-5074-463A-AF9122345427}"/>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6" name="Footer Placeholder 5">
            <a:extLst>
              <a:ext uri="{FF2B5EF4-FFF2-40B4-BE49-F238E27FC236}">
                <a16:creationId xmlns:a16="http://schemas.microsoft.com/office/drawing/2014/main" id="{52367E2C-928C-C356-402A-0DAC93EC8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A9836E-E2AF-427D-1FD8-EF0E358F3C05}"/>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1032294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F72D-015E-3A65-770F-31AC307091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147082-AA69-C40B-ED81-242ACE794E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05ED43-1A71-DDFF-E3C7-88169314CF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5C61D2-38F6-92FC-0113-D6D62DD51DBE}"/>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6" name="Footer Placeholder 5">
            <a:extLst>
              <a:ext uri="{FF2B5EF4-FFF2-40B4-BE49-F238E27FC236}">
                <a16:creationId xmlns:a16="http://schemas.microsoft.com/office/drawing/2014/main" id="{C4DBBA50-AD49-D0EF-3982-4D881C58E4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43442-4502-5610-8032-644ADAE271A8}"/>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2195899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B0709-13FB-0721-A2BB-0F424607E0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A66861-0565-0E60-6B7B-1039480F23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8708F-9CE9-1790-DB4A-157162A583CA}"/>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5" name="Footer Placeholder 4">
            <a:extLst>
              <a:ext uri="{FF2B5EF4-FFF2-40B4-BE49-F238E27FC236}">
                <a16:creationId xmlns:a16="http://schemas.microsoft.com/office/drawing/2014/main" id="{23FA4904-8E2D-1ACC-0512-F7DBF91028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E8BCF-6829-834A-3A57-C1328EEBE63F}"/>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1379313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19BF1F-E378-069A-5B98-8EC896D02E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53DABA-B2A1-B57F-A90B-ABF27D15CC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338A2C-75B7-188E-0F81-9270FFAF10F8}"/>
              </a:ext>
            </a:extLst>
          </p:cNvPr>
          <p:cNvSpPr>
            <a:spLocks noGrp="1"/>
          </p:cNvSpPr>
          <p:nvPr>
            <p:ph type="dt" sz="half" idx="10"/>
          </p:nvPr>
        </p:nvSpPr>
        <p:spPr/>
        <p:txBody>
          <a:bodyPr/>
          <a:lstStyle/>
          <a:p>
            <a:fld id="{8A212CB6-CDF2-4545-900D-077E738D51D7}" type="datetimeFigureOut">
              <a:rPr lang="en-US" smtClean="0"/>
              <a:t>4/11/2026</a:t>
            </a:fld>
            <a:endParaRPr lang="en-US"/>
          </a:p>
        </p:txBody>
      </p:sp>
      <p:sp>
        <p:nvSpPr>
          <p:cNvPr id="5" name="Footer Placeholder 4">
            <a:extLst>
              <a:ext uri="{FF2B5EF4-FFF2-40B4-BE49-F238E27FC236}">
                <a16:creationId xmlns:a16="http://schemas.microsoft.com/office/drawing/2014/main" id="{DCACDA61-6B72-9CC7-F57D-C592CB2B4D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0683E-7BD1-703E-26F4-6F4CAC2F9410}"/>
              </a:ext>
            </a:extLst>
          </p:cNvPr>
          <p:cNvSpPr>
            <a:spLocks noGrp="1"/>
          </p:cNvSpPr>
          <p:nvPr>
            <p:ph type="sldNum" sz="quarter" idx="12"/>
          </p:nvPr>
        </p:nvSpPr>
        <p:spPr/>
        <p:txBody>
          <a:bodyPr/>
          <a:lstStyle/>
          <a:p>
            <a:fld id="{DEC4C049-E8C9-4A18-8C09-B53F0C08D30C}" type="slidenum">
              <a:rPr lang="en-US" smtClean="0"/>
              <a:t>‹#›</a:t>
            </a:fld>
            <a:endParaRPr lang="en-US"/>
          </a:p>
        </p:txBody>
      </p:sp>
    </p:spTree>
    <p:extLst>
      <p:ext uri="{BB962C8B-B14F-4D97-AF65-F5344CB8AC3E}">
        <p14:creationId xmlns:p14="http://schemas.microsoft.com/office/powerpoint/2010/main" val="3932858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E7AC5D-EF9F-1F43-B662-D315DCCE33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E27CF7-36A4-6D19-D63F-66D275EF2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7CD972-63F6-F2BF-98DF-91994C241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212CB6-CDF2-4545-900D-077E738D51D7}" type="datetimeFigureOut">
              <a:rPr lang="en-US" smtClean="0"/>
              <a:t>4/11/2026</a:t>
            </a:fld>
            <a:endParaRPr lang="en-US"/>
          </a:p>
        </p:txBody>
      </p:sp>
      <p:sp>
        <p:nvSpPr>
          <p:cNvPr id="5" name="Footer Placeholder 4">
            <a:extLst>
              <a:ext uri="{FF2B5EF4-FFF2-40B4-BE49-F238E27FC236}">
                <a16:creationId xmlns:a16="http://schemas.microsoft.com/office/drawing/2014/main" id="{4590EBA1-EAA5-C95F-04C7-EE6FB23AF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3BF14F-A45C-8FDE-B3EE-4B6F0524A2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C4C049-E8C9-4A18-8C09-B53F0C08D30C}" type="slidenum">
              <a:rPr lang="en-US" smtClean="0"/>
              <a:t>‹#›</a:t>
            </a:fld>
            <a:endParaRPr lang="en-US"/>
          </a:p>
        </p:txBody>
      </p:sp>
      <p:sp>
        <p:nvSpPr>
          <p:cNvPr id="7" name="TextBox 6">
            <a:extLst>
              <a:ext uri="{FF2B5EF4-FFF2-40B4-BE49-F238E27FC236}">
                <a16:creationId xmlns:a16="http://schemas.microsoft.com/office/drawing/2014/main" id="{0FEED55A-A449-0E55-68CE-B8AB9A8CC89D}"/>
              </a:ext>
            </a:extLst>
          </p:cNvPr>
          <p:cNvSpPr txBox="1"/>
          <p:nvPr userDrawn="1"/>
        </p:nvSpPr>
        <p:spPr>
          <a:xfrm>
            <a:off x="838200" y="90766"/>
            <a:ext cx="10739120" cy="369332"/>
          </a:xfrm>
          <a:prstGeom prst="rect">
            <a:avLst/>
          </a:prstGeom>
          <a:solidFill>
            <a:srgbClr val="002060"/>
          </a:solidFill>
        </p:spPr>
        <p:txBody>
          <a:bodyPr wrap="square" rtlCol="0">
            <a:spAutoFit/>
          </a:bodyPr>
          <a:lstStyle/>
          <a:p>
            <a:pPr algn="ctr"/>
            <a:endParaRPr lang="en-US" b="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57242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emf"/><Relationship Id="rId5" Type="http://schemas.openxmlformats.org/officeDocument/2006/relationships/customXml" Target="../ink/ink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7.emf"/><Relationship Id="rId4" Type="http://schemas.openxmlformats.org/officeDocument/2006/relationships/customXml" Target="../ink/ink3.xml"/></Relationships>
</file>

<file path=ppt/slides/_rels/slide2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30.emf"/></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0.png"/><Relationship Id="rId1" Type="http://schemas.openxmlformats.org/officeDocument/2006/relationships/slideLayout" Target="../slideLayouts/slideLayout1.xml"/><Relationship Id="rId5" Type="http://schemas.openxmlformats.org/officeDocument/2006/relationships/image" Target="../media/image32.emf"/><Relationship Id="rId4" Type="http://schemas.openxmlformats.org/officeDocument/2006/relationships/customXml" Target="../ink/ink5.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0.png"/><Relationship Id="rId1" Type="http://schemas.openxmlformats.org/officeDocument/2006/relationships/slideLayout" Target="../slideLayouts/slideLayout1.xml"/><Relationship Id="rId5" Type="http://schemas.openxmlformats.org/officeDocument/2006/relationships/image" Target="../media/image33.emf"/><Relationship Id="rId4" Type="http://schemas.openxmlformats.org/officeDocument/2006/relationships/customXml" Target="../ink/ink6.xml"/></Relationships>
</file>

<file path=ppt/slides/_rels/slide3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customXml" Target="../ink/ink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customXml" Target="../ink/ink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customXml" Target="../ink/ink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60.png"/><Relationship Id="rId1" Type="http://schemas.openxmlformats.org/officeDocument/2006/relationships/slideLayout" Target="../slideLayouts/slideLayout1.xml"/><Relationship Id="rId4" Type="http://schemas.openxmlformats.org/officeDocument/2006/relationships/image" Target="../media/image37.emf"/></Relationships>
</file>

<file path=ppt/slides/_rels/slide3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p:cNvPicPr>
            <a:picLocks noChangeAspect="1"/>
          </p:cNvPicPr>
          <p:nvPr/>
        </p:nvPicPr>
        <p:blipFill>
          <a:blip r:embed="rId2"/>
          <a:stretch>
            <a:fillRect/>
          </a:stretch>
        </p:blipFill>
        <p:spPr>
          <a:xfrm>
            <a:off x="1323893" y="2279916"/>
            <a:ext cx="8893202" cy="2792827"/>
          </a:xfrm>
          <a:prstGeom prst="rect">
            <a:avLst/>
          </a:prstGeom>
        </p:spPr>
      </p:pic>
    </p:spTree>
    <p:extLst>
      <p:ext uri="{BB962C8B-B14F-4D97-AF65-F5344CB8AC3E}">
        <p14:creationId xmlns:p14="http://schemas.microsoft.com/office/powerpoint/2010/main" val="4865907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9899" y="2693745"/>
            <a:ext cx="6192202" cy="1272389"/>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DEEP LEARNING COURSE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u="sng" dirty="0" smtClean="0">
                <a:solidFill>
                  <a:srgbClr val="FFFF00"/>
                </a:solidFill>
                <a:effectLst>
                  <a:outerShdw blurRad="38100" dist="38100" dir="2700000" algn="tl">
                    <a:srgbClr val="000000">
                      <a:alpha val="43137"/>
                    </a:srgbClr>
                  </a:outerShdw>
                </a:effectLst>
                <a:latin typeface="Calibri" panose="020F0502020204030204"/>
              </a:rPr>
              <a:t>SPRING</a:t>
            </a:r>
            <a:r>
              <a:rPr kumimoji="0" lang="en-US" sz="4000" b="1" i="0" u="sng" strike="noStrike" kern="1200" cap="none" spc="0" normalizeH="0" baseline="0" noProof="0" dirty="0" smtClean="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 </a:t>
            </a: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2026</a:t>
            </a:r>
          </a:p>
        </p:txBody>
      </p:sp>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107680" y="6263640"/>
            <a:ext cx="35204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Usman Khan, PhD</a:t>
            </a:r>
          </a:p>
        </p:txBody>
      </p:sp>
    </p:spTree>
    <p:extLst>
      <p:ext uri="{BB962C8B-B14F-4D97-AF65-F5344CB8AC3E}">
        <p14:creationId xmlns:p14="http://schemas.microsoft.com/office/powerpoint/2010/main" val="11886472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8FB8B-FFE0-5A71-0FD4-332625DD607B}"/>
              </a:ext>
            </a:extLst>
          </p:cNvPr>
          <p:cNvSpPr>
            <a:spLocks noGrp="1"/>
          </p:cNvSpPr>
          <p:nvPr>
            <p:ph type="title"/>
          </p:nvPr>
        </p:nvSpPr>
        <p:spPr>
          <a:xfrm>
            <a:off x="1041400" y="2519045"/>
            <a:ext cx="10515600" cy="1325563"/>
          </a:xfrm>
        </p:spPr>
        <p:txBody>
          <a:bodyPr/>
          <a:lstStyle/>
          <a:p>
            <a:pPr algn="ctr"/>
            <a:r>
              <a:rPr lang="en-US" b="1" dirty="0"/>
              <a:t>PRAYERS BREAK till 1850 / 0650 PM</a:t>
            </a:r>
          </a:p>
        </p:txBody>
      </p:sp>
    </p:spTree>
    <p:extLst>
      <p:ext uri="{BB962C8B-B14F-4D97-AF65-F5344CB8AC3E}">
        <p14:creationId xmlns:p14="http://schemas.microsoft.com/office/powerpoint/2010/main" val="9741686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2B988-AAFF-BC0A-3AFC-B4B0293008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E662E0-D7A7-4C6D-1179-1CD5BA41D92C}"/>
              </a:ext>
            </a:extLst>
          </p:cNvPr>
          <p:cNvSpPr txBox="1"/>
          <p:nvPr/>
        </p:nvSpPr>
        <p:spPr>
          <a:xfrm>
            <a:off x="516835" y="894522"/>
            <a:ext cx="11211339" cy="5078313"/>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The </a:t>
            </a:r>
            <a:r>
              <a:rPr lang="en-US" b="1" i="1" dirty="0">
                <a:solidFill>
                  <a:srgbClr val="0070C0"/>
                </a:solidFill>
              </a:rPr>
              <a:t>last layer in a CNN uses these higher-level features to make predictions </a:t>
            </a:r>
            <a:r>
              <a:rPr lang="en-US" dirty="0"/>
              <a:t>regarding the contents of the image</a:t>
            </a:r>
          </a:p>
          <a:p>
            <a:pPr marL="285750" indent="-285750">
              <a:buFont typeface="Wingdings" panose="05000000000000000000" pitchFamily="2" charset="2"/>
              <a:buChar char="q"/>
            </a:pPr>
            <a:r>
              <a:rPr lang="en-US" dirty="0"/>
              <a:t>In practice, </a:t>
            </a:r>
            <a:r>
              <a:rPr lang="en-US" b="1" i="1" dirty="0">
                <a:solidFill>
                  <a:srgbClr val="0070C0"/>
                </a:solidFill>
              </a:rPr>
              <a:t>CNNs give us two key benefits: local invariance and compositionality</a:t>
            </a:r>
            <a:r>
              <a:rPr lang="en-US" dirty="0">
                <a:solidFill>
                  <a:srgbClr val="0070C0"/>
                </a:solidFill>
              </a:rPr>
              <a:t>. </a:t>
            </a:r>
          </a:p>
          <a:p>
            <a:pPr marL="285750" indent="-285750">
              <a:buFont typeface="Wingdings" panose="05000000000000000000" pitchFamily="2" charset="2"/>
              <a:buChar char="q"/>
            </a:pPr>
            <a:r>
              <a:rPr lang="en-US" dirty="0"/>
              <a:t>The </a:t>
            </a:r>
            <a:r>
              <a:rPr lang="en-US" b="1" i="1" dirty="0">
                <a:solidFill>
                  <a:srgbClr val="0070C0"/>
                </a:solidFill>
              </a:rPr>
              <a:t>concept of local invariance allows us to classify an image </a:t>
            </a:r>
            <a:r>
              <a:rPr lang="en-US" dirty="0"/>
              <a:t>as containing a particular object </a:t>
            </a:r>
            <a:r>
              <a:rPr lang="en-US" i="1" dirty="0"/>
              <a:t>regardless </a:t>
            </a:r>
            <a:r>
              <a:rPr lang="en-US" dirty="0"/>
              <a:t>of where in the image the object appears. </a:t>
            </a:r>
          </a:p>
          <a:p>
            <a:pPr marL="285750" indent="-285750">
              <a:buFont typeface="Wingdings" panose="05000000000000000000" pitchFamily="2" charset="2"/>
              <a:buChar char="q"/>
            </a:pPr>
            <a:r>
              <a:rPr lang="en-US" b="1" i="1" dirty="0">
                <a:solidFill>
                  <a:srgbClr val="0070C0"/>
                </a:solidFill>
              </a:rPr>
              <a:t>We obtain this local invariance through the usage of "pooling layers”</a:t>
            </a:r>
            <a:r>
              <a:rPr lang="en-US" dirty="0">
                <a:solidFill>
                  <a:srgbClr val="0070C0"/>
                </a:solidFill>
              </a:rPr>
              <a:t> </a:t>
            </a:r>
            <a:r>
              <a:rPr lang="en-US" dirty="0"/>
              <a:t>which identifies regions of our input volume with a high response to a particular filter </a:t>
            </a:r>
          </a:p>
          <a:p>
            <a:pPr marL="285750" indent="-285750">
              <a:buFont typeface="Wingdings" panose="05000000000000000000" pitchFamily="2" charset="2"/>
              <a:buChar char="q"/>
            </a:pPr>
            <a:r>
              <a:rPr lang="en-US" dirty="0"/>
              <a:t>The </a:t>
            </a:r>
            <a:r>
              <a:rPr lang="en-US" b="1" dirty="0">
                <a:solidFill>
                  <a:srgbClr val="0070C0"/>
                </a:solidFill>
              </a:rPr>
              <a:t>second benefit is compositionality</a:t>
            </a:r>
            <a:r>
              <a:rPr lang="en-US" dirty="0"/>
              <a:t>. Each filter composes a local patch of lower-level features </a:t>
            </a:r>
            <a:br>
              <a:rPr lang="en-US" dirty="0"/>
            </a:br>
            <a:r>
              <a:rPr lang="en-US" dirty="0"/>
              <a:t>into a higher-level representation, similar to how we can compose a set of mathematical functions that build on the output of previous functions: </a:t>
            </a:r>
            <a:r>
              <a:rPr lang="en-US" i="1" dirty="0"/>
              <a:t>f </a:t>
            </a:r>
            <a:r>
              <a:rPr lang="en-US" dirty="0"/>
              <a:t>(</a:t>
            </a:r>
            <a:r>
              <a:rPr lang="en-US" i="1" dirty="0"/>
              <a:t>g</a:t>
            </a:r>
            <a:r>
              <a:rPr lang="en-US" dirty="0"/>
              <a:t>(</a:t>
            </a:r>
            <a:r>
              <a:rPr lang="en-US" i="1" dirty="0"/>
              <a:t>x</a:t>
            </a:r>
            <a:r>
              <a:rPr lang="en-US" dirty="0"/>
              <a:t>(</a:t>
            </a:r>
            <a:r>
              <a:rPr lang="en-US" i="1" dirty="0"/>
              <a:t>h</a:t>
            </a:r>
            <a:r>
              <a:rPr lang="en-US" dirty="0"/>
              <a:t>(</a:t>
            </a:r>
            <a:r>
              <a:rPr lang="en-US" i="1" dirty="0"/>
              <a:t>x</a:t>
            </a:r>
            <a:r>
              <a:rPr lang="en-US" dirty="0"/>
              <a:t>))) – this composition allows our network to learn more rich features deeper in the network. </a:t>
            </a:r>
          </a:p>
          <a:p>
            <a:pPr marL="285750" indent="-285750">
              <a:buFont typeface="Wingdings" panose="05000000000000000000" pitchFamily="2" charset="2"/>
              <a:buChar char="q"/>
            </a:pPr>
            <a:r>
              <a:rPr lang="en-US" b="1" i="1" dirty="0">
                <a:solidFill>
                  <a:srgbClr val="0070C0"/>
                </a:solidFill>
              </a:rPr>
              <a:t>For example, our network may build edges from pixels</a:t>
            </a:r>
            <a:r>
              <a:rPr lang="en-US" dirty="0"/>
              <a:t>, shapes from edges, and then complex objects from shapes – all in an automated fashion that happens </a:t>
            </a:r>
            <a:r>
              <a:rPr lang="en-US" i="1" dirty="0"/>
              <a:t>naturally </a:t>
            </a:r>
            <a:r>
              <a:rPr lang="en-US" dirty="0"/>
              <a:t>during the training process.</a:t>
            </a:r>
          </a:p>
          <a:p>
            <a:pPr marL="285750" indent="-285750">
              <a:buFont typeface="Wingdings" panose="05000000000000000000" pitchFamily="2" charset="2"/>
              <a:buChar char="q"/>
            </a:pPr>
            <a:r>
              <a:rPr lang="en-US" dirty="0"/>
              <a:t>The </a:t>
            </a:r>
            <a:r>
              <a:rPr lang="en-US" b="1" i="1" dirty="0">
                <a:solidFill>
                  <a:srgbClr val="0070C0"/>
                </a:solidFill>
              </a:rPr>
              <a:t>concept of building higher-level features from lower-level ones is exactly why CNNs are so powerful </a:t>
            </a:r>
            <a:r>
              <a:rPr lang="en-US" dirty="0"/>
              <a:t>in computer vision.</a:t>
            </a:r>
          </a:p>
          <a:p>
            <a:pPr marL="285750" indent="-285750">
              <a:buFont typeface="Wingdings" panose="05000000000000000000" pitchFamily="2" charset="2"/>
              <a:buChar char="q"/>
            </a:pPr>
            <a:r>
              <a:rPr lang="en-US" b="1" i="1" dirty="0">
                <a:effectLst>
                  <a:outerShdw blurRad="38100" dist="38100" dir="2700000" algn="tl">
                    <a:srgbClr val="000000">
                      <a:alpha val="43137"/>
                    </a:srgbClr>
                  </a:outerShdw>
                </a:effectLst>
              </a:rPr>
              <a:t>Ever apply </a:t>
            </a:r>
            <a:r>
              <a:rPr lang="en-US" b="1" i="1" dirty="0">
                <a:solidFill>
                  <a:srgbClr val="0070C0"/>
                </a:solidFill>
                <a:effectLst>
                  <a:outerShdw blurRad="38100" dist="38100" dir="2700000" algn="tl">
                    <a:srgbClr val="000000">
                      <a:alpha val="43137"/>
                    </a:srgbClr>
                  </a:outerShdw>
                </a:effectLst>
              </a:rPr>
              <a:t>blurring or smoothing to an image</a:t>
            </a:r>
            <a:r>
              <a:rPr lang="en-US" dirty="0"/>
              <a:t>? </a:t>
            </a:r>
            <a:r>
              <a:rPr lang="en-US" b="1" i="1" dirty="0">
                <a:effectLst>
                  <a:outerShdw blurRad="38100" dist="38100" dir="2700000" algn="tl">
                    <a:srgbClr val="000000">
                      <a:alpha val="43137"/>
                    </a:srgbClr>
                  </a:outerShdw>
                </a:effectLst>
              </a:rPr>
              <a:t>Yep, that’s a convolution</a:t>
            </a:r>
            <a:r>
              <a:rPr lang="en-US" dirty="0"/>
              <a:t>. What about </a:t>
            </a:r>
            <a:r>
              <a:rPr lang="en-US" b="1" i="1" dirty="0">
                <a:solidFill>
                  <a:srgbClr val="0070C0"/>
                </a:solidFill>
                <a:effectLst>
                  <a:outerShdw blurRad="38100" dist="38100" dir="2700000" algn="tl">
                    <a:srgbClr val="000000">
                      <a:alpha val="43137"/>
                    </a:srgbClr>
                  </a:outerShdw>
                </a:effectLst>
              </a:rPr>
              <a:t>edge detection</a:t>
            </a:r>
            <a:r>
              <a:rPr lang="en-US" dirty="0"/>
              <a:t>? Yup, convolution. Have you opened </a:t>
            </a:r>
            <a:r>
              <a:rPr lang="en-US" b="1" i="1" dirty="0">
                <a:solidFill>
                  <a:srgbClr val="0070C0"/>
                </a:solidFill>
                <a:effectLst>
                  <a:outerShdw blurRad="38100" dist="38100" dir="2700000" algn="tl">
                    <a:srgbClr val="000000">
                      <a:alpha val="43137"/>
                    </a:srgbClr>
                  </a:outerShdw>
                </a:effectLst>
              </a:rPr>
              <a:t>Photoshop or GIMP to sharpen an image</a:t>
            </a:r>
            <a:r>
              <a:rPr lang="en-US" dirty="0"/>
              <a:t>? You guessed it – convolution. Convolutions are one of the most </a:t>
            </a:r>
            <a:r>
              <a:rPr lang="en-US" i="1" dirty="0"/>
              <a:t>critical, fundamental building-blocks </a:t>
            </a:r>
            <a:r>
              <a:rPr lang="en-US" dirty="0"/>
              <a:t>in computer vision and image processing. </a:t>
            </a:r>
          </a:p>
          <a:p>
            <a:pPr marL="285750" indent="-285750">
              <a:buFont typeface="Wingdings" panose="05000000000000000000" pitchFamily="2" charset="2"/>
              <a:buChar char="q"/>
            </a:pPr>
            <a:endParaRPr lang="en-US" dirty="0"/>
          </a:p>
        </p:txBody>
      </p:sp>
      <p:sp>
        <p:nvSpPr>
          <p:cNvPr id="5" name="TextBox 4">
            <a:extLst>
              <a:ext uri="{FF2B5EF4-FFF2-40B4-BE49-F238E27FC236}">
                <a16:creationId xmlns:a16="http://schemas.microsoft.com/office/drawing/2014/main" id="{17489614-BC5C-2196-86B2-308D1831D728}"/>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079640" y="1746360"/>
              <a:ext cx="9182160" cy="3645000"/>
            </p14:xfrm>
          </p:contentPart>
        </mc:Choice>
        <mc:Fallback xmlns="">
          <p:pic>
            <p:nvPicPr>
              <p:cNvPr id="2" name="Ink 1"/>
              <p:cNvPicPr/>
              <p:nvPr/>
            </p:nvPicPr>
            <p:blipFill>
              <a:blip r:embed="rId3"/>
              <a:stretch>
                <a:fillRect/>
              </a:stretch>
            </p:blipFill>
            <p:spPr>
              <a:xfrm>
                <a:off x="1070280" y="1737000"/>
                <a:ext cx="9200880" cy="3663720"/>
              </a:xfrm>
              <a:prstGeom prst="rect">
                <a:avLst/>
              </a:prstGeom>
            </p:spPr>
          </p:pic>
        </mc:Fallback>
      </mc:AlternateContent>
    </p:spTree>
    <p:extLst>
      <p:ext uri="{BB962C8B-B14F-4D97-AF65-F5344CB8AC3E}">
        <p14:creationId xmlns:p14="http://schemas.microsoft.com/office/powerpoint/2010/main" val="13253918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A3E39-F536-2768-0878-C226F598CC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A4DF95-F5B7-5D92-9EB8-D629A35EC211}"/>
              </a:ext>
            </a:extLst>
          </p:cNvPr>
          <p:cNvSpPr txBox="1"/>
          <p:nvPr/>
        </p:nvSpPr>
        <p:spPr>
          <a:xfrm>
            <a:off x="516835" y="894522"/>
            <a:ext cx="11211339" cy="1477328"/>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b="1" i="1" dirty="0"/>
              <a:t>What is a Convolution</a:t>
            </a:r>
          </a:p>
          <a:p>
            <a:pPr marL="285750" indent="-285750">
              <a:buFont typeface="Wingdings" panose="05000000000000000000" pitchFamily="2" charset="2"/>
              <a:buChar char="q"/>
            </a:pPr>
            <a:r>
              <a:rPr lang="en-US" dirty="0"/>
              <a:t>In terms of deep learning, an (image) </a:t>
            </a:r>
            <a:r>
              <a:rPr lang="en-US" b="1" i="1" dirty="0">
                <a:solidFill>
                  <a:srgbClr val="0070C0"/>
                </a:solidFill>
              </a:rPr>
              <a:t>convolution is an element-wise multiplication of two matrices followed by a sum</a:t>
            </a:r>
            <a:r>
              <a:rPr lang="en-US" dirty="0">
                <a:solidFill>
                  <a:srgbClr val="0070C0"/>
                </a:solidFill>
              </a:rPr>
              <a:t> </a:t>
            </a:r>
          </a:p>
          <a:p>
            <a:pPr marL="285750" indent="-285750">
              <a:buFont typeface="Wingdings" panose="05000000000000000000" pitchFamily="2" charset="2"/>
              <a:buChar char="q"/>
            </a:pPr>
            <a:r>
              <a:rPr lang="en-US" dirty="0"/>
              <a:t>Using cross-correlation instead of convolution is actually by design.</a:t>
            </a:r>
          </a:p>
          <a:p>
            <a:pPr marL="285750" indent="-285750">
              <a:buFont typeface="Wingdings" panose="05000000000000000000" pitchFamily="2" charset="2"/>
              <a:buChar char="q"/>
            </a:pPr>
            <a:endParaRPr lang="en-US" dirty="0">
              <a:solidFill>
                <a:srgbClr val="0070C0"/>
              </a:solidFill>
            </a:endParaRPr>
          </a:p>
        </p:txBody>
      </p:sp>
      <p:sp>
        <p:nvSpPr>
          <p:cNvPr id="5" name="TextBox 4">
            <a:extLst>
              <a:ext uri="{FF2B5EF4-FFF2-40B4-BE49-F238E27FC236}">
                <a16:creationId xmlns:a16="http://schemas.microsoft.com/office/drawing/2014/main" id="{F9F548C0-DE9A-0561-9F38-A27B6236216A}"/>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3" name="Picture 2">
            <a:extLst>
              <a:ext uri="{FF2B5EF4-FFF2-40B4-BE49-F238E27FC236}">
                <a16:creationId xmlns:a16="http://schemas.microsoft.com/office/drawing/2014/main" id="{EB9B395C-0A3C-ED76-C259-84039F135577}"/>
              </a:ext>
            </a:extLst>
          </p:cNvPr>
          <p:cNvPicPr>
            <a:picLocks noChangeAspect="1"/>
          </p:cNvPicPr>
          <p:nvPr/>
        </p:nvPicPr>
        <p:blipFill>
          <a:blip r:embed="rId2"/>
          <a:stretch>
            <a:fillRect/>
          </a:stretch>
        </p:blipFill>
        <p:spPr>
          <a:xfrm>
            <a:off x="3171040" y="2526200"/>
            <a:ext cx="5519287" cy="633560"/>
          </a:xfrm>
          <a:prstGeom prst="rect">
            <a:avLst/>
          </a:prstGeom>
        </p:spPr>
      </p:pic>
      <p:sp>
        <p:nvSpPr>
          <p:cNvPr id="6" name="TextBox 5">
            <a:extLst>
              <a:ext uri="{FF2B5EF4-FFF2-40B4-BE49-F238E27FC236}">
                <a16:creationId xmlns:a16="http://schemas.microsoft.com/office/drawing/2014/main" id="{76B26E46-8A73-123D-7794-3D3FC7722AB3}"/>
              </a:ext>
            </a:extLst>
          </p:cNvPr>
          <p:cNvSpPr txBox="1"/>
          <p:nvPr/>
        </p:nvSpPr>
        <p:spPr>
          <a:xfrm>
            <a:off x="490330" y="3290150"/>
            <a:ext cx="11211339" cy="646331"/>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Convolution over a two-dimensional input image </a:t>
            </a:r>
            <a:r>
              <a:rPr lang="en-US" i="1" dirty="0"/>
              <a:t>I </a:t>
            </a:r>
            <a:r>
              <a:rPr lang="en-US" dirty="0"/>
              <a:t>and two-dimensional kernel </a:t>
            </a:r>
            <a:r>
              <a:rPr lang="en-US" i="1" dirty="0"/>
              <a:t>K </a:t>
            </a:r>
            <a:r>
              <a:rPr lang="en-US" dirty="0"/>
              <a:t>is defined as :</a:t>
            </a:r>
          </a:p>
          <a:p>
            <a:r>
              <a:rPr lang="en-US" dirty="0"/>
              <a:t> </a:t>
            </a:r>
            <a:endParaRPr lang="en-US" dirty="0">
              <a:solidFill>
                <a:srgbClr val="0070C0"/>
              </a:solidFill>
            </a:endParaRPr>
          </a:p>
        </p:txBody>
      </p:sp>
      <p:pic>
        <p:nvPicPr>
          <p:cNvPr id="8" name="Picture 7">
            <a:extLst>
              <a:ext uri="{FF2B5EF4-FFF2-40B4-BE49-F238E27FC236}">
                <a16:creationId xmlns:a16="http://schemas.microsoft.com/office/drawing/2014/main" id="{BE59BFEB-DE2B-9930-4169-C6BFC227CD8E}"/>
              </a:ext>
            </a:extLst>
          </p:cNvPr>
          <p:cNvPicPr>
            <a:picLocks noChangeAspect="1"/>
          </p:cNvPicPr>
          <p:nvPr/>
        </p:nvPicPr>
        <p:blipFill>
          <a:blip r:embed="rId3"/>
          <a:stretch>
            <a:fillRect/>
          </a:stretch>
        </p:blipFill>
        <p:spPr>
          <a:xfrm>
            <a:off x="2801101" y="4343870"/>
            <a:ext cx="6589798" cy="787910"/>
          </a:xfrm>
          <a:prstGeom prst="rect">
            <a:avLst/>
          </a:prstGeom>
        </p:spPr>
      </p:pic>
      <p:sp>
        <p:nvSpPr>
          <p:cNvPr id="9" name="TextBox 8">
            <a:extLst>
              <a:ext uri="{FF2B5EF4-FFF2-40B4-BE49-F238E27FC236}">
                <a16:creationId xmlns:a16="http://schemas.microsoft.com/office/drawing/2014/main" id="{E05B5697-CDF9-BCDA-0DD8-4F301E5EBF45}"/>
              </a:ext>
            </a:extLst>
          </p:cNvPr>
          <p:cNvSpPr txBox="1"/>
          <p:nvPr/>
        </p:nvSpPr>
        <p:spPr>
          <a:xfrm>
            <a:off x="516834" y="5216003"/>
            <a:ext cx="11211339" cy="646331"/>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However, nearly all machine learning and deep learning libraries use the simplified </a:t>
            </a:r>
            <a:r>
              <a:rPr lang="en-US" i="1" dirty="0" err="1"/>
              <a:t>crosscorrelation</a:t>
            </a:r>
            <a:r>
              <a:rPr lang="en-US" i="1" dirty="0"/>
              <a:t> </a:t>
            </a:r>
            <a:r>
              <a:rPr lang="en-US" dirty="0"/>
              <a:t>function </a:t>
            </a:r>
          </a:p>
          <a:p>
            <a:r>
              <a:rPr lang="en-US" dirty="0"/>
              <a:t> </a:t>
            </a:r>
            <a:endParaRPr lang="en-US" dirty="0">
              <a:solidFill>
                <a:srgbClr val="0070C0"/>
              </a:solidFill>
            </a:endParaRPr>
          </a:p>
        </p:txBody>
      </p:sp>
      <p:pic>
        <p:nvPicPr>
          <p:cNvPr id="11" name="Picture 10">
            <a:extLst>
              <a:ext uri="{FF2B5EF4-FFF2-40B4-BE49-F238E27FC236}">
                <a16:creationId xmlns:a16="http://schemas.microsoft.com/office/drawing/2014/main" id="{72273476-F05F-BD26-4A1A-E3F9A4CF805C}"/>
              </a:ext>
            </a:extLst>
          </p:cNvPr>
          <p:cNvPicPr>
            <a:picLocks noChangeAspect="1"/>
          </p:cNvPicPr>
          <p:nvPr/>
        </p:nvPicPr>
        <p:blipFill>
          <a:blip r:embed="rId4"/>
          <a:stretch>
            <a:fillRect/>
          </a:stretch>
        </p:blipFill>
        <p:spPr>
          <a:xfrm>
            <a:off x="3007214" y="6002332"/>
            <a:ext cx="5882972" cy="601668"/>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603360" y="1467000"/>
              <a:ext cx="10820520" cy="4902480"/>
            </p14:xfrm>
          </p:contentPart>
        </mc:Choice>
        <mc:Fallback xmlns="">
          <p:pic>
            <p:nvPicPr>
              <p:cNvPr id="2" name="Ink 1"/>
              <p:cNvPicPr/>
              <p:nvPr/>
            </p:nvPicPr>
            <p:blipFill>
              <a:blip r:embed="rId6"/>
              <a:stretch>
                <a:fillRect/>
              </a:stretch>
            </p:blipFill>
            <p:spPr>
              <a:xfrm>
                <a:off x="594000" y="1457640"/>
                <a:ext cx="10839240" cy="4921200"/>
              </a:xfrm>
              <a:prstGeom prst="rect">
                <a:avLst/>
              </a:prstGeom>
            </p:spPr>
          </p:pic>
        </mc:Fallback>
      </mc:AlternateContent>
    </p:spTree>
    <p:extLst>
      <p:ext uri="{BB962C8B-B14F-4D97-AF65-F5344CB8AC3E}">
        <p14:creationId xmlns:p14="http://schemas.microsoft.com/office/powerpoint/2010/main" val="12659098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90060" y="70208"/>
            <a:ext cx="426379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CONVOLUTIONAL NEURAL NETWORKS</a:t>
            </a:r>
          </a:p>
        </p:txBody>
      </p:sp>
      <mc:AlternateContent xmlns:mc="http://schemas.openxmlformats.org/markup-compatibility/2006" xmlns:a14="http://schemas.microsoft.com/office/drawing/2010/main">
        <mc:Choice Requires="a14">
          <p:sp>
            <p:nvSpPr>
              <p:cNvPr id="2" name="TextBox 1"/>
              <p:cNvSpPr txBox="1"/>
              <p:nvPr/>
            </p:nvSpPr>
            <p:spPr>
              <a:xfrm>
                <a:off x="665019" y="897775"/>
                <a:ext cx="11039302" cy="199067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convolution of an Image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the Kernel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K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is defined as :</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𝑆</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𝑗</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𝐼</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𝐾</m:t>
                          </m:r>
                        </m:e>
                      </m:d>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nary>
                        <m:naryPr>
                          <m:chr m:val="∑"/>
                          <m:supHide m:val="on"/>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𝑚</m:t>
                          </m:r>
                        </m:sub>
                        <m:sup/>
                        <m:e>
                          <m:nary>
                            <m:naryPr>
                              <m:chr m:val="∑"/>
                              <m:supHide m:val="on"/>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sub>
                            <m:sup/>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𝐾</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𝑚</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𝐼</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𝑚</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nary>
                        </m:e>
                      </m:nary>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However, in reality all Deep learning libraries use the Cross-Correlation Function</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𝑆</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𝑗</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𝐼</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𝐾</m:t>
                          </m:r>
                        </m:e>
                      </m:d>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nary>
                        <m:naryPr>
                          <m:chr m:val="∑"/>
                          <m:supHide m:val="on"/>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𝑚</m:t>
                          </m:r>
                        </m:sub>
                        <m:sup/>
                        <m:e>
                          <m:nary>
                            <m:naryPr>
                              <m:chr m:val="∑"/>
                              <m:supHide m:val="on"/>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sub>
                            <m:sup/>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𝐾</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𝑚</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𝐼</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𝑚</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nary>
                        </m:e>
                      </m:nary>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65019" y="897775"/>
                <a:ext cx="11039302" cy="1990673"/>
              </a:xfrm>
              <a:prstGeom prst="rect">
                <a:avLst/>
              </a:prstGeom>
              <a:blipFill rotWithShape="0">
                <a:blip r:embed="rId2"/>
                <a:stretch>
                  <a:fillRect l="-331" t="-1529"/>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1239867" y="2888448"/>
            <a:ext cx="9094758" cy="2972484"/>
          </a:xfrm>
          <a:prstGeom prst="rect">
            <a:avLst/>
          </a:prstGeom>
        </p:spPr>
      </p:pic>
      <p:sp>
        <p:nvSpPr>
          <p:cNvPr id="3" name="Rectangle 2"/>
          <p:cNvSpPr/>
          <p:nvPr/>
        </p:nvSpPr>
        <p:spPr>
          <a:xfrm>
            <a:off x="665019" y="5775207"/>
            <a:ext cx="10458211" cy="812530"/>
          </a:xfrm>
          <a:prstGeom prst="rect">
            <a:avLst/>
          </a:prstGeom>
        </p:spPr>
        <p:txBody>
          <a:bodyPr wrap="square">
            <a:sp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can think of </a:t>
            </a: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an image as big matrix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a </a:t>
            </a: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kernel or convolutional matrix as a tiny matrix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that is used for blurring, sharpening, edge detection, and other processing functions.</a:t>
            </a:r>
          </a:p>
        </p:txBody>
      </p:sp>
    </p:spTree>
    <p:extLst>
      <p:ext uri="{BB962C8B-B14F-4D97-AF65-F5344CB8AC3E}">
        <p14:creationId xmlns:p14="http://schemas.microsoft.com/office/powerpoint/2010/main" val="16238882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52E1E-F0D8-9A1D-F030-77ADEDFD6F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EF17DE-DBDF-1D57-7453-A24C4A652DE9}"/>
              </a:ext>
            </a:extLst>
          </p:cNvPr>
          <p:cNvSpPr txBox="1"/>
          <p:nvPr/>
        </p:nvSpPr>
        <p:spPr>
          <a:xfrm>
            <a:off x="516835" y="894522"/>
            <a:ext cx="8169965" cy="4801314"/>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smtClean="0"/>
              <a:t>Essentially</a:t>
            </a:r>
            <a:r>
              <a:rPr lang="en-US" dirty="0"/>
              <a:t>, this </a:t>
            </a:r>
            <a:r>
              <a:rPr lang="en-US" b="1" i="1" dirty="0">
                <a:solidFill>
                  <a:srgbClr val="0070C0"/>
                </a:solidFill>
              </a:rPr>
              <a:t>tiny </a:t>
            </a:r>
            <a:r>
              <a:rPr lang="en-US" b="1" dirty="0">
                <a:solidFill>
                  <a:srgbClr val="0070C0"/>
                </a:solidFill>
              </a:rPr>
              <a:t>kernel sits on top of the </a:t>
            </a:r>
            <a:r>
              <a:rPr lang="en-US" b="1" i="1" dirty="0">
                <a:solidFill>
                  <a:srgbClr val="0070C0"/>
                </a:solidFill>
              </a:rPr>
              <a:t>big </a:t>
            </a:r>
            <a:r>
              <a:rPr lang="en-US" b="1" dirty="0">
                <a:solidFill>
                  <a:srgbClr val="0070C0"/>
                </a:solidFill>
              </a:rPr>
              <a:t>image </a:t>
            </a:r>
            <a:r>
              <a:rPr lang="en-US" dirty="0"/>
              <a:t>and slides from left-to-right and top-to-bottom, applying a mathematical operation (i.e., a </a:t>
            </a:r>
            <a:r>
              <a:rPr lang="en-US" i="1" dirty="0"/>
              <a:t>convolution</a:t>
            </a:r>
            <a:r>
              <a:rPr lang="en-US" dirty="0"/>
              <a:t>) at each (</a:t>
            </a:r>
            <a:r>
              <a:rPr lang="en-US" i="1" dirty="0" err="1"/>
              <a:t>x;y</a:t>
            </a:r>
            <a:r>
              <a:rPr lang="en-US" dirty="0"/>
              <a:t>)-coordinate of the original image </a:t>
            </a:r>
          </a:p>
          <a:p>
            <a:pPr marL="285750" indent="-285750">
              <a:buFont typeface="Wingdings" panose="05000000000000000000" pitchFamily="2" charset="2"/>
              <a:buChar char="q"/>
            </a:pPr>
            <a:r>
              <a:rPr lang="en-US" b="1" dirty="0">
                <a:solidFill>
                  <a:srgbClr val="0070C0"/>
                </a:solidFill>
              </a:rPr>
              <a:t>You might already be familiar with blurring </a:t>
            </a:r>
            <a:r>
              <a:rPr lang="en-US" dirty="0"/>
              <a:t>(average smoothing, Gaussian smoothing, median smoothing, etc.), e</a:t>
            </a:r>
            <a:r>
              <a:rPr lang="en-US" b="1" dirty="0">
                <a:solidFill>
                  <a:srgbClr val="0070C0"/>
                </a:solidFill>
              </a:rPr>
              <a:t>dge detection (Laplacian, Sobel, Scharr, Prewitt, etc.), and sharpening </a:t>
            </a:r>
            <a:r>
              <a:rPr lang="en-US" dirty="0"/>
              <a:t>– </a:t>
            </a:r>
            <a:r>
              <a:rPr lang="en-US" i="1" dirty="0"/>
              <a:t>all </a:t>
            </a:r>
            <a:r>
              <a:rPr lang="en-US" dirty="0"/>
              <a:t>of these operations are forms of hand-defined kernels that are </a:t>
            </a:r>
            <a:r>
              <a:rPr lang="en-US" i="1" dirty="0"/>
              <a:t>specifically designed </a:t>
            </a:r>
            <a:r>
              <a:rPr lang="en-US" dirty="0"/>
              <a:t>to perform a particular function </a:t>
            </a:r>
          </a:p>
          <a:p>
            <a:pPr marL="285750" indent="-285750">
              <a:buFont typeface="Wingdings" panose="05000000000000000000" pitchFamily="2" charset="2"/>
              <a:buChar char="q"/>
            </a:pPr>
            <a:r>
              <a:rPr lang="en-US" i="1" dirty="0"/>
              <a:t>Is there a way to </a:t>
            </a:r>
            <a:r>
              <a:rPr lang="en-US" b="1" i="1" dirty="0"/>
              <a:t>automatically </a:t>
            </a:r>
            <a:r>
              <a:rPr lang="en-US" i="1" dirty="0"/>
              <a:t>learn these types of filters? </a:t>
            </a:r>
            <a:r>
              <a:rPr lang="en-US" dirty="0"/>
              <a:t>And even use these filters for </a:t>
            </a:r>
            <a:r>
              <a:rPr lang="en-US" i="1" dirty="0"/>
              <a:t>image classification </a:t>
            </a:r>
            <a:r>
              <a:rPr lang="en-US" dirty="0"/>
              <a:t>and </a:t>
            </a:r>
            <a:r>
              <a:rPr lang="en-US" i="1" dirty="0"/>
              <a:t>object detection? </a:t>
            </a:r>
          </a:p>
          <a:p>
            <a:pPr marL="285750" indent="-285750">
              <a:buFont typeface="Wingdings" panose="05000000000000000000" pitchFamily="2" charset="2"/>
              <a:buChar char="q"/>
            </a:pPr>
            <a:r>
              <a:rPr lang="en-US" dirty="0"/>
              <a:t>As the figure demonstrates, </a:t>
            </a:r>
            <a:r>
              <a:rPr lang="en-US" b="1" dirty="0">
                <a:solidFill>
                  <a:srgbClr val="0070C0"/>
                </a:solidFill>
              </a:rPr>
              <a:t>we are sliding the kernel (red region) from left-to-right and top-to-bottom along the original image</a:t>
            </a:r>
            <a:r>
              <a:rPr lang="en-US" dirty="0"/>
              <a:t>. At each (</a:t>
            </a:r>
            <a:r>
              <a:rPr lang="en-US" i="1" dirty="0" err="1"/>
              <a:t>x;y</a:t>
            </a:r>
            <a:r>
              <a:rPr lang="en-US" dirty="0"/>
              <a:t>)-coordinate of the original image, we stop and examine the neighborhood of pixels located at the </a:t>
            </a:r>
            <a:r>
              <a:rPr lang="en-US" dirty="0">
                <a:solidFill>
                  <a:srgbClr val="0070C0"/>
                </a:solidFill>
              </a:rPr>
              <a:t>center of the image kernel</a:t>
            </a:r>
            <a:r>
              <a:rPr lang="en-US" dirty="0"/>
              <a:t>. </a:t>
            </a:r>
          </a:p>
          <a:p>
            <a:pPr marL="285750" indent="-285750">
              <a:buFont typeface="Wingdings" panose="05000000000000000000" pitchFamily="2" charset="2"/>
              <a:buChar char="q"/>
            </a:pPr>
            <a:r>
              <a:rPr lang="en-US" dirty="0"/>
              <a:t>We then take this neighborhood of pixels, </a:t>
            </a:r>
            <a:r>
              <a:rPr lang="en-US" i="1" dirty="0"/>
              <a:t>convolve </a:t>
            </a:r>
            <a:r>
              <a:rPr lang="en-US" dirty="0"/>
              <a:t>them with the kernel, and obtain a single output value. </a:t>
            </a:r>
          </a:p>
          <a:p>
            <a:pPr marL="285750" indent="-285750">
              <a:buFont typeface="Wingdings" panose="05000000000000000000" pitchFamily="2" charset="2"/>
              <a:buChar char="q"/>
            </a:pPr>
            <a:r>
              <a:rPr lang="en-US" dirty="0"/>
              <a:t>The </a:t>
            </a:r>
            <a:r>
              <a:rPr lang="en-US" b="1" dirty="0">
                <a:solidFill>
                  <a:srgbClr val="0070C0"/>
                </a:solidFill>
              </a:rPr>
              <a:t>output value is stored in the output image </a:t>
            </a:r>
            <a:r>
              <a:rPr lang="en-US" dirty="0"/>
              <a:t>at the same (</a:t>
            </a:r>
            <a:r>
              <a:rPr lang="en-US" i="1" dirty="0" err="1"/>
              <a:t>x;y</a:t>
            </a:r>
            <a:r>
              <a:rPr lang="en-US" dirty="0"/>
              <a:t>)-coordinates as the center of the kernel </a:t>
            </a:r>
          </a:p>
        </p:txBody>
      </p:sp>
      <p:sp>
        <p:nvSpPr>
          <p:cNvPr id="5" name="TextBox 4">
            <a:extLst>
              <a:ext uri="{FF2B5EF4-FFF2-40B4-BE49-F238E27FC236}">
                <a16:creationId xmlns:a16="http://schemas.microsoft.com/office/drawing/2014/main" id="{DC1E5C91-9540-17AF-891B-6F49289EEB27}"/>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7" name="Picture 6">
            <a:extLst>
              <a:ext uri="{FF2B5EF4-FFF2-40B4-BE49-F238E27FC236}">
                <a16:creationId xmlns:a16="http://schemas.microsoft.com/office/drawing/2014/main" id="{0D3666DF-A246-8922-B901-59DB2BDD9A20}"/>
              </a:ext>
            </a:extLst>
          </p:cNvPr>
          <p:cNvPicPr>
            <a:picLocks noChangeAspect="1"/>
          </p:cNvPicPr>
          <p:nvPr/>
        </p:nvPicPr>
        <p:blipFill>
          <a:blip r:embed="rId2"/>
          <a:stretch>
            <a:fillRect/>
          </a:stretch>
        </p:blipFill>
        <p:spPr>
          <a:xfrm>
            <a:off x="8811079" y="907739"/>
            <a:ext cx="2822121" cy="2796277"/>
          </a:xfrm>
          <a:prstGeom prst="rect">
            <a:avLst/>
          </a:prstGeom>
        </p:spPr>
      </p:pic>
      <p:pic>
        <p:nvPicPr>
          <p:cNvPr id="12" name="Picture 11">
            <a:extLst>
              <a:ext uri="{FF2B5EF4-FFF2-40B4-BE49-F238E27FC236}">
                <a16:creationId xmlns:a16="http://schemas.microsoft.com/office/drawing/2014/main" id="{DD7BE5DE-5192-11FF-EEF5-9F2160B66E1E}"/>
              </a:ext>
            </a:extLst>
          </p:cNvPr>
          <p:cNvPicPr>
            <a:picLocks noChangeAspect="1"/>
          </p:cNvPicPr>
          <p:nvPr/>
        </p:nvPicPr>
        <p:blipFill>
          <a:blip r:embed="rId3"/>
          <a:stretch>
            <a:fillRect/>
          </a:stretch>
        </p:blipFill>
        <p:spPr>
          <a:xfrm>
            <a:off x="8811079" y="4462444"/>
            <a:ext cx="3010561" cy="1670697"/>
          </a:xfrm>
          <a:prstGeom prst="rect">
            <a:avLst/>
          </a:prstGeom>
        </p:spPr>
      </p:pic>
      <p:sp>
        <p:nvSpPr>
          <p:cNvPr id="13" name="TextBox 12">
            <a:extLst>
              <a:ext uri="{FF2B5EF4-FFF2-40B4-BE49-F238E27FC236}">
                <a16:creationId xmlns:a16="http://schemas.microsoft.com/office/drawing/2014/main" id="{7759E336-58BC-2690-9F7D-D8B1116662CE}"/>
              </a:ext>
            </a:extLst>
          </p:cNvPr>
          <p:cNvSpPr txBox="1"/>
          <p:nvPr/>
        </p:nvSpPr>
        <p:spPr>
          <a:xfrm>
            <a:off x="9475379" y="3844052"/>
            <a:ext cx="1493520" cy="369332"/>
          </a:xfrm>
          <a:prstGeom prst="rect">
            <a:avLst/>
          </a:prstGeom>
          <a:noFill/>
        </p:spPr>
        <p:txBody>
          <a:bodyPr wrap="square" rtlCol="0">
            <a:spAutoFit/>
          </a:bodyPr>
          <a:lstStyle/>
          <a:p>
            <a:pPr algn="ctr"/>
            <a:r>
              <a:rPr lang="en-US" b="1" u="sng" dirty="0"/>
              <a:t>Edge Filter</a:t>
            </a:r>
          </a:p>
        </p:txBody>
      </p:sp>
      <p:sp>
        <p:nvSpPr>
          <p:cNvPr id="14" name="TextBox 13">
            <a:extLst>
              <a:ext uri="{FF2B5EF4-FFF2-40B4-BE49-F238E27FC236}">
                <a16:creationId xmlns:a16="http://schemas.microsoft.com/office/drawing/2014/main" id="{449B6E15-C761-0E3B-CAE6-FEE942DB2428}"/>
              </a:ext>
            </a:extLst>
          </p:cNvPr>
          <p:cNvSpPr txBox="1"/>
          <p:nvPr/>
        </p:nvSpPr>
        <p:spPr>
          <a:xfrm>
            <a:off x="9386158" y="6133141"/>
            <a:ext cx="1860401" cy="369332"/>
          </a:xfrm>
          <a:prstGeom prst="rect">
            <a:avLst/>
          </a:prstGeom>
          <a:noFill/>
        </p:spPr>
        <p:txBody>
          <a:bodyPr wrap="square" rtlCol="0">
            <a:spAutoFit/>
          </a:bodyPr>
          <a:lstStyle/>
          <a:p>
            <a:pPr algn="ctr"/>
            <a:r>
              <a:rPr lang="en-US" b="1" u="sng" dirty="0"/>
              <a:t>Averaging Filter</a:t>
            </a:r>
          </a:p>
        </p:txBody>
      </p:sp>
    </p:spTree>
    <p:extLst>
      <p:ext uri="{BB962C8B-B14F-4D97-AF65-F5344CB8AC3E}">
        <p14:creationId xmlns:p14="http://schemas.microsoft.com/office/powerpoint/2010/main" val="29599759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27A80-F8B1-5E71-502C-C6EA1E21D5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E4728B-3F8F-507B-75C7-7DB27746352F}"/>
              </a:ext>
            </a:extLst>
          </p:cNvPr>
          <p:cNvSpPr txBox="1"/>
          <p:nvPr/>
        </p:nvSpPr>
        <p:spPr>
          <a:xfrm>
            <a:off x="516835" y="894523"/>
            <a:ext cx="11035085" cy="2585323"/>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Convolution (i.e., cross-correlation) is actually very easy. All we need to do is:</a:t>
            </a:r>
          </a:p>
          <a:p>
            <a:pPr marL="690563" indent="-406400">
              <a:buFont typeface="Wingdings" panose="05000000000000000000" pitchFamily="2" charset="2"/>
              <a:buChar char="ü"/>
            </a:pPr>
            <a:r>
              <a:rPr lang="en-US" dirty="0"/>
              <a:t>Select an (</a:t>
            </a:r>
            <a:r>
              <a:rPr lang="en-US" i="1" dirty="0" err="1"/>
              <a:t>x;y</a:t>
            </a:r>
            <a:r>
              <a:rPr lang="en-US" dirty="0"/>
              <a:t>)-coordinate from the original image.</a:t>
            </a:r>
          </a:p>
          <a:p>
            <a:pPr marL="690563" indent="-406400">
              <a:buFont typeface="Wingdings" panose="05000000000000000000" pitchFamily="2" charset="2"/>
              <a:buChar char="ü"/>
            </a:pPr>
            <a:r>
              <a:rPr lang="en-US" dirty="0"/>
              <a:t>Place the </a:t>
            </a:r>
            <a:r>
              <a:rPr lang="en-US" b="1" dirty="0"/>
              <a:t>center </a:t>
            </a:r>
            <a:r>
              <a:rPr lang="en-US" dirty="0"/>
              <a:t>of the kernel at this (</a:t>
            </a:r>
            <a:r>
              <a:rPr lang="en-US" i="1" dirty="0" err="1"/>
              <a:t>x;y</a:t>
            </a:r>
            <a:r>
              <a:rPr lang="en-US" dirty="0"/>
              <a:t>)-coordinate.</a:t>
            </a:r>
          </a:p>
          <a:p>
            <a:pPr marL="690563" indent="-406400">
              <a:buFont typeface="Wingdings" panose="05000000000000000000" pitchFamily="2" charset="2"/>
              <a:buChar char="ü"/>
            </a:pPr>
            <a:r>
              <a:rPr lang="en-US" dirty="0">
                <a:solidFill>
                  <a:srgbClr val="0070C0"/>
                </a:solidFill>
              </a:rPr>
              <a:t>Take the element-wise multiplication of the input image region and the kernel, then sum up the values of these multiplication operations into a single value. The sum of these multiplications is called the </a:t>
            </a:r>
            <a:r>
              <a:rPr lang="en-US" b="1" dirty="0">
                <a:solidFill>
                  <a:srgbClr val="0070C0"/>
                </a:solidFill>
              </a:rPr>
              <a:t>kernel output</a:t>
            </a:r>
            <a:r>
              <a:rPr lang="en-US" dirty="0"/>
              <a:t>.</a:t>
            </a:r>
          </a:p>
          <a:p>
            <a:pPr marL="690563" indent="-406400">
              <a:buFont typeface="Wingdings" panose="05000000000000000000" pitchFamily="2" charset="2"/>
              <a:buChar char="ü"/>
            </a:pPr>
            <a:r>
              <a:rPr lang="en-US" dirty="0"/>
              <a:t>Use the same (</a:t>
            </a:r>
            <a:r>
              <a:rPr lang="en-US" i="1" dirty="0" err="1"/>
              <a:t>x;y</a:t>
            </a:r>
            <a:r>
              <a:rPr lang="en-US" dirty="0"/>
              <a:t>)-coordinates from </a:t>
            </a:r>
            <a:r>
              <a:rPr lang="en-US" b="1" dirty="0"/>
              <a:t>Step #1</a:t>
            </a:r>
            <a:r>
              <a:rPr lang="en-US" dirty="0"/>
              <a:t>, but this time, store the kernel output at the same (</a:t>
            </a:r>
            <a:r>
              <a:rPr lang="en-US" i="1" dirty="0" err="1"/>
              <a:t>x;y</a:t>
            </a:r>
            <a:r>
              <a:rPr lang="en-US" dirty="0"/>
              <a:t>)-location as the output image. </a:t>
            </a:r>
            <a:br>
              <a:rPr lang="en-US" dirty="0"/>
            </a:br>
            <a:endParaRPr lang="en-US" dirty="0"/>
          </a:p>
        </p:txBody>
      </p:sp>
      <p:sp>
        <p:nvSpPr>
          <p:cNvPr id="5" name="TextBox 4">
            <a:extLst>
              <a:ext uri="{FF2B5EF4-FFF2-40B4-BE49-F238E27FC236}">
                <a16:creationId xmlns:a16="http://schemas.microsoft.com/office/drawing/2014/main" id="{1268291A-4464-0635-BC4A-75FBB559C911}"/>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3" name="Picture 2">
            <a:extLst>
              <a:ext uri="{FF2B5EF4-FFF2-40B4-BE49-F238E27FC236}">
                <a16:creationId xmlns:a16="http://schemas.microsoft.com/office/drawing/2014/main" id="{42E2A269-070A-4067-FA72-F70BBEA97299}"/>
              </a:ext>
            </a:extLst>
          </p:cNvPr>
          <p:cNvPicPr>
            <a:picLocks noChangeAspect="1"/>
          </p:cNvPicPr>
          <p:nvPr/>
        </p:nvPicPr>
        <p:blipFill>
          <a:blip r:embed="rId2"/>
          <a:stretch>
            <a:fillRect/>
          </a:stretch>
        </p:blipFill>
        <p:spPr>
          <a:xfrm>
            <a:off x="994549" y="3751037"/>
            <a:ext cx="9319566" cy="1408466"/>
          </a:xfrm>
          <a:prstGeom prst="rect">
            <a:avLst/>
          </a:prstGeom>
        </p:spPr>
      </p:pic>
      <p:pic>
        <p:nvPicPr>
          <p:cNvPr id="8" name="Picture 7">
            <a:extLst>
              <a:ext uri="{FF2B5EF4-FFF2-40B4-BE49-F238E27FC236}">
                <a16:creationId xmlns:a16="http://schemas.microsoft.com/office/drawing/2014/main" id="{DCBAFEDB-E0B8-19CC-1D18-7BAEBB2C94A3}"/>
              </a:ext>
            </a:extLst>
          </p:cNvPr>
          <p:cNvPicPr>
            <a:picLocks noChangeAspect="1"/>
          </p:cNvPicPr>
          <p:nvPr/>
        </p:nvPicPr>
        <p:blipFill>
          <a:blip r:embed="rId3"/>
          <a:stretch>
            <a:fillRect/>
          </a:stretch>
        </p:blipFill>
        <p:spPr>
          <a:xfrm>
            <a:off x="4438535" y="5259244"/>
            <a:ext cx="2965178" cy="1408466"/>
          </a:xfrm>
          <a:prstGeom prst="rect">
            <a:avLst/>
          </a:prstGeom>
        </p:spPr>
      </p:pic>
    </p:spTree>
    <p:extLst>
      <p:ext uri="{BB962C8B-B14F-4D97-AF65-F5344CB8AC3E}">
        <p14:creationId xmlns:p14="http://schemas.microsoft.com/office/powerpoint/2010/main" val="9439474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046B6-B5D7-D698-AE7F-EB774FD16A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F49FF2-ADFF-EB37-0FB6-CFB89362CCA7}"/>
              </a:ext>
            </a:extLst>
          </p:cNvPr>
          <p:cNvSpPr txBox="1"/>
          <p:nvPr/>
        </p:nvSpPr>
        <p:spPr>
          <a:xfrm>
            <a:off x="516836" y="717128"/>
            <a:ext cx="6030922" cy="6186309"/>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Applying the convolution, and then storing the output, which will </a:t>
            </a:r>
            <a:r>
              <a:rPr lang="en-US" dirty="0">
                <a:highlight>
                  <a:srgbClr val="FFFF00"/>
                </a:highlight>
              </a:rPr>
              <a:t>actually </a:t>
            </a:r>
            <a:r>
              <a:rPr lang="en-US" i="1" dirty="0">
                <a:highlight>
                  <a:srgbClr val="FFFF00"/>
                </a:highlight>
              </a:rPr>
              <a:t>decrease </a:t>
            </a:r>
            <a:r>
              <a:rPr lang="en-US" dirty="0">
                <a:highlight>
                  <a:srgbClr val="FFFF00"/>
                </a:highlight>
              </a:rPr>
              <a:t>the spatial dimensions of our input image</a:t>
            </a:r>
          </a:p>
          <a:p>
            <a:pPr marL="285750" indent="-285750">
              <a:buFont typeface="Wingdings" panose="05000000000000000000" pitchFamily="2" charset="2"/>
              <a:buChar char="q"/>
            </a:pPr>
            <a:r>
              <a:rPr lang="en-US" dirty="0"/>
              <a:t>Recall that we “center” our computation around the center (</a:t>
            </a:r>
            <a:r>
              <a:rPr lang="en-US" i="1" dirty="0" err="1"/>
              <a:t>x;y</a:t>
            </a:r>
            <a:r>
              <a:rPr lang="en-US" dirty="0"/>
              <a:t>)-coordinate of the input image that the kernel is currently positioned over. </a:t>
            </a:r>
          </a:p>
          <a:p>
            <a:pPr marL="285750" indent="-285750">
              <a:buFont typeface="Wingdings" panose="05000000000000000000" pitchFamily="2" charset="2"/>
              <a:buChar char="q"/>
            </a:pPr>
            <a:r>
              <a:rPr lang="en-US" dirty="0"/>
              <a:t>The </a:t>
            </a:r>
            <a:r>
              <a:rPr lang="en-US" dirty="0">
                <a:highlight>
                  <a:srgbClr val="FFFF00"/>
                </a:highlight>
              </a:rPr>
              <a:t>decrease in spatial dimension is simply a side effect of applying convolutions to images</a:t>
            </a:r>
            <a:r>
              <a:rPr lang="en-US" dirty="0"/>
              <a:t>. Sometimes this effect is desirable, and other times it is not, it simply depends on your application.</a:t>
            </a:r>
          </a:p>
          <a:p>
            <a:pPr marL="285750" indent="-285750">
              <a:buFont typeface="Wingdings" panose="05000000000000000000" pitchFamily="2" charset="2"/>
              <a:buChar char="q"/>
            </a:pPr>
            <a:r>
              <a:rPr lang="en-US" dirty="0"/>
              <a:t>However, in most cases, </a:t>
            </a:r>
            <a:r>
              <a:rPr lang="en-US" dirty="0">
                <a:highlight>
                  <a:srgbClr val="FFFF00"/>
                </a:highlight>
              </a:rPr>
              <a:t>we want our </a:t>
            </a:r>
            <a:r>
              <a:rPr lang="en-US" i="1" dirty="0">
                <a:highlight>
                  <a:srgbClr val="FFFF00"/>
                </a:highlight>
              </a:rPr>
              <a:t>output image </a:t>
            </a:r>
            <a:r>
              <a:rPr lang="en-US" dirty="0">
                <a:highlight>
                  <a:srgbClr val="FFFF00"/>
                </a:highlight>
              </a:rPr>
              <a:t>to have the </a:t>
            </a:r>
            <a:r>
              <a:rPr lang="en-US" i="1" dirty="0">
                <a:highlight>
                  <a:srgbClr val="FFFF00"/>
                </a:highlight>
              </a:rPr>
              <a:t>same dimensions as our input image</a:t>
            </a:r>
            <a:r>
              <a:rPr lang="en-US" dirty="0">
                <a:highlight>
                  <a:srgbClr val="FFFF00"/>
                </a:highlight>
              </a:rPr>
              <a:t>. To ensure the dimensions are the same, we apply </a:t>
            </a:r>
            <a:r>
              <a:rPr lang="en-US" b="1" i="1" dirty="0">
                <a:highlight>
                  <a:srgbClr val="FFFF00"/>
                </a:highlight>
              </a:rPr>
              <a:t>padding </a:t>
            </a:r>
          </a:p>
          <a:p>
            <a:pPr marL="285750" indent="-285750">
              <a:buFont typeface="Wingdings" panose="05000000000000000000" pitchFamily="2" charset="2"/>
              <a:buChar char="q"/>
            </a:pPr>
            <a:r>
              <a:rPr lang="en-US" b="1" i="1" dirty="0"/>
              <a:t>Other padding methods exist, including zero padding (filling the borders with zeros </a:t>
            </a:r>
            <a:r>
              <a:rPr lang="en-US" dirty="0"/>
              <a:t>– </a:t>
            </a:r>
            <a:r>
              <a:rPr lang="en-US" b="1" i="1" dirty="0"/>
              <a:t>very common when building Convolutional Neural Networks) and wrap around (where the border pixels are determined by examining the opposite side of the image)</a:t>
            </a:r>
            <a:r>
              <a:rPr lang="en-US" dirty="0"/>
              <a:t>. In most cases, you will see either replicate or zero padding. </a:t>
            </a:r>
            <a:r>
              <a:rPr lang="en-US" b="1" i="1" dirty="0"/>
              <a:t>Replicate padding is more commonly used when aesthetics are concerned</a:t>
            </a:r>
            <a:r>
              <a:rPr lang="en-US" dirty="0"/>
              <a:t> while zero padding is best for efficiency. </a:t>
            </a:r>
            <a:br>
              <a:rPr lang="en-US" dirty="0"/>
            </a:br>
            <a:endParaRPr lang="en-US" dirty="0"/>
          </a:p>
        </p:txBody>
      </p:sp>
      <p:sp>
        <p:nvSpPr>
          <p:cNvPr id="5" name="TextBox 4">
            <a:extLst>
              <a:ext uri="{FF2B5EF4-FFF2-40B4-BE49-F238E27FC236}">
                <a16:creationId xmlns:a16="http://schemas.microsoft.com/office/drawing/2014/main" id="{1285ACE1-695C-E143-64B5-0236B6323EFD}"/>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3" name="Picture 2">
            <a:extLst>
              <a:ext uri="{FF2B5EF4-FFF2-40B4-BE49-F238E27FC236}">
                <a16:creationId xmlns:a16="http://schemas.microsoft.com/office/drawing/2014/main" id="{9A07F1CC-ADFE-E854-B14C-440A97EFB749}"/>
              </a:ext>
            </a:extLst>
          </p:cNvPr>
          <p:cNvPicPr>
            <a:picLocks noChangeAspect="1"/>
          </p:cNvPicPr>
          <p:nvPr/>
        </p:nvPicPr>
        <p:blipFill>
          <a:blip r:embed="rId2"/>
          <a:stretch>
            <a:fillRect/>
          </a:stretch>
        </p:blipFill>
        <p:spPr>
          <a:xfrm>
            <a:off x="7160460" y="894522"/>
            <a:ext cx="4606409" cy="4419157"/>
          </a:xfrm>
          <a:prstGeom prst="rect">
            <a:avLst/>
          </a:prstGeom>
        </p:spPr>
      </p:pic>
    </p:spTree>
    <p:extLst>
      <p:ext uri="{BB962C8B-B14F-4D97-AF65-F5344CB8AC3E}">
        <p14:creationId xmlns:p14="http://schemas.microsoft.com/office/powerpoint/2010/main" val="3212495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B4E94-5DAC-EFCF-27B2-EA871269408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4354D7-54C6-F9A0-36D9-25B35B6F8CCB}"/>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2C3C20EB-E03E-B223-668F-C74C9EFAB5C0}"/>
              </a:ext>
            </a:extLst>
          </p:cNvPr>
          <p:cNvPicPr>
            <a:picLocks noChangeAspect="1"/>
          </p:cNvPicPr>
          <p:nvPr/>
        </p:nvPicPr>
        <p:blipFill>
          <a:blip r:embed="rId2"/>
          <a:stretch>
            <a:fillRect/>
          </a:stretch>
        </p:blipFill>
        <p:spPr>
          <a:xfrm>
            <a:off x="509025" y="1164393"/>
            <a:ext cx="5213173" cy="4200087"/>
          </a:xfrm>
          <a:prstGeom prst="rect">
            <a:avLst/>
          </a:prstGeom>
        </p:spPr>
      </p:pic>
      <p:pic>
        <p:nvPicPr>
          <p:cNvPr id="8" name="Picture 7">
            <a:extLst>
              <a:ext uri="{FF2B5EF4-FFF2-40B4-BE49-F238E27FC236}">
                <a16:creationId xmlns:a16="http://schemas.microsoft.com/office/drawing/2014/main" id="{94BC4DE2-AFD6-F0A8-BB91-AE5FB49D46F4}"/>
              </a:ext>
            </a:extLst>
          </p:cNvPr>
          <p:cNvPicPr>
            <a:picLocks noChangeAspect="1"/>
          </p:cNvPicPr>
          <p:nvPr/>
        </p:nvPicPr>
        <p:blipFill>
          <a:blip r:embed="rId3"/>
          <a:stretch>
            <a:fillRect/>
          </a:stretch>
        </p:blipFill>
        <p:spPr>
          <a:xfrm>
            <a:off x="5962385" y="1422211"/>
            <a:ext cx="6119390" cy="4359018"/>
          </a:xfrm>
          <a:prstGeom prst="rect">
            <a:avLst/>
          </a:prstGeom>
        </p:spPr>
      </p:pic>
    </p:spTree>
    <p:extLst>
      <p:ext uri="{BB962C8B-B14F-4D97-AF65-F5344CB8AC3E}">
        <p14:creationId xmlns:p14="http://schemas.microsoft.com/office/powerpoint/2010/main" val="33753823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ABA4-6145-D4D5-6EE4-0AD40CF838B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92CAD4-E903-DF37-B2A4-D03E101F9156}"/>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3" name="Picture 2">
            <a:extLst>
              <a:ext uri="{FF2B5EF4-FFF2-40B4-BE49-F238E27FC236}">
                <a16:creationId xmlns:a16="http://schemas.microsoft.com/office/drawing/2014/main" id="{201EFFD4-C585-7155-D18E-22AC66D4F35A}"/>
              </a:ext>
            </a:extLst>
          </p:cNvPr>
          <p:cNvPicPr>
            <a:picLocks noChangeAspect="1"/>
          </p:cNvPicPr>
          <p:nvPr/>
        </p:nvPicPr>
        <p:blipFill>
          <a:blip r:embed="rId2"/>
          <a:stretch>
            <a:fillRect/>
          </a:stretch>
        </p:blipFill>
        <p:spPr>
          <a:xfrm>
            <a:off x="2665474" y="1610183"/>
            <a:ext cx="5906012" cy="4084674"/>
          </a:xfrm>
          <a:prstGeom prst="rect">
            <a:avLst/>
          </a:prstGeom>
        </p:spPr>
      </p:pic>
    </p:spTree>
    <p:extLst>
      <p:ext uri="{BB962C8B-B14F-4D97-AF65-F5344CB8AC3E}">
        <p14:creationId xmlns:p14="http://schemas.microsoft.com/office/powerpoint/2010/main" val="3910475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00219" y="83558"/>
            <a:ext cx="426379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CONVOLUTIONAL NEURAL NETWORKS</a:t>
            </a:r>
          </a:p>
        </p:txBody>
      </p:sp>
      <p:sp>
        <p:nvSpPr>
          <p:cNvPr id="2" name="Rectangle 1"/>
          <p:cNvSpPr/>
          <p:nvPr/>
        </p:nvSpPr>
        <p:spPr>
          <a:xfrm>
            <a:off x="616056" y="1156573"/>
            <a:ext cx="10832123" cy="424731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from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skimage.exposure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import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rescale_intensity</a:t>
            </a:r>
            <a:endPar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import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numpy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as np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import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argparse</a:t>
            </a:r>
            <a:endPar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import cv2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def</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convolve(image, 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grab the spatial dimensions of the image and kernel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iH</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iW</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image.shape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kH</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kW)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K.shape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calculate the padding to preserve the spatial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pad = (kW - 1) //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image = cv2.copyMakeBorder(image, pad, pad, pad, pad, cv2.BORDER_REPLICATE)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p>
        </p:txBody>
      </p:sp>
    </p:spTree>
    <p:extLst>
      <p:ext uri="{BB962C8B-B14F-4D97-AF65-F5344CB8AC3E}">
        <p14:creationId xmlns:p14="http://schemas.microsoft.com/office/powerpoint/2010/main" val="5206504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38443" y="53078"/>
            <a:ext cx="1787349"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CONVOLUTION</a:t>
            </a:r>
          </a:p>
        </p:txBody>
      </p:sp>
      <p:sp>
        <p:nvSpPr>
          <p:cNvPr id="3" name="Rectangle 2"/>
          <p:cNvSpPr/>
          <p:nvPr/>
        </p:nvSpPr>
        <p:spPr>
          <a:xfrm>
            <a:off x="669543" y="585550"/>
            <a:ext cx="10725150" cy="59093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allocate memory for the output 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output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np.zeros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iH</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iW</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="float32")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loop over the input image, "sliding" the kernel across each (x, y)-coordinate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for y in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np.arange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(pad,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iH</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pad):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for x in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np.arange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(pad,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iW</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pad):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extract the Region of Interest (ROI) of the image by the kernel size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roi</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image[y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pad:y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pad + 1, x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pad:x</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pad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perform the convolution by element-wise multiplication and summing up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k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roi</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store the convolved value in the output 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output[y - pad, x - pad] = 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rescale the output image to be in the range [0, 255]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output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rescale_intensity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(output,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in_range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output.min</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output.max</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output = (output * 255).</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astype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("uint8")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return the output 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return output</a:t>
            </a:r>
          </a:p>
        </p:txBody>
      </p:sp>
    </p:spTree>
    <p:extLst>
      <p:ext uri="{BB962C8B-B14F-4D97-AF65-F5344CB8AC3E}">
        <p14:creationId xmlns:p14="http://schemas.microsoft.com/office/powerpoint/2010/main" val="24705366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38446" y="53078"/>
            <a:ext cx="1787349"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CONVOLUTION</a:t>
            </a:r>
          </a:p>
        </p:txBody>
      </p:sp>
      <p:sp>
        <p:nvSpPr>
          <p:cNvPr id="2" name="Rectangle 1"/>
          <p:cNvSpPr/>
          <p:nvPr/>
        </p:nvSpPr>
        <p:spPr>
          <a:xfrm>
            <a:off x="752475" y="1156275"/>
            <a:ext cx="10306050"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Argument parsing (for command line 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ap</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argparse.ArgumentParser</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ap.add_argument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"--image", required=True, help="Path to the input 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args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vars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ap.parse_args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Define the kernel filters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smallBlur</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np.ones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((7, 7),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="float") * (1.0 / (7 * 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largeBlur</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np.ones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((21, 21),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="float") * (1.0 / (21 * 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sharpen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np.array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[0, -1,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[-1, 5,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[0, -1,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int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endPar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6469484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86200" y="53078"/>
            <a:ext cx="427781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CONVOLUTION</a:t>
            </a:r>
          </a:p>
        </p:txBody>
      </p:sp>
      <p:sp>
        <p:nvSpPr>
          <p:cNvPr id="3" name="Rectangle 2"/>
          <p:cNvSpPr/>
          <p:nvPr/>
        </p:nvSpPr>
        <p:spPr>
          <a:xfrm>
            <a:off x="704849" y="695980"/>
            <a:ext cx="3867151" cy="397031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laplacian</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np.array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[0, 1,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[1, -4,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[0, 1,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int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sobelX</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np.array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[1, 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[2, 0,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[1, 0,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int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endPar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endParaRPr>
          </a:p>
        </p:txBody>
      </p:sp>
      <p:sp>
        <p:nvSpPr>
          <p:cNvPr id="5" name="Rectangle 4"/>
          <p:cNvSpPr/>
          <p:nvPr/>
        </p:nvSpPr>
        <p:spPr>
          <a:xfrm>
            <a:off x="4572000" y="972979"/>
            <a:ext cx="3267075" cy="369331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sobelY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np.array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[1, 2,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[0, 0,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[-1, -2,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int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emboss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np.array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[-2, -1,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[-1, 1,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[0, 1,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dtype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int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endPar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endParaRPr>
          </a:p>
        </p:txBody>
      </p:sp>
      <p:sp>
        <p:nvSpPr>
          <p:cNvPr id="6" name="Rectangle 5"/>
          <p:cNvSpPr/>
          <p:nvPr/>
        </p:nvSpPr>
        <p:spPr>
          <a:xfrm>
            <a:off x="7477125" y="972979"/>
            <a:ext cx="4581525" cy="424731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kernelBank</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small_blur</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smallBlur</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large_blur</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largeBlur</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("sharpen", sharpen),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laplacian</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laplacian</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sobel_x</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sobelX</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sobel_y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sobelY</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("emboss", emboss)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Load the input image and convert it to grayscale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image = cv2.imread(</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args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gray = cv2.cvtColor(image, cv2.COLOR_BGR2GRAY)</a:t>
            </a:r>
          </a:p>
        </p:txBody>
      </p:sp>
    </p:spTree>
    <p:extLst>
      <p:ext uri="{BB962C8B-B14F-4D97-AF65-F5344CB8AC3E}">
        <p14:creationId xmlns:p14="http://schemas.microsoft.com/office/powerpoint/2010/main" val="30331201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86200" y="53078"/>
            <a:ext cx="427781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CONVOLUTION</a:t>
            </a:r>
          </a:p>
        </p:txBody>
      </p:sp>
      <p:sp>
        <p:nvSpPr>
          <p:cNvPr id="2" name="Rectangle 1"/>
          <p:cNvSpPr/>
          <p:nvPr/>
        </p:nvSpPr>
        <p:spPr>
          <a:xfrm>
            <a:off x="628649" y="1047125"/>
            <a:ext cx="10163175" cy="535531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Load the input image and convert it to grayscale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image = cv2.imread(</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args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gray = cv2.cvtColor(image, cv2.COLOR_BGR2GRAY)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r>
            <a:b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Loop over the kernels and apply them using both custom convolution and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OpenCV's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filter2D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for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kernelName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K) in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kernelBank</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print("INFO applying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kernel".format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kernelName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Apply the custom convolution function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convolveOutput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convolve(gray, 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Apply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OpenCV's</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filter2D function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opencvOutput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cv2.filter2D(gray, -1, 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Show the original and filtered images side by side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cv2.imshow("Original", gray)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cv2.imshow("{} - Convolve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Manual".format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kernelName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convolveOutput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#cv2.imshow("{} -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OpenCV</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".format(</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kernelName</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70C0"/>
                </a:solidFill>
                <a:effectLst/>
                <a:uLnTx/>
                <a:uFillTx/>
                <a:latin typeface="Consolas" panose="020B0609020204030204" pitchFamily="49" charset="0"/>
                <a:ea typeface="+mn-ea"/>
                <a:cs typeface="+mn-cs"/>
              </a:rPr>
              <a:t>opencvOutput</a:t>
            </a: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 Wait for a keypress and close the windows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cv2.waitKey(0)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    cv2.destroyAllWindows()</a:t>
            </a:r>
          </a:p>
        </p:txBody>
      </p:sp>
    </p:spTree>
    <p:extLst>
      <p:ext uri="{BB962C8B-B14F-4D97-AF65-F5344CB8AC3E}">
        <p14:creationId xmlns:p14="http://schemas.microsoft.com/office/powerpoint/2010/main" val="20619364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905250" y="39541"/>
            <a:ext cx="423971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COVOLUTIONAL FILTERS</a:t>
            </a:r>
          </a:p>
        </p:txBody>
      </p:sp>
      <p:pic>
        <p:nvPicPr>
          <p:cNvPr id="3" name="Picture 2"/>
          <p:cNvPicPr>
            <a:picLocks noChangeAspect="1"/>
          </p:cNvPicPr>
          <p:nvPr/>
        </p:nvPicPr>
        <p:blipFill>
          <a:blip r:embed="rId2"/>
          <a:stretch>
            <a:fillRect/>
          </a:stretch>
        </p:blipFill>
        <p:spPr>
          <a:xfrm>
            <a:off x="4726210" y="912429"/>
            <a:ext cx="2187130" cy="1585097"/>
          </a:xfrm>
          <a:prstGeom prst="rect">
            <a:avLst/>
          </a:prstGeom>
        </p:spPr>
      </p:pic>
      <p:pic>
        <p:nvPicPr>
          <p:cNvPr id="4" name="Picture 3"/>
          <p:cNvPicPr>
            <a:picLocks noChangeAspect="1"/>
          </p:cNvPicPr>
          <p:nvPr/>
        </p:nvPicPr>
        <p:blipFill>
          <a:blip r:embed="rId3"/>
          <a:stretch>
            <a:fillRect/>
          </a:stretch>
        </p:blipFill>
        <p:spPr>
          <a:xfrm>
            <a:off x="506632" y="874326"/>
            <a:ext cx="2263336" cy="1661304"/>
          </a:xfrm>
          <a:prstGeom prst="rect">
            <a:avLst/>
          </a:prstGeom>
        </p:spPr>
      </p:pic>
      <p:pic>
        <p:nvPicPr>
          <p:cNvPr id="5" name="Picture 4"/>
          <p:cNvPicPr>
            <a:picLocks noChangeAspect="1"/>
          </p:cNvPicPr>
          <p:nvPr/>
        </p:nvPicPr>
        <p:blipFill>
          <a:blip r:embed="rId4"/>
          <a:stretch>
            <a:fillRect/>
          </a:stretch>
        </p:blipFill>
        <p:spPr>
          <a:xfrm>
            <a:off x="8450482" y="881947"/>
            <a:ext cx="2187130" cy="1653683"/>
          </a:xfrm>
          <a:prstGeom prst="rect">
            <a:avLst/>
          </a:prstGeom>
        </p:spPr>
      </p:pic>
      <p:pic>
        <p:nvPicPr>
          <p:cNvPr id="6" name="Picture 5"/>
          <p:cNvPicPr>
            <a:picLocks noChangeAspect="1"/>
          </p:cNvPicPr>
          <p:nvPr/>
        </p:nvPicPr>
        <p:blipFill>
          <a:blip r:embed="rId5"/>
          <a:stretch>
            <a:fillRect/>
          </a:stretch>
        </p:blipFill>
        <p:spPr>
          <a:xfrm>
            <a:off x="8450482" y="2949147"/>
            <a:ext cx="2194750" cy="1607959"/>
          </a:xfrm>
          <a:prstGeom prst="rect">
            <a:avLst/>
          </a:prstGeom>
        </p:spPr>
      </p:pic>
      <p:pic>
        <p:nvPicPr>
          <p:cNvPr id="8" name="Picture 7"/>
          <p:cNvPicPr>
            <a:picLocks noChangeAspect="1"/>
          </p:cNvPicPr>
          <p:nvPr/>
        </p:nvPicPr>
        <p:blipFill>
          <a:blip r:embed="rId6"/>
          <a:stretch>
            <a:fillRect/>
          </a:stretch>
        </p:blipFill>
        <p:spPr>
          <a:xfrm>
            <a:off x="4726210" y="2880561"/>
            <a:ext cx="2187130" cy="1676545"/>
          </a:xfrm>
          <a:prstGeom prst="rect">
            <a:avLst/>
          </a:prstGeom>
        </p:spPr>
      </p:pic>
      <p:pic>
        <p:nvPicPr>
          <p:cNvPr id="9" name="Picture 8"/>
          <p:cNvPicPr>
            <a:picLocks noChangeAspect="1"/>
          </p:cNvPicPr>
          <p:nvPr/>
        </p:nvPicPr>
        <p:blipFill>
          <a:blip r:embed="rId7"/>
          <a:stretch>
            <a:fillRect/>
          </a:stretch>
        </p:blipFill>
        <p:spPr>
          <a:xfrm>
            <a:off x="533304" y="2880561"/>
            <a:ext cx="2209992" cy="1585097"/>
          </a:xfrm>
          <a:prstGeom prst="rect">
            <a:avLst/>
          </a:prstGeom>
        </p:spPr>
      </p:pic>
      <p:pic>
        <p:nvPicPr>
          <p:cNvPr id="10" name="Picture 9"/>
          <p:cNvPicPr>
            <a:picLocks noChangeAspect="1"/>
          </p:cNvPicPr>
          <p:nvPr/>
        </p:nvPicPr>
        <p:blipFill>
          <a:blip r:embed="rId8"/>
          <a:stretch>
            <a:fillRect/>
          </a:stretch>
        </p:blipFill>
        <p:spPr>
          <a:xfrm>
            <a:off x="598080" y="4884349"/>
            <a:ext cx="2171888" cy="1623201"/>
          </a:xfrm>
          <a:prstGeom prst="rect">
            <a:avLst/>
          </a:prstGeom>
        </p:spPr>
      </p:pic>
      <p:pic>
        <p:nvPicPr>
          <p:cNvPr id="11" name="Picture 10"/>
          <p:cNvPicPr>
            <a:picLocks noChangeAspect="1"/>
          </p:cNvPicPr>
          <p:nvPr/>
        </p:nvPicPr>
        <p:blipFill>
          <a:blip r:embed="rId9"/>
          <a:stretch>
            <a:fillRect/>
          </a:stretch>
        </p:blipFill>
        <p:spPr>
          <a:xfrm>
            <a:off x="4726210" y="4899591"/>
            <a:ext cx="2187130" cy="1607959"/>
          </a:xfrm>
          <a:prstGeom prst="rect">
            <a:avLst/>
          </a:prstGeom>
        </p:spPr>
      </p:pic>
      <p:sp>
        <p:nvSpPr>
          <p:cNvPr id="12" name="TextBox 11"/>
          <p:cNvSpPr txBox="1"/>
          <p:nvPr/>
        </p:nvSpPr>
        <p:spPr>
          <a:xfrm>
            <a:off x="8867776" y="543097"/>
            <a:ext cx="15353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Large blur</a:t>
            </a:r>
          </a:p>
        </p:txBody>
      </p:sp>
      <p:sp>
        <p:nvSpPr>
          <p:cNvPr id="13" name="TextBox 12"/>
          <p:cNvSpPr txBox="1"/>
          <p:nvPr/>
        </p:nvSpPr>
        <p:spPr>
          <a:xfrm>
            <a:off x="4953000" y="569944"/>
            <a:ext cx="153352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Small blur</a:t>
            </a:r>
          </a:p>
        </p:txBody>
      </p:sp>
      <p:sp>
        <p:nvSpPr>
          <p:cNvPr id="14" name="TextBox 13"/>
          <p:cNvSpPr txBox="1"/>
          <p:nvPr/>
        </p:nvSpPr>
        <p:spPr>
          <a:xfrm>
            <a:off x="8896254" y="2557722"/>
            <a:ext cx="15353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Sharpen</a:t>
            </a:r>
          </a:p>
        </p:txBody>
      </p:sp>
      <p:sp>
        <p:nvSpPr>
          <p:cNvPr id="15" name="TextBox 14"/>
          <p:cNvSpPr txBox="1"/>
          <p:nvPr/>
        </p:nvSpPr>
        <p:spPr>
          <a:xfrm>
            <a:off x="5230841" y="2511229"/>
            <a:ext cx="146523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Laplacian</a:t>
            </a:r>
          </a:p>
        </p:txBody>
      </p:sp>
      <p:sp>
        <p:nvSpPr>
          <p:cNvPr id="16" name="TextBox 15"/>
          <p:cNvSpPr txBox="1"/>
          <p:nvPr/>
        </p:nvSpPr>
        <p:spPr>
          <a:xfrm>
            <a:off x="951406" y="2535630"/>
            <a:ext cx="15060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Sobel X</a:t>
            </a:r>
          </a:p>
        </p:txBody>
      </p:sp>
      <p:sp>
        <p:nvSpPr>
          <p:cNvPr id="17" name="TextBox 16"/>
          <p:cNvSpPr txBox="1"/>
          <p:nvPr/>
        </p:nvSpPr>
        <p:spPr>
          <a:xfrm>
            <a:off x="1046656" y="4515017"/>
            <a:ext cx="15060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Sobel Y</a:t>
            </a:r>
          </a:p>
        </p:txBody>
      </p:sp>
      <p:sp>
        <p:nvSpPr>
          <p:cNvPr id="18" name="TextBox 17"/>
          <p:cNvSpPr txBox="1"/>
          <p:nvPr/>
        </p:nvSpPr>
        <p:spPr>
          <a:xfrm>
            <a:off x="5272086" y="4570809"/>
            <a:ext cx="15060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Emboss</a:t>
            </a:r>
          </a:p>
        </p:txBody>
      </p:sp>
    </p:spTree>
    <p:extLst>
      <p:ext uri="{BB962C8B-B14F-4D97-AF65-F5344CB8AC3E}">
        <p14:creationId xmlns:p14="http://schemas.microsoft.com/office/powerpoint/2010/main" val="16579630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5A8AB-80AE-A4AF-E515-F7E6D3480C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86B91E-C87E-EF84-E310-B096B13DE23D}"/>
              </a:ext>
            </a:extLst>
          </p:cNvPr>
          <p:cNvSpPr txBox="1"/>
          <p:nvPr/>
        </p:nvSpPr>
        <p:spPr>
          <a:xfrm>
            <a:off x="477364" y="950808"/>
            <a:ext cx="7600848" cy="5632311"/>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highlight>
                  <a:srgbClr val="FFFF00"/>
                </a:highlight>
              </a:rPr>
              <a:t>If we attempted to apply convolution at the pixel located at (0</a:t>
            </a:r>
            <a:r>
              <a:rPr lang="en-US" i="1" dirty="0">
                <a:highlight>
                  <a:srgbClr val="FFFF00"/>
                </a:highlight>
              </a:rPr>
              <a:t>;</a:t>
            </a:r>
            <a:r>
              <a:rPr lang="en-US" dirty="0">
                <a:highlight>
                  <a:srgbClr val="FFFF00"/>
                </a:highlight>
              </a:rPr>
              <a:t>0), then our 3</a:t>
            </a:r>
            <a:r>
              <a:rPr lang="en-US" i="1" dirty="0">
                <a:highlight>
                  <a:srgbClr val="FFFF00"/>
                </a:highlight>
              </a:rPr>
              <a:t>×</a:t>
            </a:r>
            <a:r>
              <a:rPr lang="en-US" dirty="0">
                <a:highlight>
                  <a:srgbClr val="FFFF00"/>
                </a:highlight>
              </a:rPr>
              <a:t>3 kernel would “hang off” off the edge of the image</a:t>
            </a:r>
            <a:r>
              <a:rPr lang="en-US" dirty="0"/>
              <a:t>. Notice how there are no input image pixel values for the first row and first column of the kernel. Because of this, we always either </a:t>
            </a:r>
          </a:p>
          <a:p>
            <a:pPr>
              <a:tabLst>
                <a:tab pos="346075" algn="l"/>
              </a:tabLst>
            </a:pPr>
            <a:r>
              <a:rPr lang="en-US" dirty="0"/>
              <a:t>	(1) Start convolution at the first valid position </a:t>
            </a:r>
          </a:p>
          <a:p>
            <a:pPr>
              <a:tabLst>
                <a:tab pos="346075" algn="l"/>
              </a:tabLst>
            </a:pPr>
            <a:r>
              <a:rPr lang="en-US" dirty="0"/>
              <a:t>	(2) Apply zero padding</a:t>
            </a:r>
          </a:p>
          <a:p>
            <a:pPr marL="285750" indent="-285750">
              <a:buFont typeface="Wingdings" panose="05000000000000000000" pitchFamily="2" charset="2"/>
              <a:buChar char="q"/>
            </a:pPr>
            <a:r>
              <a:rPr lang="en-US" dirty="0"/>
              <a:t> As you’ve gathered from this section, we must </a:t>
            </a:r>
            <a:r>
              <a:rPr lang="en-US" i="1" dirty="0"/>
              <a:t>manually hand-define </a:t>
            </a:r>
            <a:r>
              <a:rPr lang="en-US" dirty="0"/>
              <a:t>each of our kernels for each of our various image processing operations, such as smoothing, sharpening, and edge detection. That’s all fine and good, </a:t>
            </a:r>
            <a:r>
              <a:rPr lang="en-US" b="1" dirty="0"/>
              <a:t>but what if there was a way to </a:t>
            </a:r>
            <a:r>
              <a:rPr lang="en-US" b="1" i="1" dirty="0"/>
              <a:t>learn </a:t>
            </a:r>
            <a:r>
              <a:rPr lang="en-US" b="1" dirty="0"/>
              <a:t>these filters instead?</a:t>
            </a:r>
            <a:r>
              <a:rPr lang="en-US" dirty="0"/>
              <a:t> </a:t>
            </a:r>
          </a:p>
          <a:p>
            <a:pPr marL="285750" indent="-285750">
              <a:buFont typeface="Wingdings" panose="05000000000000000000" pitchFamily="2" charset="2"/>
              <a:buChar char="q"/>
            </a:pPr>
            <a:r>
              <a:rPr lang="en-US" dirty="0"/>
              <a:t>Is it possible to define a machine learning algorithm that can look at our input images and eventually </a:t>
            </a:r>
            <a:r>
              <a:rPr lang="en-US" i="1" dirty="0"/>
              <a:t>learn </a:t>
            </a:r>
            <a:r>
              <a:rPr lang="en-US" dirty="0"/>
              <a:t>these types of operators? In fact, there is – these types of algorithms are the primary focus of this book: </a:t>
            </a:r>
            <a:r>
              <a:rPr lang="en-US" b="1" dirty="0"/>
              <a:t>Convolutional Neural Networks (CNNs)</a:t>
            </a:r>
            <a:r>
              <a:rPr lang="en-US" dirty="0"/>
              <a:t>. </a:t>
            </a:r>
          </a:p>
          <a:p>
            <a:pPr marL="285750" indent="-285750">
              <a:buFont typeface="Wingdings" panose="05000000000000000000" pitchFamily="2" charset="2"/>
              <a:buChar char="q"/>
            </a:pPr>
            <a:r>
              <a:rPr lang="en-US" dirty="0"/>
              <a:t>By applying convolutions filters, nonlinear activation functions, pooling, and backpropagation, </a:t>
            </a:r>
            <a:r>
              <a:rPr lang="en-US" b="1" dirty="0"/>
              <a:t>CNNs are able to learn filters that can detect edges and blob-like structures in lower-level layers of the network – and then use the edges and structures as “building blocks”, eventually detecting high-level objects </a:t>
            </a:r>
            <a:r>
              <a:rPr lang="en-US" dirty="0"/>
              <a:t>(</a:t>
            </a:r>
            <a:r>
              <a:rPr lang="en-US" dirty="0" err="1"/>
              <a:t>e.x</a:t>
            </a:r>
            <a:r>
              <a:rPr lang="en-US" dirty="0"/>
              <a:t>., faces, cats, dogs, cups, etc.) in the deeper layers of the network. </a:t>
            </a:r>
          </a:p>
        </p:txBody>
      </p:sp>
      <p:sp>
        <p:nvSpPr>
          <p:cNvPr id="5" name="TextBox 4">
            <a:extLst>
              <a:ext uri="{FF2B5EF4-FFF2-40B4-BE49-F238E27FC236}">
                <a16:creationId xmlns:a16="http://schemas.microsoft.com/office/drawing/2014/main" id="{C03B4D7E-C088-DB33-6F90-5BE94BE7FE97}"/>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066760A9-D6C8-8994-07B8-0CF042D67E7E}"/>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9688463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67FF-63F4-2D1C-18EB-A726433966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B98B05-DC91-3669-376F-B9DC65320C33}"/>
              </a:ext>
            </a:extLst>
          </p:cNvPr>
          <p:cNvSpPr txBox="1"/>
          <p:nvPr/>
        </p:nvSpPr>
        <p:spPr>
          <a:xfrm>
            <a:off x="477364" y="950808"/>
            <a:ext cx="7600848" cy="5632311"/>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b="1" i="1" dirty="0"/>
              <a:t>Artificial neural networks accept an input image/feature vector (one input node for each entry) and transform it through a series of hidden layers</a:t>
            </a:r>
            <a:r>
              <a:rPr lang="en-US" dirty="0"/>
              <a:t>, commonly using </a:t>
            </a:r>
            <a:r>
              <a:rPr lang="en-US" b="1" i="1" dirty="0"/>
              <a:t>nonlinear activation functions</a:t>
            </a:r>
            <a:r>
              <a:rPr lang="en-US" dirty="0"/>
              <a:t>. Each hidden layer is also made up of a set of neurons, </a:t>
            </a:r>
            <a:r>
              <a:rPr lang="en-US" b="1" i="1" dirty="0"/>
              <a:t>where each neuron is fully-connected to all neurons in the previous layer.</a:t>
            </a:r>
            <a:r>
              <a:rPr lang="en-US" dirty="0"/>
              <a:t> </a:t>
            </a:r>
          </a:p>
          <a:p>
            <a:pPr marL="285750" indent="-285750">
              <a:buFont typeface="Wingdings" panose="05000000000000000000" pitchFamily="2" charset="2"/>
              <a:buChar char="q"/>
            </a:pPr>
            <a:r>
              <a:rPr lang="en-US" dirty="0"/>
              <a:t>Artificial Neural Networks have scalability issues as the image size increases and also has lesser accuracy </a:t>
            </a:r>
          </a:p>
          <a:p>
            <a:pPr marL="285750" indent="-285750">
              <a:buFont typeface="Wingdings" panose="05000000000000000000" pitchFamily="2" charset="2"/>
              <a:buChar char="q"/>
            </a:pPr>
            <a:r>
              <a:rPr lang="en-US" dirty="0"/>
              <a:t>To demonstrate how standard neural networks do not scale well as image size increases, let’s again consider the CIFAR-10 dataset. Each image in CIFAR-10 is 32</a:t>
            </a:r>
            <a:r>
              <a:rPr lang="en-US" i="1" dirty="0"/>
              <a:t>×</a:t>
            </a:r>
            <a:r>
              <a:rPr lang="en-US" dirty="0"/>
              <a:t>32 with a Red, Green, and Blue channel, yielding a total of 32</a:t>
            </a:r>
            <a:r>
              <a:rPr lang="en-US" i="1" dirty="0"/>
              <a:t>×</a:t>
            </a:r>
            <a:r>
              <a:rPr lang="en-US" dirty="0"/>
              <a:t>32</a:t>
            </a:r>
            <a:r>
              <a:rPr lang="en-US" i="1" dirty="0"/>
              <a:t>×</a:t>
            </a:r>
            <a:r>
              <a:rPr lang="en-US" dirty="0"/>
              <a:t>3 = 3</a:t>
            </a:r>
            <a:r>
              <a:rPr lang="en-US" i="1" dirty="0"/>
              <a:t>;</a:t>
            </a:r>
            <a:r>
              <a:rPr lang="en-US" dirty="0"/>
              <a:t>072 total inputs to our network </a:t>
            </a:r>
          </a:p>
          <a:p>
            <a:pPr marL="285750" indent="-285750">
              <a:buFont typeface="Wingdings" panose="05000000000000000000" pitchFamily="2" charset="2"/>
              <a:buChar char="q"/>
            </a:pPr>
            <a:r>
              <a:rPr lang="en-US" dirty="0"/>
              <a:t>A total of 3</a:t>
            </a:r>
            <a:r>
              <a:rPr lang="en-US" i="1" dirty="0"/>
              <a:t>;</a:t>
            </a:r>
            <a:r>
              <a:rPr lang="en-US" dirty="0"/>
              <a:t>072 inputs does not seem to amount to much, but consider if we were using 250</a:t>
            </a:r>
            <a:r>
              <a:rPr lang="en-US" i="1" dirty="0"/>
              <a:t>×</a:t>
            </a:r>
            <a:r>
              <a:rPr lang="en-US" dirty="0"/>
              <a:t>250 pixel images – the total number of inputs and weights would jump to 250</a:t>
            </a:r>
            <a:r>
              <a:rPr lang="en-US" i="1" dirty="0"/>
              <a:t>×</a:t>
            </a:r>
            <a:r>
              <a:rPr lang="en-US" dirty="0"/>
              <a:t>250</a:t>
            </a:r>
            <a:r>
              <a:rPr lang="en-US" i="1" dirty="0"/>
              <a:t>×</a:t>
            </a:r>
            <a:r>
              <a:rPr lang="en-US" dirty="0"/>
              <a:t>3 = 187</a:t>
            </a:r>
            <a:r>
              <a:rPr lang="en-US" i="1" dirty="0"/>
              <a:t>;</a:t>
            </a:r>
            <a:r>
              <a:rPr lang="en-US" dirty="0"/>
              <a:t>500 – and this number is only for the input layer alone! Surely, we would want to add multiple hidden layers with varying number of nodes per lay – these parameters can quickly add up, and given the poor performance of standard neural networks on raw pixel intensities, this bloat is hardly worth it. </a:t>
            </a:r>
            <a:br>
              <a:rPr lang="en-US" dirty="0"/>
            </a:br>
            <a:r>
              <a:rPr lang="en-US" dirty="0"/>
              <a:t/>
            </a:r>
            <a:br>
              <a:rPr lang="en-US" dirty="0"/>
            </a:br>
            <a:r>
              <a:rPr lang="en-US" dirty="0"/>
              <a:t> </a:t>
            </a:r>
          </a:p>
        </p:txBody>
      </p:sp>
      <p:sp>
        <p:nvSpPr>
          <p:cNvPr id="5" name="TextBox 4">
            <a:extLst>
              <a:ext uri="{FF2B5EF4-FFF2-40B4-BE49-F238E27FC236}">
                <a16:creationId xmlns:a16="http://schemas.microsoft.com/office/drawing/2014/main" id="{D9B7EFD0-142F-E21C-AB93-54D4245F9852}"/>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028B7BA4-1E7F-59BE-9CD3-AA1DB99640F9}"/>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19761428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60AD9-B8C2-B13C-C6B9-D79BF0FDE9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D70913-ECDF-822C-1656-5F356F65EBBC}"/>
              </a:ext>
            </a:extLst>
          </p:cNvPr>
          <p:cNvSpPr txBox="1"/>
          <p:nvPr/>
        </p:nvSpPr>
        <p:spPr>
          <a:xfrm>
            <a:off x="477364" y="813648"/>
            <a:ext cx="7600848" cy="5909310"/>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b="1" i="1" dirty="0">
                <a:effectLst>
                  <a:outerShdw blurRad="38100" dist="38100" dir="2700000" algn="tl">
                    <a:srgbClr val="000000">
                      <a:alpha val="43137"/>
                    </a:srgbClr>
                  </a:outerShdw>
                </a:effectLst>
              </a:rPr>
              <a:t>Unlike a standard neural network, layers of a CNN are arranged in a 3D volume in three dimensions: width, height, and depth </a:t>
            </a:r>
            <a:r>
              <a:rPr lang="en-US" dirty="0"/>
              <a:t>(where </a:t>
            </a:r>
            <a:r>
              <a:rPr lang="en-US" i="1" dirty="0"/>
              <a:t>depth </a:t>
            </a:r>
            <a:r>
              <a:rPr lang="en-US" dirty="0"/>
              <a:t>refers to the third dimension of the volume, such as the number of channels in an image or the number of filters in a layer). </a:t>
            </a:r>
          </a:p>
          <a:p>
            <a:pPr marL="285750" indent="-285750">
              <a:buFont typeface="Wingdings" panose="05000000000000000000" pitchFamily="2" charset="2"/>
              <a:buChar char="q"/>
            </a:pPr>
            <a:r>
              <a:rPr lang="en-US" dirty="0"/>
              <a:t>To make this example more concrete, again consider the CIFAR-10 dataset: the input volume will have dimensions 32</a:t>
            </a:r>
            <a:r>
              <a:rPr lang="en-US" i="1" dirty="0"/>
              <a:t>×</a:t>
            </a:r>
            <a:r>
              <a:rPr lang="en-US" dirty="0"/>
              <a:t>32</a:t>
            </a:r>
            <a:r>
              <a:rPr lang="en-US" i="1" dirty="0"/>
              <a:t>×</a:t>
            </a:r>
            <a:r>
              <a:rPr lang="en-US" dirty="0"/>
              <a:t>3 (width, height, and depth, respectively). </a:t>
            </a:r>
            <a:r>
              <a:rPr lang="en-US" b="1" i="1" dirty="0"/>
              <a:t>Neurons in subsequent layers will only be connected to a small region of the layer before it (rather than the fully-connected structure of a standard neural network) – we call this local connectivity </a:t>
            </a:r>
            <a:r>
              <a:rPr lang="en-US" dirty="0"/>
              <a:t>which enables us to save a </a:t>
            </a:r>
            <a:r>
              <a:rPr lang="en-US" i="1" dirty="0"/>
              <a:t>huge </a:t>
            </a:r>
            <a:r>
              <a:rPr lang="en-US" dirty="0"/>
              <a:t>amount of parameters in our network. Finally, the output layer will be a 1</a:t>
            </a:r>
            <a:r>
              <a:rPr lang="en-US" i="1" dirty="0"/>
              <a:t>×</a:t>
            </a:r>
            <a:r>
              <a:rPr lang="en-US" dirty="0"/>
              <a:t>1</a:t>
            </a:r>
            <a:r>
              <a:rPr lang="en-US" i="1" dirty="0"/>
              <a:t>×N </a:t>
            </a:r>
            <a:r>
              <a:rPr lang="en-US" dirty="0"/>
              <a:t>volume which represents the image distilled into a single vector of class scores. In the case of CIFAR-10, given ten classes, </a:t>
            </a:r>
            <a:r>
              <a:rPr lang="en-US" i="1" dirty="0"/>
              <a:t>N </a:t>
            </a:r>
            <a:r>
              <a:rPr lang="en-US" dirty="0"/>
              <a:t>= 10, yielding a 1</a:t>
            </a:r>
            <a:r>
              <a:rPr lang="en-US" i="1" dirty="0"/>
              <a:t>×</a:t>
            </a:r>
            <a:r>
              <a:rPr lang="en-US" dirty="0"/>
              <a:t>1</a:t>
            </a:r>
            <a:r>
              <a:rPr lang="en-US" i="1" dirty="0"/>
              <a:t>×</a:t>
            </a:r>
            <a:r>
              <a:rPr lang="en-US" dirty="0"/>
              <a:t>10 volume </a:t>
            </a:r>
          </a:p>
          <a:p>
            <a:pPr marL="285750" indent="-285750">
              <a:buFont typeface="Wingdings" panose="05000000000000000000" pitchFamily="2" charset="2"/>
              <a:buChar char="q"/>
            </a:pPr>
            <a:r>
              <a:rPr lang="en-US" dirty="0"/>
              <a:t>There are many types of layers used to build CNNs but most commonly encountered are:-</a:t>
            </a:r>
          </a:p>
          <a:p>
            <a:pPr marL="517525" indent="-285750">
              <a:buFont typeface="Wingdings" panose="05000000000000000000" pitchFamily="2" charset="2"/>
              <a:buChar char="ü"/>
            </a:pPr>
            <a:r>
              <a:rPr lang="en-US" dirty="0"/>
              <a:t>Convolution</a:t>
            </a:r>
          </a:p>
          <a:p>
            <a:pPr marL="517525" indent="-285750">
              <a:buFont typeface="Wingdings" panose="05000000000000000000" pitchFamily="2" charset="2"/>
              <a:buChar char="ü"/>
            </a:pPr>
            <a:r>
              <a:rPr lang="en-US" dirty="0"/>
              <a:t>Activation (ACT or RELU)</a:t>
            </a:r>
          </a:p>
          <a:p>
            <a:pPr marL="517525" indent="-285750">
              <a:buFont typeface="Wingdings" panose="05000000000000000000" pitchFamily="2" charset="2"/>
              <a:buChar char="ü"/>
            </a:pPr>
            <a:r>
              <a:rPr lang="en-US" dirty="0"/>
              <a:t>Pooling (POOL)</a:t>
            </a:r>
          </a:p>
          <a:p>
            <a:pPr marL="517525" indent="-285750">
              <a:buFont typeface="Wingdings" panose="05000000000000000000" pitchFamily="2" charset="2"/>
              <a:buChar char="ü"/>
            </a:pPr>
            <a:r>
              <a:rPr lang="en-US" dirty="0"/>
              <a:t>Fully Connected (FC)</a:t>
            </a:r>
          </a:p>
          <a:p>
            <a:pPr marL="517525" indent="-285750">
              <a:buFont typeface="Wingdings" panose="05000000000000000000" pitchFamily="2" charset="2"/>
              <a:buChar char="ü"/>
            </a:pPr>
            <a:r>
              <a:rPr lang="en-US" dirty="0"/>
              <a:t>Batch Normalization (BN)</a:t>
            </a:r>
          </a:p>
          <a:p>
            <a:pPr marL="517525" indent="-285750">
              <a:buFont typeface="Wingdings" panose="05000000000000000000" pitchFamily="2" charset="2"/>
              <a:buChar char="ü"/>
            </a:pPr>
            <a:r>
              <a:rPr lang="en-US" dirty="0"/>
              <a:t>Drop Out (DO</a:t>
            </a:r>
          </a:p>
        </p:txBody>
      </p:sp>
      <p:sp>
        <p:nvSpPr>
          <p:cNvPr id="5" name="TextBox 4">
            <a:extLst>
              <a:ext uri="{FF2B5EF4-FFF2-40B4-BE49-F238E27FC236}">
                <a16:creationId xmlns:a16="http://schemas.microsoft.com/office/drawing/2014/main" id="{53D21197-58D2-4E9F-B295-3A26EBD5A8A1}"/>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7A540AA5-452C-2594-0431-F9FA8BA4E617}"/>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31452864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7854C-7B3B-EFED-82C2-E3F4BA81C1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B477B45-8CA9-42E6-A8B8-B1593A606C97}"/>
              </a:ext>
            </a:extLst>
          </p:cNvPr>
          <p:cNvSpPr txBox="1"/>
          <p:nvPr/>
        </p:nvSpPr>
        <p:spPr>
          <a:xfrm>
            <a:off x="477364" y="813648"/>
            <a:ext cx="7600848" cy="5909310"/>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b="1" i="1" dirty="0">
                <a:effectLst>
                  <a:outerShdw blurRad="38100" dist="38100" dir="2700000" algn="tl">
                    <a:srgbClr val="000000">
                      <a:alpha val="43137"/>
                    </a:srgbClr>
                  </a:outerShdw>
                </a:effectLst>
              </a:rPr>
              <a:t>Unlike a standard neural network, layers of a CNN are arranged in a 3D volume in three dimensions: width, height, and depth </a:t>
            </a:r>
            <a:r>
              <a:rPr lang="en-US" dirty="0"/>
              <a:t>(where </a:t>
            </a:r>
            <a:r>
              <a:rPr lang="en-US" i="1" dirty="0"/>
              <a:t>depth </a:t>
            </a:r>
            <a:r>
              <a:rPr lang="en-US" dirty="0"/>
              <a:t>refers to the third dimension of the volume, such as the number of channels in an image or the number of filters in a layer). </a:t>
            </a:r>
          </a:p>
          <a:p>
            <a:pPr marL="285750" indent="-285750">
              <a:buFont typeface="Wingdings" panose="05000000000000000000" pitchFamily="2" charset="2"/>
              <a:buChar char="q"/>
            </a:pPr>
            <a:r>
              <a:rPr lang="en-US" dirty="0"/>
              <a:t>To make this example more concrete, again consider the CIFAR-10 dataset: the input volume will have dimensions 32</a:t>
            </a:r>
            <a:r>
              <a:rPr lang="en-US" i="1" dirty="0"/>
              <a:t>×</a:t>
            </a:r>
            <a:r>
              <a:rPr lang="en-US" dirty="0"/>
              <a:t>32</a:t>
            </a:r>
            <a:r>
              <a:rPr lang="en-US" i="1" dirty="0"/>
              <a:t>×</a:t>
            </a:r>
            <a:r>
              <a:rPr lang="en-US" dirty="0"/>
              <a:t>3 (width, height, and depth, respectively). </a:t>
            </a:r>
            <a:r>
              <a:rPr lang="en-US" b="1" i="1" dirty="0"/>
              <a:t>Neurons in subsequent layers will only be connected to a small region of the layer before it (rather than the fully-connected structure of a standard neural network) – we call this local connectivity </a:t>
            </a:r>
            <a:r>
              <a:rPr lang="en-US" dirty="0"/>
              <a:t>which enables us to save a </a:t>
            </a:r>
            <a:r>
              <a:rPr lang="en-US" i="1" dirty="0"/>
              <a:t>huge </a:t>
            </a:r>
            <a:r>
              <a:rPr lang="en-US" dirty="0"/>
              <a:t>amount of parameters in our network. Finally, the output layer will be a 1</a:t>
            </a:r>
            <a:r>
              <a:rPr lang="en-US" i="1" dirty="0"/>
              <a:t>×</a:t>
            </a:r>
            <a:r>
              <a:rPr lang="en-US" dirty="0"/>
              <a:t>1</a:t>
            </a:r>
            <a:r>
              <a:rPr lang="en-US" i="1" dirty="0"/>
              <a:t>×N </a:t>
            </a:r>
            <a:r>
              <a:rPr lang="en-US" dirty="0"/>
              <a:t>volume which represents the image distilled into a single vector of class scores. In the case of CIFAR-10, given ten classes, </a:t>
            </a:r>
            <a:r>
              <a:rPr lang="en-US" i="1" dirty="0"/>
              <a:t>N </a:t>
            </a:r>
            <a:r>
              <a:rPr lang="en-US" dirty="0"/>
              <a:t>= 10, yielding a 1</a:t>
            </a:r>
            <a:r>
              <a:rPr lang="en-US" i="1" dirty="0"/>
              <a:t>×</a:t>
            </a:r>
            <a:r>
              <a:rPr lang="en-US" dirty="0"/>
              <a:t>1</a:t>
            </a:r>
            <a:r>
              <a:rPr lang="en-US" i="1" dirty="0"/>
              <a:t>×</a:t>
            </a:r>
            <a:r>
              <a:rPr lang="en-US" dirty="0"/>
              <a:t>10 volume </a:t>
            </a:r>
          </a:p>
          <a:p>
            <a:pPr marL="285750" indent="-285750">
              <a:buFont typeface="Wingdings" panose="05000000000000000000" pitchFamily="2" charset="2"/>
              <a:buChar char="q"/>
            </a:pPr>
            <a:r>
              <a:rPr lang="en-US" dirty="0"/>
              <a:t>There are many types of layers used to build CNNs but most commonly encountered are:-</a:t>
            </a:r>
          </a:p>
          <a:p>
            <a:pPr marL="517525" indent="-285750">
              <a:buFont typeface="Wingdings" panose="05000000000000000000" pitchFamily="2" charset="2"/>
              <a:buChar char="ü"/>
            </a:pPr>
            <a:r>
              <a:rPr lang="en-US" dirty="0"/>
              <a:t>Convolution</a:t>
            </a:r>
          </a:p>
          <a:p>
            <a:pPr marL="517525" indent="-285750">
              <a:buFont typeface="Wingdings" panose="05000000000000000000" pitchFamily="2" charset="2"/>
              <a:buChar char="ü"/>
            </a:pPr>
            <a:r>
              <a:rPr lang="en-US" dirty="0"/>
              <a:t>Activation (ACT or RELU)</a:t>
            </a:r>
          </a:p>
          <a:p>
            <a:pPr marL="517525" indent="-285750">
              <a:buFont typeface="Wingdings" panose="05000000000000000000" pitchFamily="2" charset="2"/>
              <a:buChar char="ü"/>
            </a:pPr>
            <a:r>
              <a:rPr lang="en-US" dirty="0"/>
              <a:t>Pooling (POOL)</a:t>
            </a:r>
          </a:p>
          <a:p>
            <a:pPr marL="517525" indent="-285750">
              <a:buFont typeface="Wingdings" panose="05000000000000000000" pitchFamily="2" charset="2"/>
              <a:buChar char="ü"/>
            </a:pPr>
            <a:r>
              <a:rPr lang="en-US" dirty="0"/>
              <a:t>Fully Connected (FC)</a:t>
            </a:r>
          </a:p>
          <a:p>
            <a:pPr marL="517525" indent="-285750">
              <a:buFont typeface="Wingdings" panose="05000000000000000000" pitchFamily="2" charset="2"/>
              <a:buChar char="ü"/>
            </a:pPr>
            <a:r>
              <a:rPr lang="en-US" dirty="0"/>
              <a:t>Batch Normalization (BN)</a:t>
            </a:r>
          </a:p>
          <a:p>
            <a:pPr marL="517525" indent="-285750">
              <a:buFont typeface="Wingdings" panose="05000000000000000000" pitchFamily="2" charset="2"/>
              <a:buChar char="ü"/>
            </a:pPr>
            <a:r>
              <a:rPr lang="en-US" dirty="0"/>
              <a:t>Drop Out (DO</a:t>
            </a:r>
          </a:p>
        </p:txBody>
      </p:sp>
      <p:sp>
        <p:nvSpPr>
          <p:cNvPr id="5" name="TextBox 4">
            <a:extLst>
              <a:ext uri="{FF2B5EF4-FFF2-40B4-BE49-F238E27FC236}">
                <a16:creationId xmlns:a16="http://schemas.microsoft.com/office/drawing/2014/main" id="{576571FE-172D-DAFD-BA9A-ED0B7EFE6A88}"/>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29C08FE8-B368-2448-D520-B026B3CC4102}"/>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15841817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BA93-FD4A-43BD-839B-4B7D669C96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63322A-3A06-DAC4-1EFB-0A9A17FBA518}"/>
              </a:ext>
            </a:extLst>
          </p:cNvPr>
          <p:cNvSpPr txBox="1"/>
          <p:nvPr/>
        </p:nvSpPr>
        <p:spPr>
          <a:xfrm>
            <a:off x="477364" y="813648"/>
            <a:ext cx="7600848" cy="5632311"/>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sz="2000" dirty="0">
                <a:effectLst>
                  <a:outerShdw blurRad="38100" dist="38100" dir="2700000" algn="tl">
                    <a:srgbClr val="000000">
                      <a:alpha val="43137"/>
                    </a:srgbClr>
                  </a:outerShdw>
                </a:effectLst>
              </a:rPr>
              <a:t>Stacking s series of these layers </a:t>
            </a:r>
            <a:r>
              <a:rPr lang="en-US" sz="2000" dirty="0" err="1">
                <a:effectLst>
                  <a:outerShdw blurRad="38100" dist="38100" dir="2700000" algn="tl">
                    <a:srgbClr val="000000">
                      <a:alpha val="43137"/>
                    </a:srgbClr>
                  </a:outerShdw>
                </a:effectLst>
              </a:rPr>
              <a:t>yelds</a:t>
            </a:r>
            <a:r>
              <a:rPr lang="en-US" sz="2000" dirty="0">
                <a:effectLst>
                  <a:outerShdw blurRad="38100" dist="38100" dir="2700000" algn="tl">
                    <a:srgbClr val="000000">
                      <a:alpha val="43137"/>
                    </a:srgbClr>
                  </a:outerShdw>
                </a:effectLst>
              </a:rPr>
              <a:t> CNN</a:t>
            </a:r>
          </a:p>
          <a:p>
            <a:pPr marL="285750" indent="-285750">
              <a:buFont typeface="Wingdings" panose="05000000000000000000" pitchFamily="2" charset="2"/>
              <a:buChar char="q"/>
            </a:pPr>
            <a:r>
              <a:rPr lang="en-US" sz="2000" dirty="0"/>
              <a:t>INPUT =&gt; CONV =&gt; RELU =&gt; FC =&gt; SOFTMAX </a:t>
            </a:r>
          </a:p>
          <a:p>
            <a:pPr marL="285750" indent="-285750">
              <a:buFont typeface="Wingdings" panose="05000000000000000000" pitchFamily="2" charset="2"/>
              <a:buChar char="q"/>
            </a:pPr>
            <a:r>
              <a:rPr lang="en-US" sz="2000" dirty="0"/>
              <a:t>Here we define a simple CNN that accepts an input, applies a convolution layer, then an activation layer, then a fully-connected layer, and, finally, a </a:t>
            </a:r>
            <a:r>
              <a:rPr lang="en-US" sz="2000" dirty="0" err="1"/>
              <a:t>softmax</a:t>
            </a:r>
            <a:r>
              <a:rPr lang="en-US" sz="2000" dirty="0"/>
              <a:t> classifier to obtain the output classification probabilities. </a:t>
            </a:r>
          </a:p>
          <a:p>
            <a:pPr marL="285750" indent="-285750">
              <a:buFont typeface="Wingdings" panose="05000000000000000000" pitchFamily="2" charset="2"/>
              <a:buChar char="q"/>
            </a:pPr>
            <a:r>
              <a:rPr lang="en-US" sz="2000" dirty="0"/>
              <a:t>The SOFTMAX activation layer is often omitted from the network diagram as it is assumed it directly follows the final FC. </a:t>
            </a:r>
          </a:p>
          <a:p>
            <a:pPr marL="285750" indent="-285750">
              <a:buFont typeface="Wingdings" panose="05000000000000000000" pitchFamily="2" charset="2"/>
              <a:buChar char="q"/>
            </a:pPr>
            <a:r>
              <a:rPr lang="en-US" sz="2000" dirty="0"/>
              <a:t>Of these layer types, CONV and FC, (and to a lesser extent, BN) are the only layers that contain parameters that are </a:t>
            </a:r>
            <a:r>
              <a:rPr lang="en-US" sz="2000" i="1" dirty="0"/>
              <a:t>learned </a:t>
            </a:r>
            <a:r>
              <a:rPr lang="en-US" sz="2000" dirty="0"/>
              <a:t>during the training process </a:t>
            </a:r>
          </a:p>
          <a:p>
            <a:pPr marL="285750" indent="-285750">
              <a:buFont typeface="Wingdings" panose="05000000000000000000" pitchFamily="2" charset="2"/>
              <a:buChar char="q"/>
            </a:pPr>
            <a:r>
              <a:rPr lang="en-US" sz="2000" dirty="0"/>
              <a:t>. </a:t>
            </a:r>
            <a:r>
              <a:rPr lang="en-US" sz="2000" dirty="0" err="1"/>
              <a:t>ctivation</a:t>
            </a:r>
            <a:r>
              <a:rPr lang="en-US" sz="2000" dirty="0"/>
              <a:t> and dropout layers are not considered true “layers" themselves, but are often included in network diagrams to make the architecture </a:t>
            </a:r>
            <a:r>
              <a:rPr lang="en-US" sz="2000" i="1" dirty="0"/>
              <a:t>explicitly </a:t>
            </a:r>
            <a:r>
              <a:rPr lang="en-US" sz="2000" dirty="0"/>
              <a:t>clear. </a:t>
            </a:r>
          </a:p>
          <a:p>
            <a:pPr marL="285750" indent="-285750">
              <a:buFont typeface="Wingdings" panose="05000000000000000000" pitchFamily="2" charset="2"/>
              <a:buChar char="q"/>
            </a:pPr>
            <a:r>
              <a:rPr lang="en-US" sz="2000" dirty="0"/>
              <a:t>Pooling layers (POOL), of equal importance as CONV and FC, are also included in network diagrams as they have a </a:t>
            </a:r>
            <a:r>
              <a:rPr lang="en-US" sz="2000" i="1" dirty="0"/>
              <a:t>substantial impact </a:t>
            </a:r>
            <a:r>
              <a:rPr lang="en-US" sz="2000" dirty="0"/>
              <a:t>on the spatial dimensions of an image as it moves through a CNN </a:t>
            </a:r>
          </a:p>
          <a:p>
            <a:pPr marL="285750" indent="-285750">
              <a:buFont typeface="Wingdings" panose="05000000000000000000" pitchFamily="2" charset="2"/>
              <a:buChar char="q"/>
            </a:pPr>
            <a:endParaRPr lang="en-US" sz="2000" dirty="0"/>
          </a:p>
        </p:txBody>
      </p:sp>
      <p:sp>
        <p:nvSpPr>
          <p:cNvPr id="5" name="TextBox 4">
            <a:extLst>
              <a:ext uri="{FF2B5EF4-FFF2-40B4-BE49-F238E27FC236}">
                <a16:creationId xmlns:a16="http://schemas.microsoft.com/office/drawing/2014/main" id="{FEE63754-9E4B-6AE0-F6BC-B8F594C872AA}"/>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3934907C-E222-D9C6-5786-877CC4BC860C}"/>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30248074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B1AA8-EBF7-A5EF-2EA2-D6228E4BAE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1D44507-1A00-2AEC-8F9D-344891788932}"/>
              </a:ext>
            </a:extLst>
          </p:cNvPr>
          <p:cNvSpPr txBox="1"/>
          <p:nvPr/>
        </p:nvSpPr>
        <p:spPr>
          <a:xfrm>
            <a:off x="477364" y="813648"/>
            <a:ext cx="7600848" cy="6309420"/>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sz="2000" dirty="0"/>
              <a:t>CONV</a:t>
            </a:r>
            <a:r>
              <a:rPr lang="en-US" sz="2000" b="1" dirty="0"/>
              <a:t>, </a:t>
            </a:r>
            <a:r>
              <a:rPr lang="en-US" sz="2000" dirty="0"/>
              <a:t>POOL</a:t>
            </a:r>
            <a:r>
              <a:rPr lang="en-US" sz="2000" b="1" dirty="0"/>
              <a:t>, </a:t>
            </a:r>
            <a:r>
              <a:rPr lang="en-US" sz="2000" dirty="0"/>
              <a:t>RELU</a:t>
            </a:r>
            <a:r>
              <a:rPr lang="en-US" sz="2000" b="1" dirty="0"/>
              <a:t>, and </a:t>
            </a:r>
            <a:r>
              <a:rPr lang="en-US" sz="2000" dirty="0"/>
              <a:t>FC </a:t>
            </a:r>
            <a:r>
              <a:rPr lang="en-US" sz="2000" b="1" dirty="0"/>
              <a:t>are the most important when defining your actual network architecture. </a:t>
            </a:r>
            <a:r>
              <a:rPr lang="en-US" sz="2000" dirty="0"/>
              <a:t>That’s not to say that the other layers are not critical, but take a backseat to this critical set of four as they define the </a:t>
            </a:r>
            <a:r>
              <a:rPr lang="en-US" sz="2000" i="1" dirty="0"/>
              <a:t>actual architecture itself</a:t>
            </a:r>
            <a:r>
              <a:rPr lang="en-US" sz="2000" dirty="0"/>
              <a:t> </a:t>
            </a:r>
          </a:p>
          <a:p>
            <a:pPr marL="285750" indent="-285750">
              <a:buFont typeface="Wingdings" panose="05000000000000000000" pitchFamily="2" charset="2"/>
              <a:buChar char="q"/>
            </a:pPr>
            <a:r>
              <a:rPr lang="en-US" sz="2000" dirty="0"/>
              <a:t>Activation functions themselves are practically </a:t>
            </a:r>
            <a:r>
              <a:rPr lang="en-US" sz="2000" b="1" dirty="0"/>
              <a:t>assumed </a:t>
            </a:r>
            <a:r>
              <a:rPr lang="en-US" sz="2000" dirty="0"/>
              <a:t>to be part of the architecture, When defining CNN architectures we often omit the activation layers from a table/diagram to save space; however, the activation layers are </a:t>
            </a:r>
            <a:r>
              <a:rPr lang="en-US" sz="2000" i="1" dirty="0"/>
              <a:t>implicitly </a:t>
            </a:r>
            <a:r>
              <a:rPr lang="en-US" sz="2000" dirty="0"/>
              <a:t>assumed to be part of the architecture. </a:t>
            </a:r>
          </a:p>
          <a:p>
            <a:pPr marL="285750" indent="-285750">
              <a:buFont typeface="Wingdings" panose="05000000000000000000" pitchFamily="2" charset="2"/>
              <a:buChar char="q"/>
            </a:pPr>
            <a:r>
              <a:rPr lang="en-US" dirty="0"/>
              <a:t>The CONV layer is the core building block of a Convolutional Neural Network. The CONV layer parameters consist of a set of </a:t>
            </a:r>
            <a:r>
              <a:rPr lang="en-US" i="1" dirty="0"/>
              <a:t>K </a:t>
            </a:r>
            <a:r>
              <a:rPr lang="en-US" dirty="0"/>
              <a:t>learnable filters (i.e., “kernels”), where each filter has a width and a height, and are nearly always square. </a:t>
            </a:r>
            <a:endParaRPr lang="en-US" sz="2000" dirty="0"/>
          </a:p>
          <a:p>
            <a:pPr marL="285750" indent="-285750">
              <a:buFont typeface="Wingdings" panose="05000000000000000000" pitchFamily="2" charset="2"/>
              <a:buChar char="q"/>
            </a:pPr>
            <a:r>
              <a:rPr lang="en-US" dirty="0"/>
              <a:t>These filters are small (in terms of their spatial dimensions) but extend throughout the full depth of the volume</a:t>
            </a:r>
            <a:r>
              <a:rPr lang="en-US" sz="2000" dirty="0"/>
              <a:t> </a:t>
            </a:r>
          </a:p>
          <a:p>
            <a:pPr marL="285750" indent="-285750">
              <a:buFont typeface="Wingdings" panose="05000000000000000000" pitchFamily="2" charset="2"/>
              <a:buChar char="q"/>
            </a:pPr>
            <a:r>
              <a:rPr lang="en-US" dirty="0"/>
              <a:t>For inputs to the CNN, the depth is the number of channels in the image (i.e., a depth of three when working with RGB images, one for each channel). For volumes deeper in the network, the depth will be the number of filters applied in the </a:t>
            </a:r>
            <a:r>
              <a:rPr lang="en-US" i="1" dirty="0"/>
              <a:t>previous </a:t>
            </a:r>
            <a:r>
              <a:rPr lang="en-US" dirty="0"/>
              <a:t>layer.</a:t>
            </a:r>
            <a:r>
              <a:rPr lang="en-US" sz="2000" dirty="0"/>
              <a:t> </a:t>
            </a:r>
            <a:br>
              <a:rPr lang="en-US" sz="2000" dirty="0"/>
            </a:br>
            <a:endParaRPr lang="en-US" sz="2000" dirty="0"/>
          </a:p>
          <a:p>
            <a:pPr marL="285750" indent="-285750">
              <a:buFont typeface="Wingdings" panose="05000000000000000000" pitchFamily="2" charset="2"/>
              <a:buChar char="q"/>
            </a:pPr>
            <a:endParaRPr lang="en-US" sz="20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BECBFEBB-84CF-05C1-07C2-1F9060BB778A}"/>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20712498-0A15-EAB1-4E81-1CBD1AA7EFD2}"/>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17552607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9104F-5952-92BC-CD82-1FE9C9C5C6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7E9D51-FDBD-7810-C282-B5884B800872}"/>
              </a:ext>
            </a:extLst>
          </p:cNvPr>
          <p:cNvSpPr txBox="1"/>
          <p:nvPr/>
        </p:nvSpPr>
        <p:spPr>
          <a:xfrm>
            <a:off x="477364" y="879356"/>
            <a:ext cx="7600848" cy="5724644"/>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To make this concept more clear, let’s consider the forward-pass of a CNN, where we convolve each of the </a:t>
            </a:r>
            <a:r>
              <a:rPr lang="en-US" i="1" dirty="0"/>
              <a:t>K </a:t>
            </a:r>
            <a:r>
              <a:rPr lang="en-US" dirty="0"/>
              <a:t>filters across the width and height of the input volume</a:t>
            </a:r>
            <a:r>
              <a:rPr lang="en-US" sz="2000" dirty="0"/>
              <a:t> </a:t>
            </a:r>
          </a:p>
          <a:p>
            <a:pPr marL="285750" indent="-285750">
              <a:buFont typeface="Wingdings" panose="05000000000000000000" pitchFamily="2" charset="2"/>
              <a:buChar char="q"/>
            </a:pPr>
            <a:r>
              <a:rPr lang="en-US" dirty="0"/>
              <a:t>More simply, we can think of each of our </a:t>
            </a:r>
            <a:r>
              <a:rPr lang="en-US" i="1" dirty="0"/>
              <a:t>K </a:t>
            </a:r>
            <a:r>
              <a:rPr lang="en-US" dirty="0"/>
              <a:t>kernels sliding across the input region, computing an element-wise multiplication, summing, and then storing the output value in a 2- dimensional </a:t>
            </a:r>
            <a:r>
              <a:rPr lang="en-US" i="1" dirty="0"/>
              <a:t>activation map</a:t>
            </a:r>
            <a:r>
              <a:rPr lang="en-US" dirty="0"/>
              <a:t>, </a:t>
            </a:r>
            <a:endParaRPr lang="en-US" sz="2000" dirty="0"/>
          </a:p>
          <a:p>
            <a:pPr marL="285750" indent="-285750">
              <a:buFont typeface="Wingdings" panose="05000000000000000000" pitchFamily="2" charset="2"/>
              <a:buChar char="q"/>
            </a:pPr>
            <a:r>
              <a:rPr lang="en-US" dirty="0"/>
              <a:t>After applying all </a:t>
            </a:r>
            <a:r>
              <a:rPr lang="en-US" i="1" dirty="0"/>
              <a:t>K </a:t>
            </a:r>
            <a:r>
              <a:rPr lang="en-US" dirty="0"/>
              <a:t>filters to the input volume, we now have </a:t>
            </a:r>
            <a:r>
              <a:rPr lang="en-US" i="1" dirty="0"/>
              <a:t>K</a:t>
            </a:r>
            <a:r>
              <a:rPr lang="en-US" dirty="0"/>
              <a:t>, 2-dimensional activation maps. We then stack our </a:t>
            </a:r>
            <a:r>
              <a:rPr lang="en-US" i="1" dirty="0"/>
              <a:t>K </a:t>
            </a:r>
            <a:r>
              <a:rPr lang="en-US" dirty="0"/>
              <a:t>activation maps along the depth dimension of our array to form the final output volume</a:t>
            </a:r>
            <a:r>
              <a:rPr lang="en-US" sz="2000" dirty="0"/>
              <a:t> </a:t>
            </a:r>
          </a:p>
          <a:p>
            <a:pPr marL="285750" indent="-285750">
              <a:buFont typeface="Wingdings" panose="05000000000000000000" pitchFamily="2" charset="2"/>
              <a:buChar char="q"/>
            </a:pPr>
            <a:r>
              <a:rPr lang="en-US" dirty="0"/>
              <a:t>Every entry in the output volume is thus an output of a neuron that “looks” at only a small region of the input. In this manner, the network “learns” filters that activate when they see a specific type of feature at a </a:t>
            </a:r>
            <a:r>
              <a:rPr lang="en-US" i="1" dirty="0"/>
              <a:t>given spatial location </a:t>
            </a:r>
            <a:r>
              <a:rPr lang="en-US" dirty="0"/>
              <a:t>in the input volume. In lower layers of the network, filters may activate when they see edge-like or corner-like regions</a:t>
            </a:r>
            <a:r>
              <a:rPr lang="en-US" sz="2000" dirty="0"/>
              <a:t> </a:t>
            </a:r>
          </a:p>
          <a:p>
            <a:pPr marL="285750" indent="-285750">
              <a:buFont typeface="Wingdings" panose="05000000000000000000" pitchFamily="2" charset="2"/>
              <a:buChar char="q"/>
            </a:pPr>
            <a:r>
              <a:rPr lang="en-US" dirty="0"/>
              <a:t>Then, in the deeper layers of the network, filters may activate in the presence of high-level features, such as parts of the face, the paw of a dog, the hood of a car, etc. </a:t>
            </a:r>
          </a:p>
          <a:p>
            <a:pPr marL="285750" indent="-285750">
              <a:buFont typeface="Wingdings" panose="05000000000000000000" pitchFamily="2" charset="2"/>
              <a:buChar char="q"/>
            </a:pPr>
            <a:r>
              <a:rPr lang="en-US" dirty="0"/>
              <a:t>The concept of convolving a small filter with a large(r) input volume has special meaning in Convolutional Neural Networks – specifically, the </a:t>
            </a:r>
            <a:r>
              <a:rPr lang="en-US" b="1" dirty="0"/>
              <a:t>local connectivity </a:t>
            </a:r>
            <a:r>
              <a:rPr lang="en-US" dirty="0"/>
              <a:t>and the </a:t>
            </a:r>
            <a:r>
              <a:rPr lang="en-US" b="1" dirty="0"/>
              <a:t>receptive field </a:t>
            </a:r>
            <a:r>
              <a:rPr lang="en-US" dirty="0"/>
              <a:t>of a neuron.</a:t>
            </a:r>
            <a:endParaRPr lang="en-US" sz="2000" dirty="0"/>
          </a:p>
        </p:txBody>
      </p:sp>
      <p:sp>
        <p:nvSpPr>
          <p:cNvPr id="5" name="TextBox 4">
            <a:extLst>
              <a:ext uri="{FF2B5EF4-FFF2-40B4-BE49-F238E27FC236}">
                <a16:creationId xmlns:a16="http://schemas.microsoft.com/office/drawing/2014/main" id="{DD2793E6-C841-42F9-13CE-C60F0CA0C96B}"/>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08207772-0C94-FA2C-7B60-91A42C3355C8}"/>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23413408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667F3-47B9-AEDD-6656-7AB090C6FC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9FF799-C174-2D1C-5BEE-E1EFC08EB78D}"/>
              </a:ext>
            </a:extLst>
          </p:cNvPr>
          <p:cNvSpPr txBox="1"/>
          <p:nvPr/>
        </p:nvSpPr>
        <p:spPr>
          <a:xfrm>
            <a:off x="477364" y="813648"/>
            <a:ext cx="7600848" cy="6063198"/>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When working with images, it’s often impractical to connect neurons in the current volume to </a:t>
            </a:r>
            <a:r>
              <a:rPr lang="en-US" i="1" dirty="0"/>
              <a:t>all </a:t>
            </a:r>
            <a:r>
              <a:rPr lang="en-US" dirty="0"/>
              <a:t>neurons in the previous volume – there are simply too many connections and too many weights, making it impossible to train deep networks on images with large spatial dimensions.</a:t>
            </a:r>
            <a:r>
              <a:rPr lang="en-US" sz="2000" dirty="0"/>
              <a:t> </a:t>
            </a:r>
          </a:p>
          <a:p>
            <a:pPr marL="285750" indent="-285750">
              <a:buFont typeface="Wingdings" panose="05000000000000000000" pitchFamily="2" charset="2"/>
              <a:buChar char="q"/>
            </a:pPr>
            <a:r>
              <a:rPr lang="en-US" dirty="0"/>
              <a:t>Instead, when utilizing CNNs, we choose to connect each neuron to only a </a:t>
            </a:r>
            <a:r>
              <a:rPr lang="en-US" i="1" dirty="0"/>
              <a:t>local region </a:t>
            </a:r>
            <a:r>
              <a:rPr lang="en-US" dirty="0"/>
              <a:t>of the input volume – we call the size of this local region the </a:t>
            </a:r>
            <a:r>
              <a:rPr lang="en-US" b="1" dirty="0"/>
              <a:t>receptive field </a:t>
            </a:r>
            <a:r>
              <a:rPr lang="en-US" dirty="0"/>
              <a:t>(or simply, the variable </a:t>
            </a:r>
            <a:r>
              <a:rPr lang="en-US" i="1" dirty="0"/>
              <a:t>F</a:t>
            </a:r>
            <a:r>
              <a:rPr lang="en-US" dirty="0"/>
              <a:t>) of the neuron</a:t>
            </a:r>
            <a:r>
              <a:rPr lang="en-US" sz="2000" dirty="0"/>
              <a:t> </a:t>
            </a:r>
          </a:p>
          <a:p>
            <a:pPr marL="285750" indent="-285750">
              <a:buFont typeface="Wingdings" panose="05000000000000000000" pitchFamily="2" charset="2"/>
              <a:buChar char="q"/>
            </a:pPr>
            <a:r>
              <a:rPr lang="en-US" dirty="0"/>
              <a:t>To make this point clear, let’s return to our CIFAR-10 dataset where the input volume as an input size of 32</a:t>
            </a:r>
            <a:r>
              <a:rPr lang="en-US" i="1" dirty="0"/>
              <a:t>×</a:t>
            </a:r>
            <a:r>
              <a:rPr lang="en-US" dirty="0"/>
              <a:t>32</a:t>
            </a:r>
            <a:r>
              <a:rPr lang="en-US" i="1" dirty="0"/>
              <a:t>×</a:t>
            </a:r>
            <a:r>
              <a:rPr lang="en-US" dirty="0"/>
              <a:t>3. Each image thus has a width of 32 pixels, a height of 32 pixels, and a depth of 3 (one for each RGB channel). If our receptive field is of size 3</a:t>
            </a:r>
            <a:r>
              <a:rPr lang="en-US" i="1" dirty="0"/>
              <a:t>×</a:t>
            </a:r>
            <a:r>
              <a:rPr lang="en-US" dirty="0"/>
              <a:t>3, then each neuron in the CONV layer will connect to a 3</a:t>
            </a:r>
            <a:r>
              <a:rPr lang="en-US" i="1" dirty="0"/>
              <a:t>×</a:t>
            </a:r>
            <a:r>
              <a:rPr lang="en-US" dirty="0"/>
              <a:t>3 local region of the image for a total of 3</a:t>
            </a:r>
            <a:r>
              <a:rPr lang="en-US" i="1" dirty="0"/>
              <a:t>×</a:t>
            </a:r>
            <a:r>
              <a:rPr lang="en-US" dirty="0"/>
              <a:t>3</a:t>
            </a:r>
            <a:r>
              <a:rPr lang="en-US" i="1" dirty="0"/>
              <a:t>×</a:t>
            </a:r>
            <a:r>
              <a:rPr lang="en-US" dirty="0"/>
              <a:t>3 = 27 weights</a:t>
            </a:r>
            <a:r>
              <a:rPr lang="en-US" sz="2000" dirty="0"/>
              <a:t> </a:t>
            </a:r>
          </a:p>
          <a:p>
            <a:pPr marL="285750" indent="-285750">
              <a:buFont typeface="Wingdings" panose="05000000000000000000" pitchFamily="2" charset="2"/>
              <a:buChar char="q"/>
            </a:pPr>
            <a:r>
              <a:rPr lang="en-US" dirty="0"/>
              <a:t>Remember, the depth of the filters is three because they extend through the full depth of the input image, in this case, three channels</a:t>
            </a:r>
            <a:r>
              <a:rPr lang="en-US" sz="2000" dirty="0"/>
              <a:t> </a:t>
            </a:r>
          </a:p>
          <a:p>
            <a:pPr marL="285750" indent="-285750">
              <a:buFont typeface="Wingdings" panose="05000000000000000000" pitchFamily="2" charset="2"/>
              <a:buChar char="q"/>
            </a:pPr>
            <a:r>
              <a:rPr lang="en-US" dirty="0"/>
              <a:t>let’s assume that the spatial dimensions of our input volume have been reduced to a smaller size, but our depth is now larger, due to utilizing more filters deeper in the network, such that the volume size is now 16</a:t>
            </a:r>
            <a:r>
              <a:rPr lang="en-US" i="1" dirty="0"/>
              <a:t>×</a:t>
            </a:r>
            <a:r>
              <a:rPr lang="en-US" dirty="0"/>
              <a:t>16</a:t>
            </a:r>
            <a:r>
              <a:rPr lang="en-US" i="1" dirty="0"/>
              <a:t>×</a:t>
            </a:r>
            <a:r>
              <a:rPr lang="en-US" dirty="0"/>
              <a:t>94. </a:t>
            </a:r>
            <a:endParaRPr lang="en-US" sz="2000" dirty="0"/>
          </a:p>
          <a:p>
            <a:pPr marL="285750" indent="-285750">
              <a:buFont typeface="Wingdings" panose="05000000000000000000" pitchFamily="2" charset="2"/>
              <a:buChar char="q"/>
            </a:pPr>
            <a:r>
              <a:rPr lang="en-US" dirty="0"/>
              <a:t>If we assume a receptive field of size 3</a:t>
            </a:r>
            <a:r>
              <a:rPr lang="en-US" i="1" dirty="0"/>
              <a:t>×</a:t>
            </a:r>
            <a:r>
              <a:rPr lang="en-US" dirty="0"/>
              <a:t>3, then every neuron in the CONV layer will have a total of 3</a:t>
            </a:r>
            <a:r>
              <a:rPr lang="en-US" i="1" dirty="0"/>
              <a:t>×</a:t>
            </a:r>
            <a:r>
              <a:rPr lang="en-US" dirty="0"/>
              <a:t>3</a:t>
            </a:r>
            <a:r>
              <a:rPr lang="en-US" i="1" dirty="0"/>
              <a:t>×</a:t>
            </a:r>
            <a:r>
              <a:rPr lang="en-US" dirty="0"/>
              <a:t>94 = 846 connections to the input volume. Simply put, the receptive field </a:t>
            </a:r>
            <a:r>
              <a:rPr lang="en-US" i="1" dirty="0"/>
              <a:t>F </a:t>
            </a:r>
            <a:r>
              <a:rPr lang="en-US" dirty="0"/>
              <a:t>is the </a:t>
            </a:r>
            <a:r>
              <a:rPr lang="en-US" b="1" i="1" dirty="0"/>
              <a:t>size </a:t>
            </a:r>
            <a:r>
              <a:rPr lang="en-US" dirty="0"/>
              <a:t>of the filter, yielding an </a:t>
            </a:r>
            <a:r>
              <a:rPr lang="en-US" i="1" dirty="0"/>
              <a:t>F ×F </a:t>
            </a:r>
            <a:r>
              <a:rPr lang="en-US" dirty="0"/>
              <a:t>kernel that is convolved with the input volume</a:t>
            </a:r>
            <a:r>
              <a:rPr lang="en-US" sz="2000" dirty="0"/>
              <a:t> </a:t>
            </a:r>
            <a:endParaRPr lang="en-US" sz="20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9CEF4959-7D25-70DC-309F-9D86983DAA6F}"/>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6" name="Picture 5">
            <a:extLst>
              <a:ext uri="{FF2B5EF4-FFF2-40B4-BE49-F238E27FC236}">
                <a16:creationId xmlns:a16="http://schemas.microsoft.com/office/drawing/2014/main" id="{5C0EBB3A-3F77-E4BC-A154-906FBFDE4DAD}"/>
              </a:ext>
            </a:extLst>
          </p:cNvPr>
          <p:cNvPicPr>
            <a:picLocks noChangeAspect="1"/>
          </p:cNvPicPr>
          <p:nvPr/>
        </p:nvPicPr>
        <p:blipFill>
          <a:blip r:embed="rId2"/>
          <a:stretch>
            <a:fillRect/>
          </a:stretch>
        </p:blipFill>
        <p:spPr>
          <a:xfrm>
            <a:off x="8117684" y="1653386"/>
            <a:ext cx="3596952" cy="3551228"/>
          </a:xfrm>
          <a:prstGeom prst="rect">
            <a:avLst/>
          </a:prstGeom>
        </p:spPr>
      </p:pic>
    </p:spTree>
    <p:extLst>
      <p:ext uri="{BB962C8B-B14F-4D97-AF65-F5344CB8AC3E}">
        <p14:creationId xmlns:p14="http://schemas.microsoft.com/office/powerpoint/2010/main" val="23540393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46D55-1278-54FC-E66F-348104E100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97DBD4-2116-6561-93FB-4C43818FEECB}"/>
              </a:ext>
            </a:extLst>
          </p:cNvPr>
          <p:cNvSpPr txBox="1"/>
          <p:nvPr/>
        </p:nvSpPr>
        <p:spPr>
          <a:xfrm>
            <a:off x="477364" y="683016"/>
            <a:ext cx="7600848" cy="6093976"/>
          </a:xfrm>
          <a:prstGeom prst="rect">
            <a:avLst/>
          </a:prstGeom>
          <a:noFill/>
          <a:ln>
            <a:solidFill>
              <a:srgbClr val="0070C0"/>
            </a:solidFill>
          </a:ln>
        </p:spPr>
        <p:txBody>
          <a:bodyPr wrap="square" rtlCol="0">
            <a:spAutoFit/>
          </a:bodyPr>
          <a:lstStyle/>
          <a:p>
            <a:pPr marL="285750" indent="-285750">
              <a:buFont typeface="Wingdings" panose="05000000000000000000" pitchFamily="2" charset="2"/>
              <a:buChar char="q"/>
            </a:pPr>
            <a:r>
              <a:rPr lang="en-US" dirty="0"/>
              <a:t>There are three parameters that control the size of an output volume: the </a:t>
            </a:r>
            <a:r>
              <a:rPr lang="en-US" b="1" dirty="0"/>
              <a:t>depth</a:t>
            </a:r>
            <a:r>
              <a:rPr lang="en-US" dirty="0"/>
              <a:t>, </a:t>
            </a:r>
            <a:r>
              <a:rPr lang="en-US" b="1" dirty="0"/>
              <a:t>stride</a:t>
            </a:r>
            <a:r>
              <a:rPr lang="en-US" dirty="0"/>
              <a:t>, and </a:t>
            </a:r>
            <a:r>
              <a:rPr lang="en-US" b="1" dirty="0"/>
              <a:t>zero-padding </a:t>
            </a:r>
            <a:r>
              <a:rPr lang="en-US" dirty="0"/>
              <a:t>size</a:t>
            </a:r>
            <a:r>
              <a:rPr lang="en-US" sz="2000" dirty="0"/>
              <a:t> </a:t>
            </a:r>
          </a:p>
          <a:p>
            <a:pPr marL="285750" indent="-285750">
              <a:buFont typeface="Wingdings" panose="05000000000000000000" pitchFamily="2" charset="2"/>
              <a:buChar char="q"/>
            </a:pPr>
            <a:r>
              <a:rPr lang="en-US" dirty="0"/>
              <a:t>The </a:t>
            </a:r>
            <a:r>
              <a:rPr lang="en-US" i="1" dirty="0"/>
              <a:t>depth </a:t>
            </a:r>
            <a:r>
              <a:rPr lang="en-US" dirty="0"/>
              <a:t>of an output volume controls the number of neurons (i.e., filters) in the CONV layer that connect to a local region of the input volume. </a:t>
            </a:r>
            <a:endParaRPr lang="en-US" sz="2000" dirty="0"/>
          </a:p>
          <a:p>
            <a:pPr marL="285750" indent="-285750">
              <a:buFont typeface="Wingdings" panose="05000000000000000000" pitchFamily="2" charset="2"/>
              <a:buChar char="q"/>
            </a:pPr>
            <a:r>
              <a:rPr lang="en-US" dirty="0"/>
              <a:t>Each filter produces an activation map that “activate” in the presence of oriented edges or blobs or color.</a:t>
            </a:r>
            <a:r>
              <a:rPr lang="en-US" sz="2000" dirty="0"/>
              <a:t> </a:t>
            </a:r>
          </a:p>
          <a:p>
            <a:pPr marL="285750" indent="-285750">
              <a:buFont typeface="Wingdings" panose="05000000000000000000" pitchFamily="2" charset="2"/>
              <a:buChar char="q"/>
            </a:pPr>
            <a:r>
              <a:rPr lang="en-US" dirty="0"/>
              <a:t>For a given CONV layer, the depth of the activation map will be </a:t>
            </a:r>
            <a:r>
              <a:rPr lang="en-US" i="1" dirty="0"/>
              <a:t>K</a:t>
            </a:r>
            <a:r>
              <a:rPr lang="en-US" dirty="0"/>
              <a:t>, or simply the number of filters we are learning in the current layer. The set of filters that are “looking at” the same (</a:t>
            </a:r>
            <a:r>
              <a:rPr lang="en-US" i="1" dirty="0" err="1"/>
              <a:t>x;y</a:t>
            </a:r>
            <a:r>
              <a:rPr lang="en-US" dirty="0"/>
              <a:t>) location of the input is called the </a:t>
            </a:r>
            <a:r>
              <a:rPr lang="en-US" b="1" dirty="0"/>
              <a:t>depth column</a:t>
            </a:r>
            <a:r>
              <a:rPr lang="en-US" sz="2000" dirty="0"/>
              <a:t> </a:t>
            </a:r>
          </a:p>
          <a:p>
            <a:pPr marL="285750" indent="-285750">
              <a:buFont typeface="Wingdings" panose="05000000000000000000" pitchFamily="2" charset="2"/>
              <a:buChar char="q"/>
            </a:pPr>
            <a:r>
              <a:rPr lang="en-US" dirty="0"/>
              <a:t>We create a new depth column around the local region of the image where we convolve each of the </a:t>
            </a:r>
            <a:r>
              <a:rPr lang="en-US" i="1" dirty="0"/>
              <a:t>K </a:t>
            </a:r>
            <a:r>
              <a:rPr lang="en-US" dirty="0"/>
              <a:t>filters with the region and store the output in a 3D volume. When creating our CONV layers we normally use a stride step size </a:t>
            </a:r>
            <a:r>
              <a:rPr lang="en-US" i="1" dirty="0"/>
              <a:t>S </a:t>
            </a:r>
            <a:r>
              <a:rPr lang="en-US" dirty="0"/>
              <a:t>of either </a:t>
            </a:r>
            <a:r>
              <a:rPr lang="en-US" i="1" dirty="0"/>
              <a:t>S </a:t>
            </a:r>
            <a:r>
              <a:rPr lang="en-US" dirty="0"/>
              <a:t>= 1 or </a:t>
            </a:r>
            <a:r>
              <a:rPr lang="en-US" i="1" dirty="0"/>
              <a:t>S </a:t>
            </a:r>
            <a:r>
              <a:rPr lang="en-US" dirty="0"/>
              <a:t>= 2.</a:t>
            </a:r>
            <a:r>
              <a:rPr lang="en-US" sz="2000" dirty="0"/>
              <a:t> </a:t>
            </a:r>
          </a:p>
          <a:p>
            <a:pPr marL="285750" indent="-285750">
              <a:buFont typeface="Wingdings" panose="05000000000000000000" pitchFamily="2" charset="2"/>
              <a:buChar char="q"/>
            </a:pPr>
            <a:r>
              <a:rPr lang="en-US" dirty="0"/>
              <a:t>Smaller strides will lead to overlapping receptive fields and larger output volumes</a:t>
            </a:r>
            <a:r>
              <a:rPr lang="en-US" sz="2000" dirty="0"/>
              <a:t> </a:t>
            </a:r>
          </a:p>
          <a:p>
            <a:pPr marL="285750" indent="-285750">
              <a:buFont typeface="Wingdings" panose="05000000000000000000" pitchFamily="2" charset="2"/>
              <a:buChar char="q"/>
            </a:pPr>
            <a:r>
              <a:rPr lang="en-US" dirty="0"/>
              <a:t>Conversely, larger strides will result in less overlapping receptive fields and smaller output volumes.</a:t>
            </a:r>
            <a:r>
              <a:rPr lang="en-US" sz="2000" dirty="0"/>
              <a:t> </a:t>
            </a:r>
          </a:p>
          <a:p>
            <a:pPr marL="285750" indent="-285750">
              <a:buFont typeface="Wingdings" panose="05000000000000000000" pitchFamily="2" charset="2"/>
              <a:buChar char="q"/>
            </a:pPr>
            <a:r>
              <a:rPr lang="en-US" dirty="0"/>
              <a:t>To make the concept of convolutional stride more concrete, consider the </a:t>
            </a:r>
            <a:r>
              <a:rPr lang="en-US" b="1" dirty="0"/>
              <a:t>table</a:t>
            </a:r>
            <a:r>
              <a:rPr lang="en-US" dirty="0"/>
              <a:t> where we have a 5</a:t>
            </a:r>
            <a:r>
              <a:rPr lang="en-US" i="1" dirty="0"/>
              <a:t>×</a:t>
            </a:r>
            <a:r>
              <a:rPr lang="en-US" dirty="0"/>
              <a:t>5 input image (</a:t>
            </a:r>
            <a:r>
              <a:rPr lang="en-US" i="1" dirty="0"/>
              <a:t>left</a:t>
            </a:r>
            <a:r>
              <a:rPr lang="en-US" dirty="0"/>
              <a:t>) along with a 3</a:t>
            </a:r>
            <a:r>
              <a:rPr lang="en-US" i="1" dirty="0"/>
              <a:t>×</a:t>
            </a:r>
            <a:r>
              <a:rPr lang="en-US" dirty="0"/>
              <a:t>3 Laplacian kernel (right)</a:t>
            </a:r>
            <a:endParaRPr lang="en-US" sz="20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12857254-4212-8F37-FB34-409CAFFCB432}"/>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3" name="Picture 2">
            <a:extLst>
              <a:ext uri="{FF2B5EF4-FFF2-40B4-BE49-F238E27FC236}">
                <a16:creationId xmlns:a16="http://schemas.microsoft.com/office/drawing/2014/main" id="{E88B6974-7759-552B-06AC-329A5BDAC214}"/>
              </a:ext>
            </a:extLst>
          </p:cNvPr>
          <p:cNvPicPr>
            <a:picLocks noChangeAspect="1"/>
          </p:cNvPicPr>
          <p:nvPr/>
        </p:nvPicPr>
        <p:blipFill>
          <a:blip r:embed="rId2"/>
          <a:stretch>
            <a:fillRect/>
          </a:stretch>
        </p:blipFill>
        <p:spPr>
          <a:xfrm>
            <a:off x="8352532" y="1035005"/>
            <a:ext cx="3452159" cy="1372915"/>
          </a:xfrm>
          <a:prstGeom prst="rect">
            <a:avLst/>
          </a:prstGeom>
        </p:spPr>
      </p:pic>
      <p:sp>
        <p:nvSpPr>
          <p:cNvPr id="7" name="TextBox 6">
            <a:extLst>
              <a:ext uri="{FF2B5EF4-FFF2-40B4-BE49-F238E27FC236}">
                <a16:creationId xmlns:a16="http://schemas.microsoft.com/office/drawing/2014/main" id="{2E69122F-9775-DEA9-8D0A-29874C36DB1B}"/>
              </a:ext>
            </a:extLst>
          </p:cNvPr>
          <p:cNvSpPr txBox="1"/>
          <p:nvPr/>
        </p:nvSpPr>
        <p:spPr>
          <a:xfrm>
            <a:off x="9093200" y="2722880"/>
            <a:ext cx="1574800" cy="369332"/>
          </a:xfrm>
          <a:prstGeom prst="rect">
            <a:avLst/>
          </a:prstGeom>
          <a:noFill/>
        </p:spPr>
        <p:txBody>
          <a:bodyPr wrap="square" rtlCol="0">
            <a:spAutoFit/>
          </a:bodyPr>
          <a:lstStyle/>
          <a:p>
            <a:pPr algn="ctr"/>
            <a:r>
              <a:rPr lang="en-US" b="1" u="sng" dirty="0"/>
              <a:t>Table</a:t>
            </a:r>
          </a:p>
        </p:txBody>
      </p:sp>
      <p:pic>
        <p:nvPicPr>
          <p:cNvPr id="6" name="Picture 5">
            <a:extLst>
              <a:ext uri="{FF2B5EF4-FFF2-40B4-BE49-F238E27FC236}">
                <a16:creationId xmlns:a16="http://schemas.microsoft.com/office/drawing/2014/main" id="{B8C11AAC-9EBF-4A74-75F4-F091EC9259A7}"/>
              </a:ext>
            </a:extLst>
          </p:cNvPr>
          <p:cNvPicPr>
            <a:picLocks noChangeAspect="1"/>
          </p:cNvPicPr>
          <p:nvPr/>
        </p:nvPicPr>
        <p:blipFill>
          <a:blip r:embed="rId3"/>
          <a:stretch>
            <a:fillRect/>
          </a:stretch>
        </p:blipFill>
        <p:spPr>
          <a:xfrm>
            <a:off x="8751084" y="3981038"/>
            <a:ext cx="2871956" cy="910620"/>
          </a:xfrm>
          <a:prstGeom prst="rect">
            <a:avLst/>
          </a:prstGeom>
        </p:spPr>
      </p:pic>
      <p:sp>
        <p:nvSpPr>
          <p:cNvPr id="8" name="TextBox 7">
            <a:extLst>
              <a:ext uri="{FF2B5EF4-FFF2-40B4-BE49-F238E27FC236}">
                <a16:creationId xmlns:a16="http://schemas.microsoft.com/office/drawing/2014/main" id="{EA225385-39DD-762F-0E34-804C1BF509B0}"/>
              </a:ext>
            </a:extLst>
          </p:cNvPr>
          <p:cNvSpPr txBox="1"/>
          <p:nvPr/>
        </p:nvSpPr>
        <p:spPr>
          <a:xfrm>
            <a:off x="9093200" y="5054218"/>
            <a:ext cx="1574800" cy="369332"/>
          </a:xfrm>
          <a:prstGeom prst="rect">
            <a:avLst/>
          </a:prstGeom>
          <a:noFill/>
        </p:spPr>
        <p:txBody>
          <a:bodyPr wrap="square" rtlCol="0">
            <a:spAutoFit/>
          </a:bodyPr>
          <a:lstStyle/>
          <a:p>
            <a:pPr algn="ctr"/>
            <a:r>
              <a:rPr lang="en-US" b="1" u="sng" dirty="0"/>
              <a:t>Table 2</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2940120" y="5130720"/>
              <a:ext cx="2667240" cy="997560"/>
            </p14:xfrm>
          </p:contentPart>
        </mc:Choice>
        <mc:Fallback xmlns="">
          <p:pic>
            <p:nvPicPr>
              <p:cNvPr id="2" name="Ink 1"/>
              <p:cNvPicPr/>
              <p:nvPr/>
            </p:nvPicPr>
            <p:blipFill>
              <a:blip r:embed="rId5"/>
              <a:stretch>
                <a:fillRect/>
              </a:stretch>
            </p:blipFill>
            <p:spPr>
              <a:xfrm>
                <a:off x="2930760" y="5121360"/>
                <a:ext cx="2685960" cy="1016280"/>
              </a:xfrm>
              <a:prstGeom prst="rect">
                <a:avLst/>
              </a:prstGeom>
            </p:spPr>
          </p:pic>
        </mc:Fallback>
      </mc:AlternateContent>
    </p:spTree>
    <p:extLst>
      <p:ext uri="{BB962C8B-B14F-4D97-AF65-F5344CB8AC3E}">
        <p14:creationId xmlns:p14="http://schemas.microsoft.com/office/powerpoint/2010/main" val="35396397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90EA8-69BB-E746-1968-2243C68835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43055A-E777-4C9A-097F-7661BF8E056A}"/>
              </a:ext>
            </a:extLst>
          </p:cNvPr>
          <p:cNvSpPr txBox="1"/>
          <p:nvPr/>
        </p:nvSpPr>
        <p:spPr>
          <a:xfrm>
            <a:off x="477364" y="683016"/>
            <a:ext cx="7600848" cy="6124754"/>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dirty="0"/>
              <a:t>Using </a:t>
            </a:r>
            <a:r>
              <a:rPr lang="en-US" i="1" dirty="0"/>
              <a:t>S </a:t>
            </a:r>
            <a:r>
              <a:rPr lang="en-US" dirty="0"/>
              <a:t>= 1, our kernel slides from left-to-right and top-to-bottom, one pixel at a time, producing the following output </a:t>
            </a:r>
            <a:endParaRPr lang="en-US" sz="2000" dirty="0"/>
          </a:p>
          <a:p>
            <a:pPr marL="285750" indent="-285750" algn="just">
              <a:buFont typeface="Wingdings" panose="05000000000000000000" pitchFamily="2" charset="2"/>
              <a:buChar char="q"/>
            </a:pPr>
            <a:r>
              <a:rPr lang="en-US" dirty="0"/>
              <a:t>However, if we were to apply the same operation, only</a:t>
            </a:r>
            <a:r>
              <a:rPr lang="en-US" sz="2000" dirty="0"/>
              <a:t> </a:t>
            </a:r>
            <a:r>
              <a:rPr lang="en-US" dirty="0"/>
              <a:t>this time with a stride of </a:t>
            </a:r>
            <a:r>
              <a:rPr lang="en-US" i="1" dirty="0"/>
              <a:t>S </a:t>
            </a:r>
            <a:r>
              <a:rPr lang="en-US" dirty="0"/>
              <a:t>= 2, we skip </a:t>
            </a:r>
            <a:r>
              <a:rPr lang="en-US" i="1" dirty="0"/>
              <a:t>two pixels at a time </a:t>
            </a:r>
            <a:r>
              <a:rPr lang="en-US" dirty="0"/>
              <a:t>(two pixels along the </a:t>
            </a:r>
            <a:r>
              <a:rPr lang="en-US" i="1" dirty="0"/>
              <a:t>x</a:t>
            </a:r>
            <a:r>
              <a:rPr lang="en-US" dirty="0"/>
              <a:t>-axis and two pixels along the </a:t>
            </a:r>
            <a:r>
              <a:rPr lang="en-US" i="1" dirty="0"/>
              <a:t>y</a:t>
            </a:r>
            <a:r>
              <a:rPr lang="en-US" dirty="0"/>
              <a:t>-axis), producing a smaller output volume (</a:t>
            </a:r>
            <a:r>
              <a:rPr lang="en-US" i="1" dirty="0"/>
              <a:t>right</a:t>
            </a:r>
            <a:r>
              <a:rPr lang="en-US" dirty="0"/>
              <a:t>) </a:t>
            </a:r>
            <a:r>
              <a:rPr lang="en-US" b="1" dirty="0"/>
              <a:t>table 2</a:t>
            </a:r>
            <a:r>
              <a:rPr lang="en-US" sz="2000" b="1" dirty="0"/>
              <a:t> </a:t>
            </a:r>
          </a:p>
          <a:p>
            <a:pPr marL="285750" indent="-285750" algn="just">
              <a:buFont typeface="Wingdings" panose="05000000000000000000" pitchFamily="2" charset="2"/>
              <a:buChar char="q"/>
            </a:pPr>
            <a:r>
              <a:rPr lang="en-US" dirty="0"/>
              <a:t>Convolutional layers and pooling layers are the primary methods to reduce spatial input size</a:t>
            </a:r>
            <a:r>
              <a:rPr lang="en-US" sz="2000" dirty="0"/>
              <a:t> </a:t>
            </a:r>
          </a:p>
          <a:p>
            <a:pPr marL="285750" indent="-285750" algn="just">
              <a:buFont typeface="Wingdings" panose="05000000000000000000" pitchFamily="2" charset="2"/>
              <a:buChar char="q"/>
            </a:pPr>
            <a:r>
              <a:rPr lang="en-US" dirty="0"/>
              <a:t>We need to “pad” the borders of an image to retain the </a:t>
            </a:r>
            <a:r>
              <a:rPr lang="en-US" i="1" dirty="0"/>
              <a:t>original image size </a:t>
            </a:r>
            <a:r>
              <a:rPr lang="en-US" dirty="0"/>
              <a:t>when applying a convolution – the same is true for filters inside of a CNN. Using zero-padding, we can “pad” our input along the borders such that our output volume size matches our input volume size</a:t>
            </a:r>
            <a:r>
              <a:rPr lang="en-US" sz="2000" dirty="0"/>
              <a:t> </a:t>
            </a:r>
          </a:p>
          <a:p>
            <a:pPr marL="285750" indent="-285750" algn="just">
              <a:buFont typeface="Wingdings" panose="05000000000000000000" pitchFamily="2" charset="2"/>
              <a:buChar char="q"/>
            </a:pPr>
            <a:r>
              <a:rPr lang="en-US" dirty="0"/>
              <a:t>The amount of padding we apply is controlled by the </a:t>
            </a:r>
            <a:r>
              <a:rPr lang="en-US" b="1" dirty="0"/>
              <a:t>parameter </a:t>
            </a:r>
            <a:r>
              <a:rPr lang="en-US" b="1" i="1" dirty="0"/>
              <a:t>P</a:t>
            </a:r>
            <a:r>
              <a:rPr lang="en-US" dirty="0"/>
              <a:t>.</a:t>
            </a:r>
            <a:r>
              <a:rPr lang="en-US" sz="2000" dirty="0"/>
              <a:t> </a:t>
            </a:r>
          </a:p>
          <a:p>
            <a:pPr marL="285750" indent="-285750" algn="just">
              <a:buFont typeface="Wingdings" panose="05000000000000000000" pitchFamily="2" charset="2"/>
              <a:buChar char="q"/>
            </a:pPr>
            <a:r>
              <a:rPr lang="en-US" dirty="0"/>
              <a:t>This technique is </a:t>
            </a:r>
            <a:r>
              <a:rPr lang="en-US" i="1" dirty="0"/>
              <a:t>especially critical </a:t>
            </a:r>
            <a:r>
              <a:rPr lang="en-US" dirty="0"/>
              <a:t>when we start looking at deep CNN architectures that apply multiple CONV filters on top of each other.</a:t>
            </a:r>
            <a:endParaRPr lang="en-US" sz="2000" dirty="0"/>
          </a:p>
          <a:p>
            <a:pPr marL="285750" indent="-285750" algn="just">
              <a:buFont typeface="Wingdings" panose="05000000000000000000" pitchFamily="2" charset="2"/>
              <a:buChar char="q"/>
            </a:pPr>
            <a:r>
              <a:rPr lang="en-US" dirty="0"/>
              <a:t>If we instead set </a:t>
            </a:r>
            <a:r>
              <a:rPr lang="en-US" i="1" dirty="0"/>
              <a:t>P </a:t>
            </a:r>
            <a:r>
              <a:rPr lang="en-US" dirty="0"/>
              <a:t>= 1, we can pad our input volume with zeros (</a:t>
            </a:r>
            <a:r>
              <a:rPr lang="en-US" i="1" dirty="0"/>
              <a:t>middle</a:t>
            </a:r>
            <a:r>
              <a:rPr lang="en-US" dirty="0"/>
              <a:t>) to create a 7 </a:t>
            </a:r>
            <a:r>
              <a:rPr lang="en-US" i="1" dirty="0"/>
              <a:t>× </a:t>
            </a:r>
            <a:r>
              <a:rPr lang="en-US" dirty="0"/>
              <a:t>7 volume and then apply the convolution operation, leading to an output volume size that matches the original input volume size of 5</a:t>
            </a:r>
            <a:r>
              <a:rPr lang="en-US" i="1" dirty="0"/>
              <a:t>×</a:t>
            </a:r>
            <a:r>
              <a:rPr lang="en-US" dirty="0"/>
              <a:t>5.</a:t>
            </a:r>
          </a:p>
          <a:p>
            <a:pPr marL="285750" indent="-285750" algn="just">
              <a:buFont typeface="Wingdings" panose="05000000000000000000" pitchFamily="2" charset="2"/>
              <a:buChar char="q"/>
            </a:pPr>
            <a:r>
              <a:rPr lang="en-US" dirty="0"/>
              <a:t>Without zero padding, the spatial dimensions of the input volume would decrease too quickly, and we wouldn’t be able to train deep networks</a:t>
            </a:r>
            <a:r>
              <a:rPr lang="en-US" sz="2000" dirty="0"/>
              <a:t> </a:t>
            </a:r>
            <a:br>
              <a:rPr lang="en-US" sz="2000" dirty="0"/>
            </a:br>
            <a:endParaRPr lang="en-US" sz="20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51564466-178B-47C7-D22B-33483001A475}"/>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9" name="Picture 8">
            <a:extLst>
              <a:ext uri="{FF2B5EF4-FFF2-40B4-BE49-F238E27FC236}">
                <a16:creationId xmlns:a16="http://schemas.microsoft.com/office/drawing/2014/main" id="{3DBA06B4-E093-40FB-C6E3-1B01577FA824}"/>
              </a:ext>
            </a:extLst>
          </p:cNvPr>
          <p:cNvPicPr>
            <a:picLocks noChangeAspect="1"/>
          </p:cNvPicPr>
          <p:nvPr/>
        </p:nvPicPr>
        <p:blipFill>
          <a:blip r:embed="rId2"/>
          <a:stretch>
            <a:fillRect/>
          </a:stretch>
        </p:blipFill>
        <p:spPr>
          <a:xfrm>
            <a:off x="8305637" y="1809650"/>
            <a:ext cx="3749365" cy="2293819"/>
          </a:xfrm>
          <a:prstGeom prst="rect">
            <a:avLst/>
          </a:prstGeom>
        </p:spPr>
      </p:pic>
      <p:sp>
        <p:nvSpPr>
          <p:cNvPr id="10" name="TextBox 9">
            <a:extLst>
              <a:ext uri="{FF2B5EF4-FFF2-40B4-BE49-F238E27FC236}">
                <a16:creationId xmlns:a16="http://schemas.microsoft.com/office/drawing/2014/main" id="{A1FDF830-C867-BF40-A69C-8190F11937CF}"/>
              </a:ext>
            </a:extLst>
          </p:cNvPr>
          <p:cNvSpPr txBox="1"/>
          <p:nvPr/>
        </p:nvSpPr>
        <p:spPr>
          <a:xfrm>
            <a:off x="9565640" y="4698539"/>
            <a:ext cx="1574800" cy="369332"/>
          </a:xfrm>
          <a:prstGeom prst="rect">
            <a:avLst/>
          </a:prstGeom>
          <a:noFill/>
        </p:spPr>
        <p:txBody>
          <a:bodyPr wrap="square" rtlCol="0">
            <a:spAutoFit/>
          </a:bodyPr>
          <a:lstStyle/>
          <a:p>
            <a:pPr algn="ctr"/>
            <a:r>
              <a:rPr lang="en-US" b="1" u="sng" dirty="0"/>
              <a:t>Table 3</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806400" y="958680"/>
              <a:ext cx="6388560" cy="1264320"/>
            </p14:xfrm>
          </p:contentPart>
        </mc:Choice>
        <mc:Fallback xmlns="">
          <p:pic>
            <p:nvPicPr>
              <p:cNvPr id="2" name="Ink 1"/>
              <p:cNvPicPr/>
              <p:nvPr/>
            </p:nvPicPr>
            <p:blipFill>
              <a:blip r:embed="rId4"/>
              <a:stretch>
                <a:fillRect/>
              </a:stretch>
            </p:blipFill>
            <p:spPr>
              <a:xfrm>
                <a:off x="797040" y="949320"/>
                <a:ext cx="6407280" cy="1283040"/>
              </a:xfrm>
              <a:prstGeom prst="rect">
                <a:avLst/>
              </a:prstGeom>
            </p:spPr>
          </p:pic>
        </mc:Fallback>
      </mc:AlternateContent>
    </p:spTree>
    <p:extLst>
      <p:ext uri="{BB962C8B-B14F-4D97-AF65-F5344CB8AC3E}">
        <p14:creationId xmlns:p14="http://schemas.microsoft.com/office/powerpoint/2010/main" val="28719697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EBE78-EB0B-D126-6465-0705DEBDC3C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D018A8-348F-5DCB-5B55-2B6C6BED09F5}"/>
                  </a:ext>
                </a:extLst>
              </p:cNvPr>
              <p:cNvSpPr txBox="1"/>
              <p:nvPr/>
            </p:nvSpPr>
            <p:spPr>
              <a:xfrm>
                <a:off x="477364" y="683017"/>
                <a:ext cx="11145676" cy="3461525"/>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dirty="0"/>
                  <a:t>Putting all these parameters together, we can compute the size of an output volume as a function of the input volume size (</a:t>
                </a:r>
                <a:r>
                  <a:rPr lang="en-US" i="1" dirty="0"/>
                  <a:t>W</a:t>
                </a:r>
                <a:r>
                  <a:rPr lang="en-US" dirty="0"/>
                  <a:t>, assuming the input images are square, which they nearly always are), the receptive field size </a:t>
                </a:r>
                <a:r>
                  <a:rPr lang="en-US" i="1" dirty="0"/>
                  <a:t>F</a:t>
                </a:r>
                <a:r>
                  <a:rPr lang="en-US" dirty="0"/>
                  <a:t>, the stride </a:t>
                </a:r>
                <a:r>
                  <a:rPr lang="en-US" i="1" dirty="0"/>
                  <a:t>S</a:t>
                </a:r>
                <a:r>
                  <a:rPr lang="en-US" dirty="0"/>
                  <a:t>, and the amount of zero-padding </a:t>
                </a:r>
                <a:r>
                  <a:rPr lang="en-US" i="1" dirty="0"/>
                  <a:t>P</a:t>
                </a:r>
                <a:r>
                  <a:rPr lang="en-US" sz="2000" dirty="0"/>
                  <a:t> .</a:t>
                </a:r>
              </a:p>
              <a:p>
                <a:pPr marL="285750" indent="-285750" algn="just">
                  <a:buFont typeface="Wingdings" panose="05000000000000000000" pitchFamily="2" charset="2"/>
                  <a:buChar char="q"/>
                </a:pPr>
                <a:r>
                  <a:rPr lang="en-US" sz="2000" dirty="0">
                    <a:effectLst>
                      <a:outerShdw blurRad="38100" dist="38100" dir="2700000" algn="tl">
                        <a:srgbClr val="000000">
                          <a:alpha val="43137"/>
                        </a:srgbClr>
                      </a:outerShdw>
                    </a:effectLst>
                  </a:rPr>
                  <a:t>The Equation is as follows:-</a:t>
                </a:r>
              </a:p>
              <a:p>
                <a:pPr marL="285750" indent="-285750" algn="just">
                  <a:buFont typeface="Wingdings" panose="05000000000000000000" pitchFamily="2" charset="2"/>
                  <a:buChar char="q"/>
                </a:pPr>
                <a:endParaRPr lang="en-US" sz="2000" dirty="0">
                  <a:effectLst>
                    <a:outerShdw blurRad="38100" dist="38100" dir="2700000" algn="tl">
                      <a:srgbClr val="000000">
                        <a:alpha val="43137"/>
                      </a:srgbClr>
                    </a:outerShdw>
                  </a:effectLst>
                </a:endParaRPr>
              </a:p>
              <a:p>
                <a:pPr algn="just"/>
                <a14:m>
                  <m:oMathPara xmlns:m="http://schemas.openxmlformats.org/officeDocument/2006/math">
                    <m:oMathParaPr>
                      <m:jc m:val="centerGroup"/>
                    </m:oMathParaPr>
                    <m:oMath xmlns:m="http://schemas.openxmlformats.org/officeDocument/2006/math">
                      <m:d>
                        <m:dPr>
                          <m:ctrlPr>
                            <a:rPr lang="en-US" sz="2000" b="0" i="1" smtClean="0">
                              <a:effectLst>
                                <a:outerShdw blurRad="38100" dist="38100" dir="2700000" algn="tl">
                                  <a:srgbClr val="000000">
                                    <a:alpha val="43137"/>
                                  </a:srgbClr>
                                </a:outerShdw>
                              </a:effectLst>
                              <a:latin typeface="Cambria Math" panose="02040503050406030204" pitchFamily="18" charset="0"/>
                            </a:rPr>
                          </m:ctrlPr>
                        </m:dPr>
                        <m:e>
                          <m:f>
                            <m:fPr>
                              <m:ctrlPr>
                                <a:rPr lang="en-US" sz="2000" b="0" i="1" smtClean="0">
                                  <a:effectLst>
                                    <a:outerShdw blurRad="38100" dist="38100" dir="2700000" algn="tl">
                                      <a:srgbClr val="000000">
                                        <a:alpha val="43137"/>
                                      </a:srgbClr>
                                    </a:outerShdw>
                                  </a:effectLst>
                                  <a:latin typeface="Cambria Math" panose="02040503050406030204" pitchFamily="18" charset="0"/>
                                </a:rPr>
                              </m:ctrlPr>
                            </m:fPr>
                            <m:num>
                              <m:r>
                                <a:rPr lang="en-US" sz="2000" b="0" i="1" smtClean="0">
                                  <a:effectLst>
                                    <a:outerShdw blurRad="38100" dist="38100" dir="2700000" algn="tl">
                                      <a:srgbClr val="000000">
                                        <a:alpha val="43137"/>
                                      </a:srgbClr>
                                    </a:outerShdw>
                                  </a:effectLst>
                                  <a:latin typeface="Cambria Math" panose="02040503050406030204" pitchFamily="18" charset="0"/>
                                </a:rPr>
                                <m:t>𝑊</m:t>
                              </m:r>
                              <m:r>
                                <a:rPr lang="en-US" sz="2000" b="0" i="1" smtClean="0">
                                  <a:effectLst>
                                    <a:outerShdw blurRad="38100" dist="38100" dir="2700000" algn="tl">
                                      <a:srgbClr val="000000">
                                        <a:alpha val="43137"/>
                                      </a:srgbClr>
                                    </a:outerShdw>
                                  </a:effectLst>
                                  <a:latin typeface="Cambria Math" panose="02040503050406030204" pitchFamily="18" charset="0"/>
                                </a:rPr>
                                <m:t>−</m:t>
                              </m:r>
                              <m:r>
                                <a:rPr lang="en-US" sz="2000" b="0" i="1" smtClean="0">
                                  <a:effectLst>
                                    <a:outerShdw blurRad="38100" dist="38100" dir="2700000" algn="tl">
                                      <a:srgbClr val="000000">
                                        <a:alpha val="43137"/>
                                      </a:srgbClr>
                                    </a:outerShdw>
                                  </a:effectLst>
                                  <a:latin typeface="Cambria Math" panose="02040503050406030204" pitchFamily="18" charset="0"/>
                                </a:rPr>
                                <m:t>𝐹</m:t>
                              </m:r>
                              <m:r>
                                <a:rPr lang="en-US" sz="2000" b="0" i="1" smtClean="0">
                                  <a:effectLst>
                                    <a:outerShdw blurRad="38100" dist="38100" dir="2700000" algn="tl">
                                      <a:srgbClr val="000000">
                                        <a:alpha val="43137"/>
                                      </a:srgbClr>
                                    </a:outerShdw>
                                  </a:effectLst>
                                  <a:latin typeface="Cambria Math" panose="02040503050406030204" pitchFamily="18" charset="0"/>
                                </a:rPr>
                                <m:t>+2</m:t>
                              </m:r>
                              <m:r>
                                <a:rPr lang="en-US" sz="2000" b="0" i="1" smtClean="0">
                                  <a:effectLst>
                                    <a:outerShdw blurRad="38100" dist="38100" dir="2700000" algn="tl">
                                      <a:srgbClr val="000000">
                                        <a:alpha val="43137"/>
                                      </a:srgbClr>
                                    </a:outerShdw>
                                  </a:effectLst>
                                  <a:latin typeface="Cambria Math" panose="02040503050406030204" pitchFamily="18" charset="0"/>
                                </a:rPr>
                                <m:t>𝑃</m:t>
                              </m:r>
                            </m:num>
                            <m:den>
                              <m:r>
                                <a:rPr lang="en-US" sz="2000" b="0" i="1" smtClean="0">
                                  <a:effectLst>
                                    <a:outerShdw blurRad="38100" dist="38100" dir="2700000" algn="tl">
                                      <a:srgbClr val="000000">
                                        <a:alpha val="43137"/>
                                      </a:srgbClr>
                                    </a:outerShdw>
                                  </a:effectLst>
                                  <a:latin typeface="Cambria Math" panose="02040503050406030204" pitchFamily="18" charset="0"/>
                                </a:rPr>
                                <m:t>𝑆</m:t>
                              </m:r>
                            </m:den>
                          </m:f>
                        </m:e>
                      </m:d>
                      <m:r>
                        <a:rPr lang="en-US" sz="2000" b="0" i="1" smtClean="0">
                          <a:effectLst>
                            <a:outerShdw blurRad="38100" dist="38100" dir="2700000" algn="tl">
                              <a:srgbClr val="000000">
                                <a:alpha val="43137"/>
                              </a:srgbClr>
                            </a:outerShdw>
                          </a:effectLst>
                          <a:latin typeface="Cambria Math" panose="02040503050406030204" pitchFamily="18" charset="0"/>
                        </a:rPr>
                        <m:t>+1</m:t>
                      </m:r>
                    </m:oMath>
                  </m:oMathPara>
                </a14:m>
                <a:endParaRPr lang="en-US" sz="2000" dirty="0">
                  <a:effectLst>
                    <a:outerShdw blurRad="38100" dist="38100" dir="2700000" algn="tl">
                      <a:srgbClr val="000000">
                        <a:alpha val="43137"/>
                      </a:srgbClr>
                    </a:outerShdw>
                  </a:effectLst>
                </a:endParaRPr>
              </a:p>
              <a:p>
                <a:pPr marL="285750" indent="-285750" algn="just">
                  <a:buFont typeface="Wingdings" panose="05000000000000000000" pitchFamily="2" charset="2"/>
                  <a:buChar char="q"/>
                </a:pPr>
                <a:endParaRPr lang="en-US" sz="2000" dirty="0">
                  <a:effectLst>
                    <a:outerShdw blurRad="38100" dist="38100" dir="2700000" algn="tl">
                      <a:srgbClr val="000000">
                        <a:alpha val="43137"/>
                      </a:srgbClr>
                    </a:outerShdw>
                  </a:effectLst>
                </a:endParaRPr>
              </a:p>
              <a:p>
                <a:pPr marL="285750" indent="-285750" algn="just">
                  <a:buFont typeface="Wingdings" panose="05000000000000000000" pitchFamily="2" charset="2"/>
                  <a:buChar char="q"/>
                </a:pPr>
                <a:r>
                  <a:rPr lang="en-US" dirty="0"/>
                  <a:t>If it is </a:t>
                </a:r>
                <a:r>
                  <a:rPr lang="en-US" i="1" dirty="0"/>
                  <a:t>not </a:t>
                </a:r>
                <a:r>
                  <a:rPr lang="en-US" dirty="0"/>
                  <a:t>an integer, then the strides are set incorrectly, and the neurons cannot be tiled such that they fit across the input volume in a symmetric way.</a:t>
                </a:r>
                <a:r>
                  <a:rPr lang="en-US" sz="2000" dirty="0"/>
                  <a:t> </a:t>
                </a:r>
              </a:p>
              <a:p>
                <a:pPr marL="285750" indent="-285750" algn="just">
                  <a:buFont typeface="Wingdings" panose="05000000000000000000" pitchFamily="2" charset="2"/>
                  <a:buChar char="q"/>
                </a:pPr>
                <a:endParaRPr lang="en-US" sz="2000" dirty="0">
                  <a:effectLst>
                    <a:outerShdw blurRad="38100" dist="38100" dir="2700000" algn="tl">
                      <a:srgbClr val="000000">
                        <a:alpha val="43137"/>
                      </a:srgbClr>
                    </a:outerShdw>
                  </a:effectLst>
                </a:endParaRPr>
              </a:p>
            </p:txBody>
          </p:sp>
        </mc:Choice>
        <mc:Fallback xmlns="">
          <p:sp>
            <p:nvSpPr>
              <p:cNvPr id="4" name="TextBox 3">
                <a:extLst>
                  <a:ext uri="{FF2B5EF4-FFF2-40B4-BE49-F238E27FC236}">
                    <a16:creationId xmlns:a16="http://schemas.microsoft.com/office/drawing/2014/main" id="{E5D018A8-348F-5DCB-5B55-2B6C6BED09F5}"/>
                  </a:ext>
                </a:extLst>
              </p:cNvPr>
              <p:cNvSpPr txBox="1">
                <a:spLocks noRot="1" noChangeAspect="1" noMove="1" noResize="1" noEditPoints="1" noAdjustHandles="1" noChangeArrowheads="1" noChangeShapeType="1" noTextEdit="1"/>
              </p:cNvSpPr>
              <p:nvPr/>
            </p:nvSpPr>
            <p:spPr>
              <a:xfrm>
                <a:off x="477364" y="683017"/>
                <a:ext cx="11145676" cy="3461525"/>
              </a:xfrm>
              <a:prstGeom prst="rect">
                <a:avLst/>
              </a:prstGeom>
              <a:blipFill>
                <a:blip r:embed="rId2"/>
                <a:stretch>
                  <a:fillRect l="-437" t="-702" r="-382"/>
                </a:stretch>
              </a:blipFill>
              <a:ln>
                <a:solidFill>
                  <a:srgbClr val="0070C0"/>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882D7EB2-EB79-1A7F-2CB7-3B882F26CF21}"/>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12" name="Picture 11">
            <a:extLst>
              <a:ext uri="{FF2B5EF4-FFF2-40B4-BE49-F238E27FC236}">
                <a16:creationId xmlns:a16="http://schemas.microsoft.com/office/drawing/2014/main" id="{2CDC7397-EA9A-44B6-EB94-19CE4D48DECD}"/>
              </a:ext>
            </a:extLst>
          </p:cNvPr>
          <p:cNvPicPr>
            <a:picLocks noChangeAspect="1"/>
          </p:cNvPicPr>
          <p:nvPr/>
        </p:nvPicPr>
        <p:blipFill>
          <a:blip r:embed="rId3"/>
          <a:stretch>
            <a:fillRect/>
          </a:stretch>
        </p:blipFill>
        <p:spPr>
          <a:xfrm>
            <a:off x="2510672" y="4272525"/>
            <a:ext cx="7170655" cy="2331475"/>
          </a:xfrm>
          <a:prstGeom prst="rect">
            <a:avLst/>
          </a:prstGeom>
        </p:spPr>
      </p:pic>
    </p:spTree>
    <p:extLst>
      <p:ext uri="{BB962C8B-B14F-4D97-AF65-F5344CB8AC3E}">
        <p14:creationId xmlns:p14="http://schemas.microsoft.com/office/powerpoint/2010/main" val="10849178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825D-6A06-8BE3-C609-4A34F30C79A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3806B1-E079-BEB1-7915-17649ABCAC18}"/>
                  </a:ext>
                </a:extLst>
              </p:cNvPr>
              <p:cNvSpPr txBox="1"/>
              <p:nvPr/>
            </p:nvSpPr>
            <p:spPr>
              <a:xfrm>
                <a:off x="477364" y="683017"/>
                <a:ext cx="11145676" cy="3995325"/>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sz="2000" dirty="0"/>
                  <a:t>As an example, consider the first layer of the </a:t>
                </a:r>
                <a:r>
                  <a:rPr lang="en-US" sz="2000" dirty="0" err="1"/>
                  <a:t>AlexNet</a:t>
                </a:r>
                <a:r>
                  <a:rPr lang="en-US" sz="2000" dirty="0"/>
                  <a:t> architecture which won the 2012 ImageNet </a:t>
                </a:r>
                <a:r>
                  <a:rPr lang="en-US" dirty="0"/>
                  <a:t>classification challenge and is </a:t>
                </a:r>
                <a:r>
                  <a:rPr lang="en-US" i="1" dirty="0"/>
                  <a:t>hugely </a:t>
                </a:r>
                <a:r>
                  <a:rPr lang="en-US" dirty="0"/>
                  <a:t>responsible for the current boom of deep learning applied to image classification </a:t>
                </a:r>
              </a:p>
              <a:p>
                <a:pPr marL="285750" indent="-285750" algn="just">
                  <a:buFont typeface="Wingdings" panose="05000000000000000000" pitchFamily="2" charset="2"/>
                  <a:buChar char="q"/>
                </a:pPr>
                <a:r>
                  <a:rPr lang="en-US" dirty="0"/>
                  <a:t>Notice how the first layer claims that the input image size is 224</a:t>
                </a:r>
                <a:r>
                  <a:rPr lang="en-US" i="1" dirty="0"/>
                  <a:t>×</a:t>
                </a:r>
                <a:r>
                  <a:rPr lang="en-US" dirty="0"/>
                  <a:t>224 pixels. However, this can’t possibly be correct if we apply our equation above using 11</a:t>
                </a:r>
                <a:r>
                  <a:rPr lang="en-US" i="1" dirty="0"/>
                  <a:t>×</a:t>
                </a:r>
                <a:r>
                  <a:rPr lang="en-US" dirty="0"/>
                  <a:t>11 filters, a stride of four, and no padding </a:t>
                </a:r>
              </a:p>
              <a:p>
                <a:pPr algn="ctr"/>
                <a14:m>
                  <m:oMathPara xmlns:m="http://schemas.openxmlformats.org/officeDocument/2006/math">
                    <m:oMathParaPr>
                      <m:jc m:val="centerGroup"/>
                    </m:oMathParaPr>
                    <m:oMath xmlns:m="http://schemas.openxmlformats.org/officeDocument/2006/math">
                      <m:r>
                        <a:rPr lang="en-US" b="0" i="1" smtClean="0">
                          <a:effectLst>
                            <a:outerShdw blurRad="38100" dist="38100" dir="2700000" algn="tl">
                              <a:srgbClr val="000000">
                                <a:alpha val="43137"/>
                              </a:srgbClr>
                            </a:outerShdw>
                          </a:effectLst>
                          <a:latin typeface="Cambria Math" panose="02040503050406030204" pitchFamily="18" charset="0"/>
                        </a:rPr>
                        <m:t>(</m:t>
                      </m:r>
                      <m:f>
                        <m:fPr>
                          <m:ctrlPr>
                            <a:rPr lang="en-US" b="0" i="1" smtClean="0">
                              <a:effectLst>
                                <a:outerShdw blurRad="38100" dist="38100" dir="2700000" algn="tl">
                                  <a:srgbClr val="000000">
                                    <a:alpha val="43137"/>
                                  </a:srgbClr>
                                </a:outerShdw>
                              </a:effectLst>
                              <a:latin typeface="Cambria Math" panose="02040503050406030204" pitchFamily="18" charset="0"/>
                            </a:rPr>
                          </m:ctrlPr>
                        </m:fPr>
                        <m:num>
                          <m:r>
                            <a:rPr lang="en-US" b="0" i="1" smtClean="0">
                              <a:effectLst>
                                <a:outerShdw blurRad="38100" dist="38100" dir="2700000" algn="tl">
                                  <a:srgbClr val="000000">
                                    <a:alpha val="43137"/>
                                  </a:srgbClr>
                                </a:outerShdw>
                              </a:effectLst>
                              <a:latin typeface="Cambria Math" panose="02040503050406030204" pitchFamily="18" charset="0"/>
                            </a:rPr>
                            <m:t>224 −11+2</m:t>
                          </m:r>
                          <m:d>
                            <m:dPr>
                              <m:ctrlPr>
                                <a:rPr lang="en-US" b="0" i="1" smtClean="0">
                                  <a:effectLst>
                                    <a:outerShdw blurRad="38100" dist="38100" dir="2700000" algn="tl">
                                      <a:srgbClr val="000000">
                                        <a:alpha val="43137"/>
                                      </a:srgbClr>
                                    </a:outerShdw>
                                  </a:effectLst>
                                  <a:latin typeface="Cambria Math" panose="02040503050406030204" pitchFamily="18" charset="0"/>
                                </a:rPr>
                              </m:ctrlPr>
                            </m:dPr>
                            <m:e>
                              <m:r>
                                <a:rPr lang="en-US" b="0" i="1" smtClean="0">
                                  <a:effectLst>
                                    <a:outerShdw blurRad="38100" dist="38100" dir="2700000" algn="tl">
                                      <a:srgbClr val="000000">
                                        <a:alpha val="43137"/>
                                      </a:srgbClr>
                                    </a:outerShdw>
                                  </a:effectLst>
                                  <a:latin typeface="Cambria Math" panose="02040503050406030204" pitchFamily="18" charset="0"/>
                                </a:rPr>
                                <m:t>0</m:t>
                              </m:r>
                            </m:e>
                          </m:d>
                        </m:num>
                        <m:den>
                          <m:r>
                            <a:rPr lang="en-US" b="0" i="1" smtClean="0">
                              <a:effectLst>
                                <a:outerShdw blurRad="38100" dist="38100" dir="2700000" algn="tl">
                                  <a:srgbClr val="000000">
                                    <a:alpha val="43137"/>
                                  </a:srgbClr>
                                </a:outerShdw>
                              </a:effectLst>
                              <a:latin typeface="Cambria Math" panose="02040503050406030204" pitchFamily="18" charset="0"/>
                            </a:rPr>
                            <m:t>4</m:t>
                          </m:r>
                        </m:den>
                      </m:f>
                      <m:r>
                        <a:rPr lang="en-US" b="0" i="1" smtClean="0">
                          <a:effectLst>
                            <a:outerShdw blurRad="38100" dist="38100" dir="2700000" algn="tl">
                              <a:srgbClr val="000000">
                                <a:alpha val="43137"/>
                              </a:srgbClr>
                            </a:outerShdw>
                          </a:effectLst>
                          <a:latin typeface="Cambria Math" panose="02040503050406030204" pitchFamily="18" charset="0"/>
                        </a:rPr>
                        <m:t>+1=54.25</m:t>
                      </m:r>
                    </m:oMath>
                  </m:oMathPara>
                </a14:m>
                <a:endParaRPr lang="en-US" dirty="0">
                  <a:effectLst>
                    <a:outerShdw blurRad="38100" dist="38100" dir="2700000" algn="tl">
                      <a:srgbClr val="000000">
                        <a:alpha val="43137"/>
                      </a:srgbClr>
                    </a:outerShdw>
                  </a:effectLst>
                </a:endParaRPr>
              </a:p>
              <a:p>
                <a:pPr marL="342900" indent="-342900">
                  <a:buFont typeface="Wingdings" panose="05000000000000000000" pitchFamily="2" charset="2"/>
                  <a:buChar char="q"/>
                </a:pPr>
                <a:r>
                  <a:rPr lang="en-US" dirty="0"/>
                  <a:t>Which is certainly not an integer</a:t>
                </a:r>
              </a:p>
              <a:p>
                <a:pPr marL="342900" indent="-342900">
                  <a:buFont typeface="Wingdings" panose="05000000000000000000" pitchFamily="2" charset="2"/>
                  <a:buChar char="q"/>
                </a:pPr>
                <a:r>
                  <a:rPr lang="en-US" dirty="0"/>
                  <a:t>For novice readers just getting started in deep learning and CNNs, this small error in such a seminal paper has caused countless errors of confusion and frustration. It’s unknown why this typo occurred, but it’s likely that </a:t>
                </a:r>
                <a:r>
                  <a:rPr lang="en-US" dirty="0" err="1"/>
                  <a:t>Krizhevsky</a:t>
                </a:r>
                <a:r>
                  <a:rPr lang="en-US" dirty="0"/>
                  <a:t> et al. used 227</a:t>
                </a:r>
                <a:r>
                  <a:rPr lang="en-US" i="1" dirty="0"/>
                  <a:t>×</a:t>
                </a:r>
                <a:r>
                  <a:rPr lang="en-US" dirty="0"/>
                  <a:t>227 input images, since </a:t>
                </a:r>
              </a:p>
              <a:p>
                <a:pPr/>
                <a14:m>
                  <m:oMathPara xmlns:m="http://schemas.openxmlformats.org/officeDocument/2006/math">
                    <m:oMathParaPr>
                      <m:jc m:val="centerGroup"/>
                    </m:oMathParaPr>
                    <m:oMath xmlns:m="http://schemas.openxmlformats.org/officeDocument/2006/math">
                      <m:r>
                        <a:rPr lang="en-US" i="1">
                          <a:effectLst>
                            <a:outerShdw blurRad="38100" dist="38100" dir="2700000" algn="tl">
                              <a:srgbClr val="000000">
                                <a:alpha val="43137"/>
                              </a:srgbClr>
                            </a:outerShdw>
                          </a:effectLst>
                          <a:latin typeface="Cambria Math" panose="02040503050406030204" pitchFamily="18" charset="0"/>
                        </a:rPr>
                        <m:t>(</m:t>
                      </m:r>
                      <m:f>
                        <m:fPr>
                          <m:ctrlPr>
                            <a:rPr lang="en-US" i="1">
                              <a:effectLst>
                                <a:outerShdw blurRad="38100" dist="38100" dir="2700000" algn="tl">
                                  <a:srgbClr val="000000">
                                    <a:alpha val="43137"/>
                                  </a:srgbClr>
                                </a:outerShdw>
                              </a:effectLst>
                              <a:latin typeface="Cambria Math" panose="02040503050406030204" pitchFamily="18" charset="0"/>
                            </a:rPr>
                          </m:ctrlPr>
                        </m:fPr>
                        <m:num>
                          <m:r>
                            <a:rPr lang="en-US" i="1">
                              <a:effectLst>
                                <a:outerShdw blurRad="38100" dist="38100" dir="2700000" algn="tl">
                                  <a:srgbClr val="000000">
                                    <a:alpha val="43137"/>
                                  </a:srgbClr>
                                </a:outerShdw>
                              </a:effectLst>
                              <a:latin typeface="Cambria Math" panose="02040503050406030204" pitchFamily="18" charset="0"/>
                            </a:rPr>
                            <m:t>22</m:t>
                          </m:r>
                          <m:r>
                            <a:rPr lang="en-US" b="0" i="1" smtClean="0">
                              <a:effectLst>
                                <a:outerShdw blurRad="38100" dist="38100" dir="2700000" algn="tl">
                                  <a:srgbClr val="000000">
                                    <a:alpha val="43137"/>
                                  </a:srgbClr>
                                </a:outerShdw>
                              </a:effectLst>
                              <a:latin typeface="Cambria Math" panose="02040503050406030204" pitchFamily="18" charset="0"/>
                            </a:rPr>
                            <m:t>7</m:t>
                          </m:r>
                          <m:r>
                            <a:rPr lang="en-US" i="1">
                              <a:effectLst>
                                <a:outerShdw blurRad="38100" dist="38100" dir="2700000" algn="tl">
                                  <a:srgbClr val="000000">
                                    <a:alpha val="43137"/>
                                  </a:srgbClr>
                                </a:outerShdw>
                              </a:effectLst>
                              <a:latin typeface="Cambria Math" panose="02040503050406030204" pitchFamily="18" charset="0"/>
                            </a:rPr>
                            <m:t> −11+2</m:t>
                          </m:r>
                          <m:d>
                            <m:dPr>
                              <m:ctrlPr>
                                <a:rPr lang="en-US" i="1">
                                  <a:effectLst>
                                    <a:outerShdw blurRad="38100" dist="38100" dir="2700000" algn="tl">
                                      <a:srgbClr val="000000">
                                        <a:alpha val="43137"/>
                                      </a:srgbClr>
                                    </a:outerShdw>
                                  </a:effectLst>
                                  <a:latin typeface="Cambria Math" panose="02040503050406030204" pitchFamily="18" charset="0"/>
                                </a:rPr>
                              </m:ctrlPr>
                            </m:dPr>
                            <m:e>
                              <m:r>
                                <a:rPr lang="en-US" i="1">
                                  <a:effectLst>
                                    <a:outerShdw blurRad="38100" dist="38100" dir="2700000" algn="tl">
                                      <a:srgbClr val="000000">
                                        <a:alpha val="43137"/>
                                      </a:srgbClr>
                                    </a:outerShdw>
                                  </a:effectLst>
                                  <a:latin typeface="Cambria Math" panose="02040503050406030204" pitchFamily="18" charset="0"/>
                                </a:rPr>
                                <m:t>0</m:t>
                              </m:r>
                            </m:e>
                          </m:d>
                        </m:num>
                        <m:den>
                          <m:r>
                            <a:rPr lang="en-US" i="1">
                              <a:effectLst>
                                <a:outerShdw blurRad="38100" dist="38100" dir="2700000" algn="tl">
                                  <a:srgbClr val="000000">
                                    <a:alpha val="43137"/>
                                  </a:srgbClr>
                                </a:outerShdw>
                              </a:effectLst>
                              <a:latin typeface="Cambria Math" panose="02040503050406030204" pitchFamily="18" charset="0"/>
                            </a:rPr>
                            <m:t>4</m:t>
                          </m:r>
                        </m:den>
                      </m:f>
                      <m:r>
                        <a:rPr lang="en-US" i="1">
                          <a:effectLst>
                            <a:outerShdw blurRad="38100" dist="38100" dir="2700000" algn="tl">
                              <a:srgbClr val="000000">
                                <a:alpha val="43137"/>
                              </a:srgbClr>
                            </a:outerShdw>
                          </a:effectLst>
                          <a:latin typeface="Cambria Math" panose="02040503050406030204" pitchFamily="18" charset="0"/>
                        </a:rPr>
                        <m:t>+1=5</m:t>
                      </m:r>
                      <m:r>
                        <a:rPr lang="en-US" b="0" i="1" smtClean="0">
                          <a:effectLst>
                            <a:outerShdw blurRad="38100" dist="38100" dir="2700000" algn="tl">
                              <a:srgbClr val="000000">
                                <a:alpha val="43137"/>
                              </a:srgbClr>
                            </a:outerShdw>
                          </a:effectLst>
                          <a:latin typeface="Cambria Math" panose="02040503050406030204" pitchFamily="18" charset="0"/>
                        </a:rPr>
                        <m:t>5</m:t>
                      </m:r>
                    </m:oMath>
                  </m:oMathPara>
                </a14:m>
                <a:endParaRPr lang="en-US" dirty="0">
                  <a:effectLst>
                    <a:outerShdw blurRad="38100" dist="38100" dir="2700000" algn="tl">
                      <a:srgbClr val="000000">
                        <a:alpha val="43137"/>
                      </a:srgbClr>
                    </a:outerShdw>
                  </a:effectLst>
                </a:endParaRPr>
              </a:p>
              <a:p>
                <a:pPr marL="342900" indent="-342900">
                  <a:buFont typeface="Wingdings" panose="05000000000000000000" pitchFamily="2" charset="2"/>
                  <a:buChar char="q"/>
                </a:pPr>
                <a:endParaRPr lang="en-US" sz="2000" dirty="0"/>
              </a:p>
            </p:txBody>
          </p:sp>
        </mc:Choice>
        <mc:Fallback xmlns="">
          <p:sp>
            <p:nvSpPr>
              <p:cNvPr id="4" name="TextBox 3">
                <a:extLst>
                  <a:ext uri="{FF2B5EF4-FFF2-40B4-BE49-F238E27FC236}">
                    <a16:creationId xmlns:a16="http://schemas.microsoft.com/office/drawing/2014/main" id="{AD3806B1-E079-BEB1-7915-17649ABCAC18}"/>
                  </a:ext>
                </a:extLst>
              </p:cNvPr>
              <p:cNvSpPr txBox="1">
                <a:spLocks noRot="1" noChangeAspect="1" noMove="1" noResize="1" noEditPoints="1" noAdjustHandles="1" noChangeArrowheads="1" noChangeShapeType="1" noTextEdit="1"/>
              </p:cNvSpPr>
              <p:nvPr/>
            </p:nvSpPr>
            <p:spPr>
              <a:xfrm>
                <a:off x="477364" y="683017"/>
                <a:ext cx="11145676" cy="3995325"/>
              </a:xfrm>
              <a:prstGeom prst="rect">
                <a:avLst/>
              </a:prstGeom>
              <a:blipFill>
                <a:blip r:embed="rId2"/>
                <a:stretch>
                  <a:fillRect l="-437" t="-609" r="-492"/>
                </a:stretch>
              </a:blipFill>
              <a:ln>
                <a:solidFill>
                  <a:srgbClr val="0070C0"/>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A1996230-33B5-5998-6C80-FBB2D588E4CD}"/>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12" name="Picture 11">
            <a:extLst>
              <a:ext uri="{FF2B5EF4-FFF2-40B4-BE49-F238E27FC236}">
                <a16:creationId xmlns:a16="http://schemas.microsoft.com/office/drawing/2014/main" id="{172BB2E4-608E-679E-2322-504D9842AD2E}"/>
              </a:ext>
            </a:extLst>
          </p:cNvPr>
          <p:cNvPicPr>
            <a:picLocks noChangeAspect="1"/>
          </p:cNvPicPr>
          <p:nvPr/>
        </p:nvPicPr>
        <p:blipFill>
          <a:blip r:embed="rId3"/>
          <a:stretch>
            <a:fillRect/>
          </a:stretch>
        </p:blipFill>
        <p:spPr>
          <a:xfrm>
            <a:off x="2901256" y="4780515"/>
            <a:ext cx="6389488" cy="2077485"/>
          </a:xfrm>
          <a:prstGeom prst="rect">
            <a:avLst/>
          </a:prstGeom>
        </p:spPr>
      </p:pic>
    </p:spTree>
    <p:extLst>
      <p:ext uri="{BB962C8B-B14F-4D97-AF65-F5344CB8AC3E}">
        <p14:creationId xmlns:p14="http://schemas.microsoft.com/office/powerpoint/2010/main" val="1685280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8FB8B-FFE0-5A71-0FD4-332625DD607B}"/>
              </a:ext>
            </a:extLst>
          </p:cNvPr>
          <p:cNvSpPr>
            <a:spLocks noGrp="1"/>
          </p:cNvSpPr>
          <p:nvPr>
            <p:ph type="title"/>
          </p:nvPr>
        </p:nvSpPr>
        <p:spPr>
          <a:xfrm>
            <a:off x="1041400" y="2519045"/>
            <a:ext cx="10515600" cy="1325563"/>
          </a:xfrm>
        </p:spPr>
        <p:txBody>
          <a:bodyPr/>
          <a:lstStyle/>
          <a:p>
            <a:pPr algn="ctr"/>
            <a:r>
              <a:rPr lang="en-US" b="1" dirty="0"/>
              <a:t>PRAYERS BREAK till </a:t>
            </a:r>
            <a:r>
              <a:rPr lang="en-US" b="1" dirty="0" smtClean="0"/>
              <a:t>2050 </a:t>
            </a:r>
            <a:r>
              <a:rPr lang="en-US" b="1" dirty="0"/>
              <a:t>/ </a:t>
            </a:r>
            <a:r>
              <a:rPr lang="en-US" b="1" dirty="0" smtClean="0"/>
              <a:t>0850 </a:t>
            </a:r>
            <a:r>
              <a:rPr lang="en-US" b="1" dirty="0"/>
              <a:t>PM</a:t>
            </a:r>
          </a:p>
        </p:txBody>
      </p:sp>
    </p:spTree>
    <p:extLst>
      <p:ext uri="{BB962C8B-B14F-4D97-AF65-F5344CB8AC3E}">
        <p14:creationId xmlns:p14="http://schemas.microsoft.com/office/powerpoint/2010/main" val="9011207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6CBE1-C147-291E-F09B-F54B8026345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4E01EFD-9AA5-2389-A043-3F3649DC7A30}"/>
                  </a:ext>
                </a:extLst>
              </p:cNvPr>
              <p:cNvSpPr txBox="1"/>
              <p:nvPr/>
            </p:nvSpPr>
            <p:spPr>
              <a:xfrm>
                <a:off x="487680" y="683017"/>
                <a:ext cx="11135360" cy="4140749"/>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sz="2000" dirty="0"/>
                  <a:t>Errors like these are more common than you might think, so when implementing CNNs from publications, be sure to </a:t>
                </a:r>
                <a:r>
                  <a:rPr lang="en-US" sz="2000" i="1" dirty="0"/>
                  <a:t>check the parameters yourself </a:t>
                </a:r>
                <a:r>
                  <a:rPr lang="en-US" sz="2000" dirty="0"/>
                  <a:t>rather than simply assuming the parameters listed are correct. </a:t>
                </a:r>
              </a:p>
              <a:p>
                <a:pPr marL="285750" indent="-285750" algn="just">
                  <a:buFont typeface="Wingdings" panose="05000000000000000000" pitchFamily="2" charset="2"/>
                  <a:buChar char="q"/>
                </a:pPr>
                <a:r>
                  <a:rPr lang="en-US" sz="2000" dirty="0"/>
                  <a:t>To summarize the Conv Layer </a:t>
                </a:r>
              </a:p>
              <a:p>
                <a:pPr marL="285750" indent="-285750" algn="just">
                  <a:buFont typeface="Wingdings" panose="05000000000000000000" pitchFamily="2" charset="2"/>
                  <a:buChar char="q"/>
                </a:pPr>
                <a:r>
                  <a:rPr lang="en-US" sz="2000" dirty="0"/>
                  <a:t>Accepts an input layer of size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𝑖𝑛𝑝𝑢𝑡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𝑖𝑛𝑝𝑢𝑡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𝑖𝑛𝑝𝑢𝑡</m:t>
                        </m:r>
                      </m:sub>
                    </m:sSub>
                  </m:oMath>
                </a14:m>
                <a:r>
                  <a:rPr lang="en-US" sz="2000" dirty="0"/>
                  <a:t> the input sizes are normally square, so it is common to see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𝑖𝑛𝑝𝑢𝑡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𝑖𝑛𝑝𝑢𝑡</m:t>
                        </m:r>
                      </m:sub>
                    </m:sSub>
                  </m:oMath>
                </a14:m>
                <a:endParaRPr lang="en-US" sz="2000" dirty="0"/>
              </a:p>
              <a:p>
                <a:pPr marL="342900" indent="-342900">
                  <a:buFont typeface="Wingdings" panose="05000000000000000000" pitchFamily="2" charset="2"/>
                  <a:buChar char="q"/>
                </a:pPr>
                <a:r>
                  <a:rPr lang="en-US" sz="2000" dirty="0"/>
                  <a:t>Requires four parameters:</a:t>
                </a:r>
              </a:p>
              <a:p>
                <a:pPr marL="350838"/>
                <a:r>
                  <a:rPr lang="en-US" sz="2000" dirty="0"/>
                  <a:t>1. The number of </a:t>
                </a:r>
                <a:r>
                  <a:rPr lang="en-US" sz="2000" b="1" dirty="0"/>
                  <a:t>filters </a:t>
                </a:r>
                <a:r>
                  <a:rPr lang="en-US" sz="2000" b="1" i="1" dirty="0"/>
                  <a:t>K</a:t>
                </a:r>
                <a:r>
                  <a:rPr lang="en-US" sz="2000" i="1" dirty="0"/>
                  <a:t> </a:t>
                </a:r>
                <a:r>
                  <a:rPr lang="en-US" sz="2000" dirty="0"/>
                  <a:t>(which controls the </a:t>
                </a:r>
                <a:r>
                  <a:rPr lang="en-US" sz="2000" b="1" i="1" dirty="0"/>
                  <a:t>depth </a:t>
                </a:r>
                <a:r>
                  <a:rPr lang="en-US" sz="2000" b="1" dirty="0"/>
                  <a:t>of the output volume</a:t>
                </a:r>
                <a:r>
                  <a:rPr lang="en-US" sz="2000" dirty="0"/>
                  <a:t>).</a:t>
                </a:r>
              </a:p>
              <a:p>
                <a:pPr marL="350838"/>
                <a:r>
                  <a:rPr lang="en-US" sz="2000" dirty="0"/>
                  <a:t>2. The </a:t>
                </a:r>
                <a:r>
                  <a:rPr lang="en-US" sz="2000" b="1" dirty="0"/>
                  <a:t>receptive field size </a:t>
                </a:r>
                <a:r>
                  <a:rPr lang="en-US" sz="2000" b="1" i="1" dirty="0"/>
                  <a:t>F </a:t>
                </a:r>
                <a:r>
                  <a:rPr lang="en-US" sz="2000" dirty="0"/>
                  <a:t>(the size of the </a:t>
                </a:r>
                <a:r>
                  <a:rPr lang="en-US" sz="2000" i="1" dirty="0"/>
                  <a:t>K </a:t>
                </a:r>
                <a:r>
                  <a:rPr lang="en-US" sz="2000" dirty="0"/>
                  <a:t>kernels used for convolution and is nearly</a:t>
                </a:r>
              </a:p>
              <a:p>
                <a:pPr marL="350838"/>
                <a:r>
                  <a:rPr lang="en-US" sz="2000" dirty="0"/>
                  <a:t>always </a:t>
                </a:r>
                <a:r>
                  <a:rPr lang="en-US" sz="2000" i="1" dirty="0"/>
                  <a:t>square</a:t>
                </a:r>
                <a:r>
                  <a:rPr lang="en-US" sz="2000" dirty="0"/>
                  <a:t>, yielding an </a:t>
                </a:r>
                <a:r>
                  <a:rPr lang="en-US" sz="2000" i="1" dirty="0"/>
                  <a:t>F ×F </a:t>
                </a:r>
                <a:r>
                  <a:rPr lang="en-US" sz="2000" dirty="0"/>
                  <a:t>kernel).</a:t>
                </a:r>
              </a:p>
              <a:p>
                <a:pPr marL="350838"/>
                <a:r>
                  <a:rPr lang="en-US" sz="2000" dirty="0"/>
                  <a:t>3. The </a:t>
                </a:r>
                <a:r>
                  <a:rPr lang="en-US" sz="2000" b="1" dirty="0"/>
                  <a:t>stride </a:t>
                </a:r>
                <a:r>
                  <a:rPr lang="en-US" sz="2000" b="1" i="1" dirty="0"/>
                  <a:t>S</a:t>
                </a:r>
                <a:r>
                  <a:rPr lang="en-US" sz="2000" dirty="0"/>
                  <a:t>.</a:t>
                </a:r>
              </a:p>
              <a:p>
                <a:pPr marL="350838"/>
                <a:r>
                  <a:rPr lang="en-US" sz="2000" dirty="0"/>
                  <a:t>4. The amount of </a:t>
                </a:r>
                <a:r>
                  <a:rPr lang="en-US" sz="2000" b="1" dirty="0"/>
                  <a:t>zero-padding </a:t>
                </a:r>
                <a:r>
                  <a:rPr lang="en-US" sz="2000" b="1" i="1" dirty="0"/>
                  <a:t>P</a:t>
                </a:r>
                <a:r>
                  <a:rPr lang="en-US" sz="2000" dirty="0"/>
                  <a:t>. </a:t>
                </a:r>
              </a:p>
              <a:p>
                <a:endParaRPr lang="en-US" sz="2000" dirty="0"/>
              </a:p>
            </p:txBody>
          </p:sp>
        </mc:Choice>
        <mc:Fallback xmlns="">
          <p:sp>
            <p:nvSpPr>
              <p:cNvPr id="4" name="TextBox 3">
                <a:extLst>
                  <a:ext uri="{FF2B5EF4-FFF2-40B4-BE49-F238E27FC236}">
                    <a16:creationId xmlns:a16="http://schemas.microsoft.com/office/drawing/2014/main" id="{24E01EFD-9AA5-2389-A043-3F3649DC7A30}"/>
                  </a:ext>
                </a:extLst>
              </p:cNvPr>
              <p:cNvSpPr txBox="1">
                <a:spLocks noRot="1" noChangeAspect="1" noMove="1" noResize="1" noEditPoints="1" noAdjustHandles="1" noChangeArrowheads="1" noChangeShapeType="1" noTextEdit="1"/>
              </p:cNvSpPr>
              <p:nvPr/>
            </p:nvSpPr>
            <p:spPr>
              <a:xfrm>
                <a:off x="487680" y="683017"/>
                <a:ext cx="11135360" cy="4140749"/>
              </a:xfrm>
              <a:prstGeom prst="rect">
                <a:avLst/>
              </a:prstGeom>
              <a:blipFill>
                <a:blip r:embed="rId2"/>
                <a:stretch>
                  <a:fillRect l="-437" t="-587" r="-492"/>
                </a:stretch>
              </a:blipFill>
              <a:ln>
                <a:solidFill>
                  <a:srgbClr val="0070C0"/>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CE789903-5FFA-A046-426D-8F0811F63D2E}"/>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12" name="Picture 11">
            <a:extLst>
              <a:ext uri="{FF2B5EF4-FFF2-40B4-BE49-F238E27FC236}">
                <a16:creationId xmlns:a16="http://schemas.microsoft.com/office/drawing/2014/main" id="{D0228D92-C836-7D3B-E445-7A1F9245987A}"/>
              </a:ext>
            </a:extLst>
          </p:cNvPr>
          <p:cNvPicPr>
            <a:picLocks noChangeAspect="1"/>
          </p:cNvPicPr>
          <p:nvPr/>
        </p:nvPicPr>
        <p:blipFill>
          <a:blip r:embed="rId3"/>
          <a:stretch>
            <a:fillRect/>
          </a:stretch>
        </p:blipFill>
        <p:spPr>
          <a:xfrm>
            <a:off x="2901256" y="4780515"/>
            <a:ext cx="6389488" cy="207748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1714320" y="2266920"/>
              <a:ext cx="6661800" cy="2242080"/>
            </p14:xfrm>
          </p:contentPart>
        </mc:Choice>
        <mc:Fallback xmlns="">
          <p:pic>
            <p:nvPicPr>
              <p:cNvPr id="2" name="Ink 1"/>
              <p:cNvPicPr/>
              <p:nvPr/>
            </p:nvPicPr>
            <p:blipFill>
              <a:blip r:embed="rId5"/>
              <a:stretch>
                <a:fillRect/>
              </a:stretch>
            </p:blipFill>
            <p:spPr>
              <a:xfrm>
                <a:off x="1704960" y="2257560"/>
                <a:ext cx="6680520" cy="2260800"/>
              </a:xfrm>
              <a:prstGeom prst="rect">
                <a:avLst/>
              </a:prstGeom>
            </p:spPr>
          </p:pic>
        </mc:Fallback>
      </mc:AlternateContent>
    </p:spTree>
    <p:extLst>
      <p:ext uri="{BB962C8B-B14F-4D97-AF65-F5344CB8AC3E}">
        <p14:creationId xmlns:p14="http://schemas.microsoft.com/office/powerpoint/2010/main" val="36486143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0CE89-F7A8-8D1F-3011-36CF1ACDCC6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AAA0BD-2B7C-E9E6-943C-D5057FDB7C70}"/>
                  </a:ext>
                </a:extLst>
              </p:cNvPr>
              <p:cNvSpPr txBox="1"/>
              <p:nvPr/>
            </p:nvSpPr>
            <p:spPr>
              <a:xfrm>
                <a:off x="487680" y="683017"/>
                <a:ext cx="11135360" cy="4723601"/>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sz="2000" dirty="0"/>
                  <a:t>The output of CONV layer is then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𝑜𝑢𝑡𝑝𝑢𝑡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𝑜𝑢𝑡𝑝𝑢𝑡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𝑜𝑢𝑡𝑝𝑢𝑡</m:t>
                        </m:r>
                      </m:sub>
                    </m:sSub>
                  </m:oMath>
                </a14:m>
                <a:r>
                  <a:rPr lang="en-US" sz="2000" dirty="0"/>
                  <a:t> where:</a:t>
                </a:r>
              </a:p>
              <a:p>
                <a:pPr algn="just"/>
                <a14:m>
                  <m:oMathPara xmlns:m="http://schemas.openxmlformats.org/officeDocument/2006/math">
                    <m:oMathParaPr>
                      <m:jc m:val="center"/>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𝑜𝑢𝑡𝑝𝑢𝑡</m:t>
                          </m:r>
                        </m:sub>
                      </m:sSub>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𝑖𝑛𝑝𝑢𝑡</m:t>
                                  </m:r>
                                </m:sub>
                              </m:sSub>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+2</m:t>
                              </m:r>
                              <m:r>
                                <a:rPr lang="en-US" sz="2000" b="0" i="1" smtClean="0">
                                  <a:latin typeface="Cambria Math" panose="02040503050406030204" pitchFamily="18" charset="0"/>
                                </a:rPr>
                                <m:t>𝑃</m:t>
                              </m:r>
                            </m:num>
                            <m:den>
                              <m:r>
                                <a:rPr lang="en-US" sz="2000" b="0" i="1" smtClean="0">
                                  <a:latin typeface="Cambria Math" panose="02040503050406030204" pitchFamily="18" charset="0"/>
                                </a:rPr>
                                <m:t>𝑆</m:t>
                              </m:r>
                            </m:den>
                          </m:f>
                        </m:e>
                      </m:d>
                      <m:r>
                        <a:rPr lang="en-US" sz="2000" b="0" i="1" smtClean="0">
                          <a:latin typeface="Cambria Math" panose="02040503050406030204" pitchFamily="18" charset="0"/>
                        </a:rPr>
                        <m:t>+1</m:t>
                      </m:r>
                    </m:oMath>
                  </m:oMathPara>
                </a14:m>
                <a:endParaRPr lang="en-US" sz="2000" b="0" dirty="0"/>
              </a:p>
              <a:p>
                <a:pPr algn="just"/>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𝑜𝑢𝑡𝑝𝑢𝑡</m:t>
                          </m:r>
                        </m:sub>
                      </m:sSub>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𝑖𝑛𝑝𝑢𝑡</m:t>
                                  </m:r>
                                </m:sub>
                              </m:sSub>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+2</m:t>
                              </m:r>
                              <m:r>
                                <a:rPr lang="en-US" sz="2000" b="0" i="1" smtClean="0">
                                  <a:latin typeface="Cambria Math" panose="02040503050406030204" pitchFamily="18" charset="0"/>
                                </a:rPr>
                                <m:t>𝑃</m:t>
                              </m:r>
                            </m:num>
                            <m:den>
                              <m:r>
                                <a:rPr lang="en-US" sz="2000" b="0" i="1" smtClean="0">
                                  <a:latin typeface="Cambria Math" panose="02040503050406030204" pitchFamily="18" charset="0"/>
                                </a:rPr>
                                <m:t>𝑠</m:t>
                              </m:r>
                            </m:den>
                          </m:f>
                        </m:e>
                      </m:d>
                      <m:r>
                        <a:rPr lang="en-US" sz="2000" b="0" i="1" smtClean="0">
                          <a:latin typeface="Cambria Math" panose="02040503050406030204" pitchFamily="18" charset="0"/>
                        </a:rPr>
                        <m:t>+1</m:t>
                      </m:r>
                    </m:oMath>
                  </m:oMathPara>
                </a14:m>
                <a:endParaRPr lang="en-US" sz="2000" b="0" dirty="0"/>
              </a:p>
              <a:p>
                <a:pPr algn="just"/>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𝑜𝑢𝑡𝑝𝑢𝑡</m:t>
                          </m:r>
                        </m:sub>
                      </m:sSub>
                      <m:r>
                        <a:rPr lang="en-US" sz="2000" b="0" i="1" smtClean="0">
                          <a:latin typeface="Cambria Math" panose="02040503050406030204" pitchFamily="18" charset="0"/>
                        </a:rPr>
                        <m:t>=</m:t>
                      </m:r>
                      <m:r>
                        <a:rPr lang="en-US" sz="2000" b="0" i="1" smtClean="0">
                          <a:latin typeface="Cambria Math" panose="02040503050406030204" pitchFamily="18" charset="0"/>
                        </a:rPr>
                        <m:t>𝐾</m:t>
                      </m:r>
                    </m:oMath>
                  </m:oMathPara>
                </a14:m>
                <a:endParaRPr lang="en-US" sz="2000" dirty="0"/>
              </a:p>
              <a:p>
                <a:pPr marL="342900" indent="-342900" algn="just">
                  <a:buFont typeface="Wingdings" panose="05000000000000000000" pitchFamily="2" charset="2"/>
                  <a:buChar char="q"/>
                </a:pPr>
                <a:r>
                  <a:rPr lang="en-US" dirty="0"/>
                  <a:t>After each CONV layer in a CNN, we apply a nonlinear activation function, such as </a:t>
                </a:r>
                <a:r>
                  <a:rPr lang="en-US" dirty="0" err="1"/>
                  <a:t>ReLU</a:t>
                </a:r>
                <a:r>
                  <a:rPr lang="en-US" dirty="0"/>
                  <a:t>, ELU, or any of the other Leaky </a:t>
                </a:r>
                <a:r>
                  <a:rPr lang="en-US" dirty="0" err="1"/>
                  <a:t>ReLU</a:t>
                </a:r>
                <a:r>
                  <a:rPr lang="en-US" dirty="0"/>
                  <a:t> </a:t>
                </a:r>
                <a:endParaRPr lang="en-US" sz="2000" dirty="0"/>
              </a:p>
              <a:p>
                <a:pPr marL="342900" indent="-342900" algn="just">
                  <a:buFont typeface="Wingdings" panose="05000000000000000000" pitchFamily="2" charset="2"/>
                  <a:buChar char="q"/>
                </a:pPr>
                <a:r>
                  <a:rPr lang="en-US" dirty="0"/>
                  <a:t>We typically denote activation layers as RELU in network diagrams as since </a:t>
                </a:r>
                <a:r>
                  <a:rPr lang="en-US" dirty="0" err="1"/>
                  <a:t>ReLU</a:t>
                </a:r>
                <a:r>
                  <a:rPr lang="en-US" dirty="0"/>
                  <a:t> activations are most commonly used, we may also simply state ACT – in either case, we are making it clear that an activation function is being applied inside the network architecture.</a:t>
                </a:r>
                <a:r>
                  <a:rPr lang="en-US" sz="2000" dirty="0"/>
                  <a:t> </a:t>
                </a:r>
              </a:p>
              <a:p>
                <a:pPr marL="342900" indent="-342900" algn="just">
                  <a:buFont typeface="Wingdings" panose="05000000000000000000" pitchFamily="2" charset="2"/>
                  <a:buChar char="q"/>
                </a:pPr>
                <a:r>
                  <a:rPr lang="en-US" dirty="0"/>
                  <a:t>Activation layers are not technically “layers” (due to the fact that no parameters/weights are learned inside an activation layer) and are sometimes omitted from network architecture diagrams as it’s </a:t>
                </a:r>
                <a:r>
                  <a:rPr lang="en-US" i="1" dirty="0"/>
                  <a:t>assumed </a:t>
                </a:r>
                <a:r>
                  <a:rPr lang="en-US" dirty="0"/>
                  <a:t>that an activation </a:t>
                </a:r>
                <a:r>
                  <a:rPr lang="en-US" i="1" dirty="0"/>
                  <a:t>immediately follows </a:t>
                </a:r>
                <a:r>
                  <a:rPr lang="en-US" dirty="0"/>
                  <a:t>a convolution</a:t>
                </a:r>
                <a:r>
                  <a:rPr lang="en-US" sz="2000" dirty="0"/>
                  <a:t> </a:t>
                </a:r>
              </a:p>
              <a:p>
                <a:pPr marL="342900" indent="-342900" algn="just">
                  <a:buFont typeface="Wingdings" panose="05000000000000000000" pitchFamily="2" charset="2"/>
                  <a:buChar char="q"/>
                </a:pPr>
                <a:endParaRPr lang="en-US" sz="2000" dirty="0"/>
              </a:p>
            </p:txBody>
          </p:sp>
        </mc:Choice>
        <mc:Fallback xmlns="">
          <p:sp>
            <p:nvSpPr>
              <p:cNvPr id="4" name="TextBox 3">
                <a:extLst>
                  <a:ext uri="{FF2B5EF4-FFF2-40B4-BE49-F238E27FC236}">
                    <a16:creationId xmlns:a16="http://schemas.microsoft.com/office/drawing/2014/main" id="{19AAA0BD-2B7C-E9E6-943C-D5057FDB7C70}"/>
                  </a:ext>
                </a:extLst>
              </p:cNvPr>
              <p:cNvSpPr txBox="1">
                <a:spLocks noRot="1" noChangeAspect="1" noMove="1" noResize="1" noEditPoints="1" noAdjustHandles="1" noChangeArrowheads="1" noChangeShapeType="1" noTextEdit="1"/>
              </p:cNvSpPr>
              <p:nvPr/>
            </p:nvSpPr>
            <p:spPr>
              <a:xfrm>
                <a:off x="487680" y="683017"/>
                <a:ext cx="11135360" cy="4723601"/>
              </a:xfrm>
              <a:prstGeom prst="rect">
                <a:avLst/>
              </a:prstGeom>
              <a:blipFill>
                <a:blip r:embed="rId2"/>
                <a:stretch>
                  <a:fillRect l="-437" t="-386" r="-383"/>
                </a:stretch>
              </a:blipFill>
              <a:ln>
                <a:solidFill>
                  <a:srgbClr val="0070C0"/>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D8814225-5DDF-8394-655E-2BA348054024}"/>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pic>
        <p:nvPicPr>
          <p:cNvPr id="12" name="Picture 11">
            <a:extLst>
              <a:ext uri="{FF2B5EF4-FFF2-40B4-BE49-F238E27FC236}">
                <a16:creationId xmlns:a16="http://schemas.microsoft.com/office/drawing/2014/main" id="{35F1CD6B-26CA-C2BC-94E4-4D9ABEF65D98}"/>
              </a:ext>
            </a:extLst>
          </p:cNvPr>
          <p:cNvPicPr>
            <a:picLocks noChangeAspect="1"/>
          </p:cNvPicPr>
          <p:nvPr/>
        </p:nvPicPr>
        <p:blipFill>
          <a:blip r:embed="rId3"/>
          <a:stretch>
            <a:fillRect/>
          </a:stretch>
        </p:blipFill>
        <p:spPr>
          <a:xfrm>
            <a:off x="4070489" y="4975387"/>
            <a:ext cx="6389488" cy="207748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1003320" y="1612800"/>
              <a:ext cx="10274760" cy="3397680"/>
            </p14:xfrm>
          </p:contentPart>
        </mc:Choice>
        <mc:Fallback xmlns="">
          <p:pic>
            <p:nvPicPr>
              <p:cNvPr id="2" name="Ink 1"/>
              <p:cNvPicPr/>
              <p:nvPr/>
            </p:nvPicPr>
            <p:blipFill>
              <a:blip r:embed="rId5"/>
              <a:stretch>
                <a:fillRect/>
              </a:stretch>
            </p:blipFill>
            <p:spPr>
              <a:xfrm>
                <a:off x="993960" y="1603440"/>
                <a:ext cx="10293480" cy="3416400"/>
              </a:xfrm>
              <a:prstGeom prst="rect">
                <a:avLst/>
              </a:prstGeom>
            </p:spPr>
          </p:pic>
        </mc:Fallback>
      </mc:AlternateContent>
    </p:spTree>
    <p:extLst>
      <p:ext uri="{BB962C8B-B14F-4D97-AF65-F5344CB8AC3E}">
        <p14:creationId xmlns:p14="http://schemas.microsoft.com/office/powerpoint/2010/main" val="185840173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71A5-7C79-3567-F9BB-D0D22BC8A5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CB0E3E2-4ADA-F0F5-ECCB-C56C2DCC0673}"/>
              </a:ext>
            </a:extLst>
          </p:cNvPr>
          <p:cNvSpPr txBox="1"/>
          <p:nvPr/>
        </p:nvSpPr>
        <p:spPr>
          <a:xfrm>
            <a:off x="487680" y="683017"/>
            <a:ext cx="11135360" cy="2215991"/>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sz="2000" dirty="0"/>
              <a:t>A basic layout of the CNN is as follows</a:t>
            </a:r>
          </a:p>
          <a:p>
            <a:pPr algn="just"/>
            <a:endParaRPr lang="en-US" sz="2000" dirty="0"/>
          </a:p>
          <a:p>
            <a:pPr algn="ctr"/>
            <a:r>
              <a:rPr lang="en-US" sz="2000" dirty="0"/>
              <a:t>INPUT =&gt; CONV =&gt; RELU =&gt; FC </a:t>
            </a:r>
          </a:p>
          <a:p>
            <a:pPr algn="just"/>
            <a:endParaRPr lang="en-US" sz="2000" dirty="0"/>
          </a:p>
          <a:p>
            <a:pPr marL="342900" indent="-342900">
              <a:buFont typeface="Wingdings" panose="05000000000000000000" pitchFamily="2" charset="2"/>
              <a:buChar char="q"/>
            </a:pPr>
            <a:r>
              <a:rPr lang="en-US" dirty="0"/>
              <a:t>Since the activation function is applied in an element-wise manner, the output of an activation layer is always the same as the input dimension, </a:t>
            </a:r>
            <a:r>
              <a:rPr lang="en-US" i="1" dirty="0" err="1"/>
              <a:t>Winput</a:t>
            </a:r>
            <a:r>
              <a:rPr lang="en-US" i="1" dirty="0"/>
              <a:t> </a:t>
            </a:r>
            <a:r>
              <a:rPr lang="en-US" dirty="0"/>
              <a:t>= </a:t>
            </a:r>
            <a:r>
              <a:rPr lang="en-US" i="1" dirty="0"/>
              <a:t>Wout put</a:t>
            </a:r>
            <a:r>
              <a:rPr lang="en-US" dirty="0"/>
              <a:t>, </a:t>
            </a:r>
            <a:r>
              <a:rPr lang="en-US" i="1" dirty="0" err="1"/>
              <a:t>Hinput</a:t>
            </a:r>
            <a:r>
              <a:rPr lang="en-US" i="1" dirty="0"/>
              <a:t> </a:t>
            </a:r>
            <a:r>
              <a:rPr lang="en-US" dirty="0"/>
              <a:t>= </a:t>
            </a:r>
            <a:r>
              <a:rPr lang="en-US" i="1" dirty="0"/>
              <a:t>Hout put</a:t>
            </a:r>
            <a:r>
              <a:rPr lang="en-US" dirty="0"/>
              <a:t>, </a:t>
            </a:r>
            <a:r>
              <a:rPr lang="en-US" i="1" dirty="0" err="1"/>
              <a:t>Dinput</a:t>
            </a:r>
            <a:r>
              <a:rPr lang="en-US" i="1" dirty="0"/>
              <a:t> </a:t>
            </a:r>
            <a:r>
              <a:rPr lang="en-US" dirty="0"/>
              <a:t>= </a:t>
            </a:r>
            <a:r>
              <a:rPr lang="en-US" i="1" dirty="0" err="1"/>
              <a:t>Dout</a:t>
            </a:r>
            <a:r>
              <a:rPr lang="en-US" i="1" dirty="0"/>
              <a:t> put</a:t>
            </a:r>
            <a:r>
              <a:rPr lang="en-US" dirty="0"/>
              <a:t>.</a:t>
            </a:r>
            <a:r>
              <a:rPr lang="en-US" sz="2000" dirty="0"/>
              <a:t> </a:t>
            </a:r>
          </a:p>
          <a:p>
            <a:pPr marL="342900" indent="-342900" algn="just">
              <a:buFont typeface="Wingdings" panose="05000000000000000000" pitchFamily="2" charset="2"/>
              <a:buChar char="q"/>
            </a:pPr>
            <a:endParaRPr lang="en-US" sz="2000" dirty="0"/>
          </a:p>
        </p:txBody>
      </p:sp>
      <p:sp>
        <p:nvSpPr>
          <p:cNvPr id="5" name="TextBox 4">
            <a:extLst>
              <a:ext uri="{FF2B5EF4-FFF2-40B4-BE49-F238E27FC236}">
                <a16:creationId xmlns:a16="http://schemas.microsoft.com/office/drawing/2014/main" id="{99FD909B-89FF-C50E-F0ED-7A3A97945261}"/>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sp>
        <p:nvSpPr>
          <p:cNvPr id="2" name="TextBox 1">
            <a:extLst>
              <a:ext uri="{FF2B5EF4-FFF2-40B4-BE49-F238E27FC236}">
                <a16:creationId xmlns:a16="http://schemas.microsoft.com/office/drawing/2014/main" id="{30B4F7DB-B4BD-3992-856D-E683963AB899}"/>
              </a:ext>
            </a:extLst>
          </p:cNvPr>
          <p:cNvSpPr txBox="1"/>
          <p:nvPr/>
        </p:nvSpPr>
        <p:spPr>
          <a:xfrm>
            <a:off x="528320" y="3197617"/>
            <a:ext cx="11135360" cy="707886"/>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sz="2000" dirty="0"/>
              <a:t>Question: You have an image of size 227 x 227 x 3.  The filter size is 3 x 3 x 1. If you keep the stride S = 1, padding P = 0 and keep on applying the filter three times, what is the dimension of the output features   </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0" y="946080"/>
              <a:ext cx="11830320" cy="5823360"/>
            </p14:xfrm>
          </p:contentPart>
        </mc:Choice>
        <mc:Fallback xmlns="">
          <p:pic>
            <p:nvPicPr>
              <p:cNvPr id="3" name="Ink 2"/>
              <p:cNvPicPr/>
              <p:nvPr/>
            </p:nvPicPr>
            <p:blipFill>
              <a:blip r:embed="rId3"/>
              <a:stretch>
                <a:fillRect/>
              </a:stretch>
            </p:blipFill>
            <p:spPr>
              <a:xfrm>
                <a:off x="-9360" y="936720"/>
                <a:ext cx="11849040" cy="5842080"/>
              </a:xfrm>
              <a:prstGeom prst="rect">
                <a:avLst/>
              </a:prstGeom>
            </p:spPr>
          </p:pic>
        </mc:Fallback>
      </mc:AlternateContent>
    </p:spTree>
    <p:extLst>
      <p:ext uri="{BB962C8B-B14F-4D97-AF65-F5344CB8AC3E}">
        <p14:creationId xmlns:p14="http://schemas.microsoft.com/office/powerpoint/2010/main" val="7278701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F3ED6-37E1-FD19-77B2-0946CFA681E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C246A8-C179-DF64-4B7C-F02784EE7E36}"/>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sp>
        <p:nvSpPr>
          <p:cNvPr id="2" name="TextBox 1">
            <a:extLst>
              <a:ext uri="{FF2B5EF4-FFF2-40B4-BE49-F238E27FC236}">
                <a16:creationId xmlns:a16="http://schemas.microsoft.com/office/drawing/2014/main" id="{4E2D6228-F631-7707-9231-D6F1FF6DEBF2}"/>
              </a:ext>
            </a:extLst>
          </p:cNvPr>
          <p:cNvSpPr txBox="1"/>
          <p:nvPr/>
        </p:nvSpPr>
        <p:spPr>
          <a:xfrm>
            <a:off x="487680" y="1140217"/>
            <a:ext cx="11135360" cy="707886"/>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sz="2000" dirty="0"/>
              <a:t>Question: If you have an image of size 227 x 227 x 3 and need an output of size 27 x 27 x 1 what should be filter size F, stride S, padding P if you have to make it happen in only one step.   </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546120" y="2482920"/>
              <a:ext cx="10738080" cy="3556440"/>
            </p14:xfrm>
          </p:contentPart>
        </mc:Choice>
        <mc:Fallback xmlns="">
          <p:pic>
            <p:nvPicPr>
              <p:cNvPr id="3" name="Ink 2"/>
              <p:cNvPicPr/>
              <p:nvPr/>
            </p:nvPicPr>
            <p:blipFill>
              <a:blip r:embed="rId3"/>
              <a:stretch>
                <a:fillRect/>
              </a:stretch>
            </p:blipFill>
            <p:spPr>
              <a:xfrm>
                <a:off x="536760" y="2473560"/>
                <a:ext cx="10756800" cy="3575160"/>
              </a:xfrm>
              <a:prstGeom prst="rect">
                <a:avLst/>
              </a:prstGeom>
            </p:spPr>
          </p:pic>
        </mc:Fallback>
      </mc:AlternateContent>
    </p:spTree>
    <p:extLst>
      <p:ext uri="{BB962C8B-B14F-4D97-AF65-F5344CB8AC3E}">
        <p14:creationId xmlns:p14="http://schemas.microsoft.com/office/powerpoint/2010/main" val="1421455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77E5A-E4C3-7C42-E326-603A1D3EE2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24E5B7-88B0-D2FE-7E11-9AE27FF94ADB}"/>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sp>
        <p:nvSpPr>
          <p:cNvPr id="2" name="TextBox 1">
            <a:extLst>
              <a:ext uri="{FF2B5EF4-FFF2-40B4-BE49-F238E27FC236}">
                <a16:creationId xmlns:a16="http://schemas.microsoft.com/office/drawing/2014/main" id="{8BB83E47-226C-2F24-EAA7-63ED97DEB06B}"/>
              </a:ext>
            </a:extLst>
          </p:cNvPr>
          <p:cNvSpPr txBox="1"/>
          <p:nvPr/>
        </p:nvSpPr>
        <p:spPr>
          <a:xfrm>
            <a:off x="487680" y="1140217"/>
            <a:ext cx="11135360" cy="5632311"/>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dirty="0"/>
              <a:t>An activation layer accepts an input volume of size </a:t>
            </a:r>
            <a:r>
              <a:rPr lang="en-US" i="1" dirty="0" err="1"/>
              <a:t>Winput</a:t>
            </a:r>
            <a:r>
              <a:rPr lang="en-US" i="1" dirty="0"/>
              <a:t> ×</a:t>
            </a:r>
            <a:r>
              <a:rPr lang="en-US" i="1" dirty="0" err="1"/>
              <a:t>Hinput</a:t>
            </a:r>
            <a:r>
              <a:rPr lang="en-US" i="1" dirty="0"/>
              <a:t> ×</a:t>
            </a:r>
            <a:r>
              <a:rPr lang="en-US" i="1" dirty="0" err="1"/>
              <a:t>Dinput</a:t>
            </a:r>
            <a:r>
              <a:rPr lang="en-US" i="1" dirty="0"/>
              <a:t> </a:t>
            </a:r>
            <a:r>
              <a:rPr lang="en-US" dirty="0"/>
              <a:t>and then applies the given activation function (Figure 11.9). Since the activation function is applied in an element-wise manner, the output of an activation layer is always the same as the input dimension, </a:t>
            </a:r>
            <a:r>
              <a:rPr lang="en-US" i="1" dirty="0" err="1"/>
              <a:t>Winput</a:t>
            </a:r>
            <a:r>
              <a:rPr lang="en-US" i="1" dirty="0"/>
              <a:t> </a:t>
            </a:r>
            <a:r>
              <a:rPr lang="en-US" dirty="0"/>
              <a:t>= </a:t>
            </a:r>
            <a:r>
              <a:rPr lang="en-US" i="1" dirty="0"/>
              <a:t>Wout put</a:t>
            </a:r>
            <a:r>
              <a:rPr lang="en-US" dirty="0"/>
              <a:t>, </a:t>
            </a:r>
            <a:r>
              <a:rPr lang="en-US" i="1" dirty="0" err="1"/>
              <a:t>Hinput</a:t>
            </a:r>
            <a:r>
              <a:rPr lang="en-US" i="1" dirty="0"/>
              <a:t> </a:t>
            </a:r>
            <a:r>
              <a:rPr lang="en-US" dirty="0"/>
              <a:t>= </a:t>
            </a:r>
            <a:r>
              <a:rPr lang="en-US" i="1" dirty="0"/>
              <a:t>Hout put</a:t>
            </a:r>
            <a:r>
              <a:rPr lang="en-US" dirty="0"/>
              <a:t>, </a:t>
            </a:r>
            <a:r>
              <a:rPr lang="en-US" i="1" dirty="0" err="1"/>
              <a:t>Dinput</a:t>
            </a:r>
            <a:r>
              <a:rPr lang="en-US" i="1" dirty="0"/>
              <a:t> </a:t>
            </a:r>
            <a:r>
              <a:rPr lang="en-US" dirty="0"/>
              <a:t>= </a:t>
            </a:r>
            <a:r>
              <a:rPr lang="en-US" i="1" dirty="0" err="1"/>
              <a:t>Dout</a:t>
            </a:r>
            <a:r>
              <a:rPr lang="en-US" i="1" dirty="0"/>
              <a:t> put</a:t>
            </a:r>
            <a:r>
              <a:rPr lang="en-US" dirty="0"/>
              <a:t>.</a:t>
            </a:r>
            <a:r>
              <a:rPr lang="en-US" sz="2000" dirty="0"/>
              <a:t> </a:t>
            </a:r>
          </a:p>
          <a:p>
            <a:pPr marL="285750" indent="-285750" algn="just">
              <a:buFont typeface="Wingdings" panose="05000000000000000000" pitchFamily="2" charset="2"/>
              <a:buChar char="q"/>
            </a:pPr>
            <a:r>
              <a:rPr lang="en-US" sz="2000" b="1" u="sng" dirty="0"/>
              <a:t>Pooling Layers</a:t>
            </a:r>
          </a:p>
          <a:p>
            <a:r>
              <a:rPr lang="en-US" sz="2000" dirty="0"/>
              <a:t> </a:t>
            </a:r>
            <a:r>
              <a:rPr lang="en-US" dirty="0"/>
              <a:t>There are two methods to reduce the size of an input volume – CONV layers with a stride </a:t>
            </a:r>
            <a:r>
              <a:rPr lang="en-US" i="1" dirty="0"/>
              <a:t>&gt; </a:t>
            </a:r>
            <a:r>
              <a:rPr lang="en-US" dirty="0"/>
              <a:t>1 (which we’ve already seen) and POOL layers. It is common to insert POOL layers in-between consecutive</a:t>
            </a:r>
            <a:r>
              <a:rPr lang="en-US" sz="2000" dirty="0"/>
              <a:t> </a:t>
            </a:r>
            <a:r>
              <a:rPr lang="en-US" dirty="0"/>
              <a:t>CONV layers in a CNN architectures:</a:t>
            </a:r>
          </a:p>
          <a:p>
            <a:pPr algn="ctr"/>
            <a:r>
              <a:rPr lang="en-US" dirty="0"/>
              <a:t>INPUT =&gt; CONV =&gt; RELU =&gt; POOL =&gt; CONV =&gt; RELU =&gt; POOL =&gt; FC</a:t>
            </a:r>
            <a:r>
              <a:rPr lang="en-US" sz="2000" dirty="0"/>
              <a:t> </a:t>
            </a:r>
          </a:p>
          <a:p>
            <a:pPr marL="342900" indent="-342900">
              <a:buFont typeface="Wingdings" panose="05000000000000000000" pitchFamily="2" charset="2"/>
              <a:buChar char="q"/>
            </a:pPr>
            <a:r>
              <a:rPr lang="en-US" dirty="0"/>
              <a:t>The primary function of the POOL layer is to progressively reduce the spatial size (i.e., width and height) of the input volume. Doing this allows us to reduce the amount of parameters and computation in the network – pooling also helps us control overfitting.</a:t>
            </a:r>
            <a:r>
              <a:rPr lang="en-US" sz="2000" dirty="0"/>
              <a:t> </a:t>
            </a:r>
          </a:p>
          <a:p>
            <a:pPr marL="342900" indent="-342900">
              <a:buFont typeface="Wingdings" panose="05000000000000000000" pitchFamily="2" charset="2"/>
              <a:buChar char="q"/>
            </a:pPr>
            <a:r>
              <a:rPr lang="en-US" dirty="0"/>
              <a:t>POOL layers operate on each of the depth slices of an input </a:t>
            </a:r>
            <a:r>
              <a:rPr lang="en-US" i="1" dirty="0"/>
              <a:t>independently </a:t>
            </a:r>
            <a:r>
              <a:rPr lang="en-US" dirty="0"/>
              <a:t>using either the </a:t>
            </a:r>
            <a:r>
              <a:rPr lang="en-US" i="1" dirty="0"/>
              <a:t>max </a:t>
            </a:r>
            <a:r>
              <a:rPr lang="en-US" dirty="0"/>
              <a:t>or </a:t>
            </a:r>
            <a:r>
              <a:rPr lang="en-US" i="1" dirty="0"/>
              <a:t>average </a:t>
            </a:r>
            <a:r>
              <a:rPr lang="en-US" dirty="0"/>
              <a:t>function. Max pooling is typically done in the middle of the CNN architecture to reduce spatial size, whereas average pooling is normally used as the final layer of the network (</a:t>
            </a:r>
            <a:r>
              <a:rPr lang="en-US" dirty="0" err="1"/>
              <a:t>e.x</a:t>
            </a:r>
            <a:r>
              <a:rPr lang="en-US" dirty="0"/>
              <a:t>., </a:t>
            </a:r>
            <a:r>
              <a:rPr lang="en-US" dirty="0" err="1"/>
              <a:t>GoogLeNet</a:t>
            </a:r>
            <a:r>
              <a:rPr lang="en-US" dirty="0"/>
              <a:t>, </a:t>
            </a:r>
            <a:r>
              <a:rPr lang="en-US" dirty="0" err="1"/>
              <a:t>SqueezeNet</a:t>
            </a:r>
            <a:r>
              <a:rPr lang="en-US" dirty="0"/>
              <a:t>, </a:t>
            </a:r>
            <a:r>
              <a:rPr lang="en-US" dirty="0" err="1"/>
              <a:t>ResNet</a:t>
            </a:r>
            <a:r>
              <a:rPr lang="en-US" dirty="0"/>
              <a:t>) where we wish to avoid using FC layers entirely. The most common type of POOL layer is max pooling, although this trend is changing with the introduction of more exotic micro-architectures.</a:t>
            </a:r>
            <a:r>
              <a:rPr lang="en-US" sz="2000" dirty="0"/>
              <a:t> </a:t>
            </a:r>
          </a:p>
          <a:p>
            <a:pPr marL="285750" indent="-285750" algn="just">
              <a:buFont typeface="Wingdings" panose="05000000000000000000" pitchFamily="2" charset="2"/>
              <a:buChar char="q"/>
            </a:pPr>
            <a:endParaRPr lang="en-US" sz="2000" dirty="0"/>
          </a:p>
          <a:p>
            <a:pPr marL="285750" indent="-285750" algn="just">
              <a:buFont typeface="Wingdings" panose="05000000000000000000" pitchFamily="2" charset="2"/>
              <a:buChar char="q"/>
            </a:pPr>
            <a:endParaRPr lang="en-US" sz="2000" dirty="0"/>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901800" y="3181320"/>
              <a:ext cx="9919080" cy="2711880"/>
            </p14:xfrm>
          </p:contentPart>
        </mc:Choice>
        <mc:Fallback xmlns="">
          <p:pic>
            <p:nvPicPr>
              <p:cNvPr id="3" name="Ink 2"/>
              <p:cNvPicPr/>
              <p:nvPr/>
            </p:nvPicPr>
            <p:blipFill>
              <a:blip r:embed="rId3"/>
              <a:stretch>
                <a:fillRect/>
              </a:stretch>
            </p:blipFill>
            <p:spPr>
              <a:xfrm>
                <a:off x="892440" y="3171960"/>
                <a:ext cx="9937800" cy="2730600"/>
              </a:xfrm>
              <a:prstGeom prst="rect">
                <a:avLst/>
              </a:prstGeom>
            </p:spPr>
          </p:pic>
        </mc:Fallback>
      </mc:AlternateContent>
    </p:spTree>
    <p:extLst>
      <p:ext uri="{BB962C8B-B14F-4D97-AF65-F5344CB8AC3E}">
        <p14:creationId xmlns:p14="http://schemas.microsoft.com/office/powerpoint/2010/main" val="26816628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E2587-6147-80A5-3A63-DEAFB224D60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108CBDE-8D7C-EC4D-8788-E9B5F59E0AE6}"/>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9956E0A-3F64-F35C-B522-7587714D18F0}"/>
                  </a:ext>
                </a:extLst>
              </p:cNvPr>
              <p:cNvSpPr txBox="1"/>
              <p:nvPr/>
            </p:nvSpPr>
            <p:spPr>
              <a:xfrm>
                <a:off x="487680" y="1140217"/>
                <a:ext cx="11135360" cy="5544210"/>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dirty="0"/>
                  <a:t>In summary, POOL layers Accept an input volume of size </a:t>
                </a:r>
                <a:r>
                  <a:rPr lang="en-US" i="1" dirty="0" err="1"/>
                  <a:t>Winput</a:t>
                </a:r>
                <a:r>
                  <a:rPr lang="en-US" i="1" dirty="0"/>
                  <a:t> ×</a:t>
                </a:r>
                <a:r>
                  <a:rPr lang="en-US" i="1" dirty="0" err="1"/>
                  <a:t>Hinput</a:t>
                </a:r>
                <a:r>
                  <a:rPr lang="en-US" i="1" dirty="0"/>
                  <a:t> ×</a:t>
                </a:r>
                <a:r>
                  <a:rPr lang="en-US" i="1" dirty="0" err="1"/>
                  <a:t>Dinput</a:t>
                </a:r>
                <a:r>
                  <a:rPr lang="en-US" dirty="0"/>
                  <a:t>. They then require two parameters:</a:t>
                </a:r>
                <a:r>
                  <a:rPr lang="en-US" sz="2000" dirty="0"/>
                  <a:t>  </a:t>
                </a:r>
              </a:p>
              <a:p>
                <a:pPr marL="285750" indent="-285750" algn="just">
                  <a:buFont typeface="Wingdings" panose="05000000000000000000" pitchFamily="2" charset="2"/>
                  <a:buChar char="q"/>
                </a:pPr>
                <a:r>
                  <a:rPr lang="en-US" dirty="0"/>
                  <a:t>The receptive field size </a:t>
                </a:r>
                <a:r>
                  <a:rPr lang="en-US" i="1" dirty="0"/>
                  <a:t>F </a:t>
                </a:r>
                <a:r>
                  <a:rPr lang="en-US" dirty="0"/>
                  <a:t>(also called the “pool size”).</a:t>
                </a:r>
              </a:p>
              <a:p>
                <a:pPr marL="568325" indent="-222250">
                  <a:tabLst>
                    <a:tab pos="568325" algn="l"/>
                  </a:tabLst>
                </a:pPr>
                <a:r>
                  <a:rPr lang="en-US" i="1" dirty="0"/>
                  <a:t>• </a:t>
                </a:r>
                <a:r>
                  <a:rPr lang="en-US" dirty="0"/>
                  <a:t>The stride </a:t>
                </a:r>
                <a:r>
                  <a:rPr lang="en-US" i="1" dirty="0"/>
                  <a:t>S</a:t>
                </a:r>
                <a:r>
                  <a:rPr lang="en-US" dirty="0"/>
                  <a:t>. Applying the POOL operation yields an output volume of size </a:t>
                </a:r>
                <a:r>
                  <a:rPr lang="en-US" i="1" dirty="0"/>
                  <a:t>Wout put ×Hout put ×</a:t>
                </a:r>
                <a:r>
                  <a:rPr lang="en-US" i="1" dirty="0" err="1"/>
                  <a:t>Dout</a:t>
                </a:r>
                <a:r>
                  <a:rPr lang="en-US" i="1" dirty="0"/>
                  <a:t> put</a:t>
                </a:r>
                <a:r>
                  <a:rPr lang="en-US" dirty="0"/>
                  <a:t>, where:</a:t>
                </a:r>
              </a:p>
              <a:p>
                <a:pPr marL="568325" indent="-222250">
                  <a:tabLst>
                    <a:tab pos="568325" algn="l"/>
                  </a:tabLst>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𝑜𝑢𝑡𝑝𝑢𝑡</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𝑖𝑛𝑝𝑢𝑡</m:t>
                                  </m:r>
                                </m:sub>
                              </m:sSub>
                              <m:r>
                                <a:rPr lang="en-US" b="0" i="1" smtClean="0">
                                  <a:latin typeface="Cambria Math" panose="02040503050406030204" pitchFamily="18" charset="0"/>
                                </a:rPr>
                                <m:t>−</m:t>
                              </m:r>
                              <m:r>
                                <a:rPr lang="en-US" b="0" i="1" smtClean="0">
                                  <a:latin typeface="Cambria Math" panose="02040503050406030204" pitchFamily="18" charset="0"/>
                                </a:rPr>
                                <m:t>𝐹</m:t>
                              </m:r>
                            </m:num>
                            <m:den>
                              <m:r>
                                <a:rPr lang="en-US" b="0" i="1" smtClean="0">
                                  <a:latin typeface="Cambria Math" panose="02040503050406030204" pitchFamily="18" charset="0"/>
                                </a:rPr>
                                <m:t>𝑆</m:t>
                              </m:r>
                            </m:den>
                          </m:f>
                        </m:e>
                      </m:d>
                      <m:r>
                        <a:rPr lang="en-US" b="0" i="1" smtClean="0">
                          <a:latin typeface="Cambria Math" panose="02040503050406030204" pitchFamily="18" charset="0"/>
                        </a:rPr>
                        <m:t>+1</m:t>
                      </m:r>
                    </m:oMath>
                  </m:oMathPara>
                </a14:m>
                <a:endParaRPr lang="en-US" dirty="0"/>
              </a:p>
              <a:p>
                <a:pPr marL="568325" indent="-222250">
                  <a:tabLst>
                    <a:tab pos="568325" algn="l"/>
                  </a:tabLst>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i="1">
                              <a:latin typeface="Cambria Math" panose="02040503050406030204" pitchFamily="18" charset="0"/>
                            </a:rPr>
                            <m:t>𝑜𝑢𝑡𝑝𝑢𝑡</m:t>
                          </m:r>
                        </m:sub>
                      </m:sSub>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i="1">
                                      <a:latin typeface="Cambria Math" panose="02040503050406030204" pitchFamily="18" charset="0"/>
                                    </a:rPr>
                                    <m:t>𝑖𝑛𝑝𝑢𝑡</m:t>
                                  </m:r>
                                </m:sub>
                              </m:sSub>
                              <m:r>
                                <a:rPr lang="en-US" i="1">
                                  <a:latin typeface="Cambria Math" panose="02040503050406030204" pitchFamily="18" charset="0"/>
                                </a:rPr>
                                <m:t>−</m:t>
                              </m:r>
                              <m:r>
                                <a:rPr lang="en-US" i="1">
                                  <a:latin typeface="Cambria Math" panose="02040503050406030204" pitchFamily="18" charset="0"/>
                                </a:rPr>
                                <m:t>𝐹</m:t>
                              </m:r>
                            </m:num>
                            <m:den>
                              <m:r>
                                <a:rPr lang="en-US" i="1">
                                  <a:latin typeface="Cambria Math" panose="02040503050406030204" pitchFamily="18" charset="0"/>
                                </a:rPr>
                                <m:t>𝑆</m:t>
                              </m:r>
                            </m:den>
                          </m:f>
                        </m:e>
                      </m:d>
                      <m:r>
                        <a:rPr lang="en-US" i="1">
                          <a:latin typeface="Cambria Math" panose="02040503050406030204" pitchFamily="18" charset="0"/>
                        </a:rPr>
                        <m:t>+1</m:t>
                      </m:r>
                    </m:oMath>
                  </m:oMathPara>
                </a14:m>
                <a:endParaRPr lang="en-US" dirty="0"/>
              </a:p>
              <a:p>
                <a:pPr marL="568325" indent="-222250">
                  <a:tabLst>
                    <a:tab pos="568325" algn="l"/>
                  </a:tabLst>
                </a:pPr>
                <a:endParaRPr lang="en-US" i="1" dirty="0"/>
              </a:p>
              <a:p>
                <a:pPr marL="568325" indent="-222250">
                  <a:tabLst>
                    <a:tab pos="568325" algn="l"/>
                  </a:tabLst>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i="1">
                              <a:latin typeface="Cambria Math" panose="02040503050406030204" pitchFamily="18" charset="0"/>
                            </a:rPr>
                            <m:t>𝑜𝑢𝑡𝑝𝑢𝑡</m:t>
                          </m:r>
                        </m:sub>
                      </m:sSub>
                      <m:r>
                        <a:rPr lang="en-US" i="1">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_</m:t>
                      </m:r>
                      <m:r>
                        <a:rPr lang="en-US" b="0" i="1" smtClean="0">
                          <a:latin typeface="Cambria Math" panose="02040503050406030204" pitchFamily="18" charset="0"/>
                        </a:rPr>
                        <m:t>𝑖𝑛𝑝𝑢𝑡</m:t>
                      </m:r>
                    </m:oMath>
                  </m:oMathPara>
                </a14:m>
                <a:endParaRPr lang="en-US" i="1" dirty="0"/>
              </a:p>
              <a:p>
                <a:pPr marL="285750" indent="-285750">
                  <a:buFont typeface="Wingdings" panose="05000000000000000000" pitchFamily="2" charset="2"/>
                  <a:buChar char="q"/>
                </a:pPr>
                <a:r>
                  <a:rPr lang="en-US" dirty="0"/>
                  <a:t>In practice, we tend to see two types of max pooling variations:</a:t>
                </a:r>
              </a:p>
              <a:p>
                <a:pPr marL="284163"/>
                <a:r>
                  <a:rPr lang="en-US" i="1" dirty="0"/>
                  <a:t>• </a:t>
                </a:r>
                <a:r>
                  <a:rPr lang="en-US" b="1" dirty="0"/>
                  <a:t>Type #1: </a:t>
                </a:r>
                <a:r>
                  <a:rPr lang="en-US" i="1" dirty="0"/>
                  <a:t>F </a:t>
                </a:r>
                <a:r>
                  <a:rPr lang="en-US" dirty="0"/>
                  <a:t>= 3</a:t>
                </a:r>
                <a:r>
                  <a:rPr lang="en-US" i="1" dirty="0"/>
                  <a:t>;S </a:t>
                </a:r>
                <a:r>
                  <a:rPr lang="en-US" dirty="0"/>
                  <a:t>= 2 which is called </a:t>
                </a:r>
                <a:r>
                  <a:rPr lang="en-US" i="1" dirty="0"/>
                  <a:t>overlapping pooling </a:t>
                </a:r>
                <a:r>
                  <a:rPr lang="en-US" dirty="0"/>
                  <a:t>and normally applied to images/input volumes with large spatial dimensions. </a:t>
                </a:r>
              </a:p>
              <a:p>
                <a:pPr marL="457200"/>
                <a:r>
                  <a:rPr lang="en-US" b="1" dirty="0"/>
                  <a:t>Type #2: </a:t>
                </a:r>
                <a:r>
                  <a:rPr lang="en-US" i="1" dirty="0"/>
                  <a:t>F </a:t>
                </a:r>
                <a:r>
                  <a:rPr lang="en-US" dirty="0"/>
                  <a:t>= 2</a:t>
                </a:r>
                <a:r>
                  <a:rPr lang="en-US" i="1" dirty="0"/>
                  <a:t>;S </a:t>
                </a:r>
                <a:r>
                  <a:rPr lang="en-US" dirty="0"/>
                  <a:t>= 2 which is called </a:t>
                </a:r>
                <a:r>
                  <a:rPr lang="en-US" i="1" dirty="0"/>
                  <a:t>non-overlapping pooling</a:t>
                </a:r>
                <a:r>
                  <a:rPr lang="en-US" dirty="0"/>
                  <a:t>. This is the most common type of pooling and is applied to images with smaller spatial dimensions. </a:t>
                </a:r>
              </a:p>
              <a:p>
                <a:pPr marL="285750" indent="-285750">
                  <a:buFont typeface="Wingdings" panose="05000000000000000000" pitchFamily="2" charset="2"/>
                  <a:buChar char="q"/>
                </a:pPr>
                <a:r>
                  <a:rPr lang="en-US" dirty="0"/>
                  <a:t>For network architectures that accept smaller input images (in the range of 32</a:t>
                </a:r>
                <a:r>
                  <a:rPr lang="en-US" i="1" dirty="0"/>
                  <a:t>-</a:t>
                </a:r>
                <a:r>
                  <a:rPr lang="en-US" dirty="0"/>
                  <a:t>64 pixels) you may also see </a:t>
                </a:r>
                <a:r>
                  <a:rPr lang="en-US" i="1" dirty="0"/>
                  <a:t>F </a:t>
                </a:r>
                <a:r>
                  <a:rPr lang="en-US" dirty="0"/>
                  <a:t>= 2</a:t>
                </a:r>
                <a:r>
                  <a:rPr lang="en-US" i="1" dirty="0"/>
                  <a:t>;S </a:t>
                </a:r>
                <a:r>
                  <a:rPr lang="en-US" dirty="0"/>
                  <a:t>= 1 as well. </a:t>
                </a:r>
                <a:br>
                  <a:rPr lang="en-US" dirty="0"/>
                </a:br>
                <a:endParaRPr lang="en-US" dirty="0"/>
              </a:p>
            </p:txBody>
          </p:sp>
        </mc:Choice>
        <mc:Fallback xmlns="">
          <p:sp>
            <p:nvSpPr>
              <p:cNvPr id="2" name="TextBox 1">
                <a:extLst>
                  <a:ext uri="{FF2B5EF4-FFF2-40B4-BE49-F238E27FC236}">
                    <a16:creationId xmlns:a16="http://schemas.microsoft.com/office/drawing/2014/main" id="{E9956E0A-3F64-F35C-B522-7587714D18F0}"/>
                  </a:ext>
                </a:extLst>
              </p:cNvPr>
              <p:cNvSpPr txBox="1">
                <a:spLocks noRot="1" noChangeAspect="1" noMove="1" noResize="1" noEditPoints="1" noAdjustHandles="1" noChangeArrowheads="1" noChangeShapeType="1" noTextEdit="1"/>
              </p:cNvSpPr>
              <p:nvPr/>
            </p:nvSpPr>
            <p:spPr>
              <a:xfrm>
                <a:off x="487680" y="1140217"/>
                <a:ext cx="11135360" cy="5544210"/>
              </a:xfrm>
              <a:prstGeom prst="rect">
                <a:avLst/>
              </a:prstGeom>
              <a:blipFill>
                <a:blip r:embed="rId2"/>
                <a:stretch>
                  <a:fillRect l="-273" t="-439" r="-601"/>
                </a:stretch>
              </a:blipFill>
              <a:ln>
                <a:solidFill>
                  <a:srgbClr val="0070C0"/>
                </a:solidFill>
              </a:ln>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825480" y="1523880"/>
              <a:ext cx="10662120" cy="4889880"/>
            </p14:xfrm>
          </p:contentPart>
        </mc:Choice>
        <mc:Fallback xmlns="">
          <p:pic>
            <p:nvPicPr>
              <p:cNvPr id="3" name="Ink 2"/>
              <p:cNvPicPr/>
              <p:nvPr/>
            </p:nvPicPr>
            <p:blipFill>
              <a:blip r:embed="rId4"/>
              <a:stretch>
                <a:fillRect/>
              </a:stretch>
            </p:blipFill>
            <p:spPr>
              <a:xfrm>
                <a:off x="816120" y="1514520"/>
                <a:ext cx="10680840" cy="4908600"/>
              </a:xfrm>
              <a:prstGeom prst="rect">
                <a:avLst/>
              </a:prstGeom>
            </p:spPr>
          </p:pic>
        </mc:Fallback>
      </mc:AlternateContent>
    </p:spTree>
    <p:extLst>
      <p:ext uri="{BB962C8B-B14F-4D97-AF65-F5344CB8AC3E}">
        <p14:creationId xmlns:p14="http://schemas.microsoft.com/office/powerpoint/2010/main" val="20341785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EC9F-BD0A-B123-7182-98A48C18180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659BCA-634C-AD2C-29EA-6B6A15E064BC}"/>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p:sp>
        <p:nvSpPr>
          <p:cNvPr id="2" name="TextBox 1">
            <a:extLst>
              <a:ext uri="{FF2B5EF4-FFF2-40B4-BE49-F238E27FC236}">
                <a16:creationId xmlns:a16="http://schemas.microsoft.com/office/drawing/2014/main" id="{B93F22AA-E355-C1B6-7F62-3225993EBB62}"/>
              </a:ext>
            </a:extLst>
          </p:cNvPr>
          <p:cNvSpPr txBox="1"/>
          <p:nvPr/>
        </p:nvSpPr>
        <p:spPr>
          <a:xfrm>
            <a:off x="487680" y="1140217"/>
            <a:ext cx="11135360" cy="5016758"/>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dirty="0"/>
              <a:t>In their 2014 paper, </a:t>
            </a:r>
            <a:r>
              <a:rPr lang="en-US" i="1" dirty="0"/>
              <a:t>Striving for Simplicity: The All Convolutional Net</a:t>
            </a:r>
            <a:r>
              <a:rPr lang="en-US" dirty="0"/>
              <a:t>, </a:t>
            </a:r>
            <a:r>
              <a:rPr lang="en-US" dirty="0" err="1"/>
              <a:t>Springenberg</a:t>
            </a:r>
            <a:r>
              <a:rPr lang="en-US" dirty="0"/>
              <a:t> et al. recommend discarding the POOL layer </a:t>
            </a:r>
            <a:r>
              <a:rPr lang="en-US" i="1" dirty="0"/>
              <a:t>entirely </a:t>
            </a:r>
            <a:r>
              <a:rPr lang="en-US" dirty="0"/>
              <a:t>and simply relying on CONV layers with a larger stride to handle </a:t>
            </a:r>
            <a:r>
              <a:rPr lang="en-US" dirty="0" err="1"/>
              <a:t>downsampling</a:t>
            </a:r>
            <a:r>
              <a:rPr lang="en-US" dirty="0"/>
              <a:t> the spatial dimensions of the volume. Their work demonstrated this approach works very well on a variety of datasets, including CIFAR-10 (small images, low number of classes) and ImageNet (large input images, 1,000 classes). This trend continues with the </a:t>
            </a:r>
            <a:r>
              <a:rPr lang="en-US" dirty="0" err="1"/>
              <a:t>ResNet</a:t>
            </a:r>
            <a:r>
              <a:rPr lang="en-US" dirty="0"/>
              <a:t> architecture which uses CONV layers for </a:t>
            </a:r>
            <a:r>
              <a:rPr lang="en-US" dirty="0" err="1"/>
              <a:t>downsampling</a:t>
            </a:r>
            <a:r>
              <a:rPr lang="en-US" dirty="0"/>
              <a:t> as well.</a:t>
            </a:r>
            <a:r>
              <a:rPr lang="en-US" sz="2000" dirty="0"/>
              <a:t> </a:t>
            </a:r>
          </a:p>
          <a:p>
            <a:pPr marL="285750" indent="-285750" algn="just">
              <a:buFont typeface="Wingdings" panose="05000000000000000000" pitchFamily="2" charset="2"/>
              <a:buChar char="q"/>
            </a:pPr>
            <a:r>
              <a:rPr lang="en-US" dirty="0"/>
              <a:t>It’s becoming increasingly more common to </a:t>
            </a:r>
            <a:r>
              <a:rPr lang="en-US" i="1" dirty="0"/>
              <a:t>not </a:t>
            </a:r>
            <a:r>
              <a:rPr lang="en-US" dirty="0"/>
              <a:t>use POOL layers in the middle of the network architecture and </a:t>
            </a:r>
            <a:r>
              <a:rPr lang="en-US" i="1" dirty="0"/>
              <a:t>only </a:t>
            </a:r>
            <a:r>
              <a:rPr lang="en-US" dirty="0"/>
              <a:t>use average pooling at the end of the network if FC layers are to be avoided. Perhaps in the future there won’t be pooling layers in Convolutional Neural Networks – but in the meantime, it’s important that we study them, learn how they work, and apply them to our own architectures.</a:t>
            </a:r>
            <a:r>
              <a:rPr lang="en-US" sz="2000" dirty="0"/>
              <a:t> </a:t>
            </a:r>
          </a:p>
          <a:p>
            <a:pPr marL="285750" indent="-285750" algn="just">
              <a:buFont typeface="Wingdings" panose="05000000000000000000" pitchFamily="2" charset="2"/>
              <a:buChar char="q"/>
            </a:pPr>
            <a:r>
              <a:rPr lang="en-US" dirty="0"/>
              <a:t>FC layers are </a:t>
            </a:r>
            <a:r>
              <a:rPr lang="en-US" i="1" dirty="0"/>
              <a:t>always </a:t>
            </a:r>
            <a:r>
              <a:rPr lang="en-US" dirty="0"/>
              <a:t>placed at the end of the network (i.e., we don’t apply a CONV layer, then an FC layer, followed by another CONV) layer.</a:t>
            </a:r>
            <a:r>
              <a:rPr lang="en-US" sz="2000" dirty="0"/>
              <a:t> </a:t>
            </a:r>
          </a:p>
          <a:p>
            <a:pPr marL="285750" indent="-285750" algn="just">
              <a:buFont typeface="Wingdings" panose="05000000000000000000" pitchFamily="2" charset="2"/>
              <a:buChar char="q"/>
            </a:pPr>
            <a:r>
              <a:rPr lang="en-US" dirty="0"/>
              <a:t>It’s common to use one or two FC layers prior to applying the </a:t>
            </a:r>
            <a:r>
              <a:rPr lang="en-US" dirty="0" err="1"/>
              <a:t>softmax</a:t>
            </a:r>
            <a:r>
              <a:rPr lang="en-US" dirty="0"/>
              <a:t> classifier, as the following (simplified) architecture demonstrates:</a:t>
            </a:r>
            <a:r>
              <a:rPr lang="en-US" sz="2000" dirty="0"/>
              <a:t> </a:t>
            </a:r>
          </a:p>
          <a:p>
            <a:pPr algn="ctr"/>
            <a:r>
              <a:rPr lang="en-US" dirty="0"/>
              <a:t>INPUT =&gt; CONV =&gt; RELU =&gt; POOL =&gt; CONV =&gt; RELU =&gt; POOL =&gt; FC =&gt; FC</a:t>
            </a:r>
            <a:r>
              <a:rPr lang="en-US" sz="2000" dirty="0"/>
              <a:t> </a:t>
            </a:r>
          </a:p>
          <a:p>
            <a:pPr marL="342900" indent="-342900" algn="just">
              <a:buFont typeface="Wingdings" panose="05000000000000000000" pitchFamily="2" charset="2"/>
              <a:buChar char="q"/>
            </a:pPr>
            <a:r>
              <a:rPr lang="en-US" dirty="0"/>
              <a:t>Here we apply two fully-connected layers before our (implied) </a:t>
            </a:r>
            <a:r>
              <a:rPr lang="en-US" dirty="0" err="1"/>
              <a:t>softmax</a:t>
            </a:r>
            <a:r>
              <a:rPr lang="en-US" dirty="0"/>
              <a:t> classifier which will compute our final output probabilities for each class.</a:t>
            </a:r>
            <a:r>
              <a:rPr lang="en-US" sz="2000" dirty="0"/>
              <a:t> </a:t>
            </a:r>
          </a:p>
          <a:p>
            <a:pPr marL="342900" indent="-342900" algn="just">
              <a:buFont typeface="Wingdings" panose="05000000000000000000" pitchFamily="2" charset="2"/>
              <a:buChar char="q"/>
            </a:pPr>
            <a:endParaRPr lang="en-US" sz="2000" dirty="0"/>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831960" y="1415880"/>
              <a:ext cx="10839600" cy="4756680"/>
            </p14:xfrm>
          </p:contentPart>
        </mc:Choice>
        <mc:Fallback xmlns="">
          <p:pic>
            <p:nvPicPr>
              <p:cNvPr id="3" name="Ink 2"/>
              <p:cNvPicPr/>
              <p:nvPr/>
            </p:nvPicPr>
            <p:blipFill>
              <a:blip r:embed="rId3"/>
              <a:stretch>
                <a:fillRect/>
              </a:stretch>
            </p:blipFill>
            <p:spPr>
              <a:xfrm>
                <a:off x="822600" y="1406520"/>
                <a:ext cx="10858320" cy="4775400"/>
              </a:xfrm>
              <a:prstGeom prst="rect">
                <a:avLst/>
              </a:prstGeom>
            </p:spPr>
          </p:pic>
        </mc:Fallback>
      </mc:AlternateContent>
    </p:spTree>
    <p:extLst>
      <p:ext uri="{BB962C8B-B14F-4D97-AF65-F5344CB8AC3E}">
        <p14:creationId xmlns:p14="http://schemas.microsoft.com/office/powerpoint/2010/main" val="12545809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FA98-ACE4-B8DA-D32B-B68D1E721A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1A0975-3E1F-CFA1-5942-8448C1036A91}"/>
              </a:ext>
            </a:extLst>
          </p:cNvPr>
          <p:cNvSpPr txBox="1"/>
          <p:nvPr/>
        </p:nvSpPr>
        <p:spPr>
          <a:xfrm>
            <a:off x="883920" y="254000"/>
            <a:ext cx="10739120" cy="369332"/>
          </a:xfrm>
          <a:prstGeom prst="rect">
            <a:avLst/>
          </a:prstGeom>
          <a:solidFill>
            <a:srgbClr val="002060"/>
          </a:solidFill>
        </p:spPr>
        <p:txBody>
          <a:bodyPr wrap="square" rtlCol="0">
            <a:spAutoFit/>
          </a:bodyPr>
          <a:lstStyle/>
          <a:p>
            <a:pPr algn="ctr"/>
            <a:r>
              <a:rPr lang="en-US" b="1" dirty="0">
                <a:solidFill>
                  <a:srgbClr val="FFFF00"/>
                </a:solidFill>
                <a:effectLst>
                  <a:outerShdw blurRad="38100" dist="38100" dir="2700000" algn="tl">
                    <a:srgbClr val="000000">
                      <a:alpha val="43137"/>
                    </a:srgbClr>
                  </a:outerShdw>
                </a:effectLst>
              </a:rPr>
              <a:t>CONVOLUTIONAL NEURAL NETWORKS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EA4B035-874B-AC19-FC58-01541AAA174A}"/>
                  </a:ext>
                </a:extLst>
              </p:cNvPr>
              <p:cNvSpPr txBox="1"/>
              <p:nvPr/>
            </p:nvSpPr>
            <p:spPr>
              <a:xfrm>
                <a:off x="487680" y="1140217"/>
                <a:ext cx="11135360" cy="5141792"/>
              </a:xfrm>
              <a:prstGeom prst="rect">
                <a:avLst/>
              </a:prstGeom>
              <a:noFill/>
              <a:ln>
                <a:solidFill>
                  <a:srgbClr val="0070C0"/>
                </a:solidFill>
              </a:ln>
            </p:spPr>
            <p:txBody>
              <a:bodyPr wrap="square" rtlCol="0">
                <a:spAutoFit/>
              </a:bodyPr>
              <a:lstStyle/>
              <a:p>
                <a:pPr marL="285750" indent="-285750" algn="just">
                  <a:buFont typeface="Wingdings" panose="05000000000000000000" pitchFamily="2" charset="2"/>
                  <a:buChar char="q"/>
                </a:pPr>
                <a:r>
                  <a:rPr lang="en-US" dirty="0"/>
                  <a:t>First introduced by Ioffe and </a:t>
                </a:r>
                <a:r>
                  <a:rPr lang="en-US" dirty="0" err="1"/>
                  <a:t>Szgedy</a:t>
                </a:r>
                <a:r>
                  <a:rPr lang="en-US" dirty="0"/>
                  <a:t> in their 2015 paper, </a:t>
                </a:r>
                <a:r>
                  <a:rPr lang="en-US" i="1" dirty="0"/>
                  <a:t>Batch Normalization: Accelerating Deep Network Training by Reducing Internal Covariate Shift </a:t>
                </a:r>
                <a:r>
                  <a:rPr lang="en-US" dirty="0"/>
                  <a:t>batch normalization layers (or BN for short), as the name suggests, are used to normalize the activations of a given input volume before passing it into the next layer in the network</a:t>
                </a:r>
                <a:r>
                  <a:rPr lang="en-US" sz="2000" dirty="0"/>
                  <a:t> </a:t>
                </a:r>
              </a:p>
              <a:p>
                <a:pPr marL="285750" indent="-285750">
                  <a:buFont typeface="Wingdings" panose="05000000000000000000" pitchFamily="2" charset="2"/>
                  <a:buChar char="q"/>
                </a:pPr>
                <a:r>
                  <a:rPr lang="en-US" dirty="0"/>
                  <a:t>If we consider </a:t>
                </a:r>
                <a:r>
                  <a:rPr lang="en-US" i="1" dirty="0"/>
                  <a:t>x </a:t>
                </a:r>
                <a:r>
                  <a:rPr lang="en-US" dirty="0"/>
                  <a:t>to be our mini-batch of activations, then we can compute the normalized </a:t>
                </a:r>
                <a:r>
                  <a:rPr lang="en-US" i="1" dirty="0"/>
                  <a:t>x</a:t>
                </a:r>
                <a:r>
                  <a:rPr lang="en-US" dirty="0"/>
                  <a:t>ˆ via the following equation:</a:t>
                </a:r>
                <a:r>
                  <a:rPr lang="en-US" sz="2000" dirty="0"/>
                  <a:t> </a:t>
                </a:r>
                <a:br>
                  <a:rPr lang="en-US" sz="2000" dirty="0"/>
                </a:br>
                <a14:m>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m:t>
                        </m:r>
                      </m:sup>
                    </m:sSub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𝛽</m:t>
                        </m:r>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𝛽</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r>
                      <a:rPr lang="en-US" sz="2000" b="0" i="1" smtClean="0">
                        <a:latin typeface="Cambria Math" panose="02040503050406030204" pitchFamily="18" charset="0"/>
                      </a:rPr>
                      <m:t>𝜖</m:t>
                    </m:r>
                    <m:r>
                      <a:rPr lang="en-US" sz="2000" b="0" i="1" smtClean="0">
                        <a:latin typeface="Cambria Math" panose="02040503050406030204" pitchFamily="18" charset="0"/>
                      </a:rPr>
                      <m:t>}   </m:t>
                    </m:r>
                  </m:oMath>
                </a14:m>
                <a:endParaRPr lang="en-US" sz="2000" b="0" i="1" dirty="0">
                  <a:latin typeface="Cambria Math" panose="02040503050406030204" pitchFamily="18" charset="0"/>
                </a:endParaRPr>
              </a:p>
              <a:p>
                <a:pPr marL="285750" indent="-285750">
                  <a:buFont typeface="Wingdings" panose="05000000000000000000" pitchFamily="2" charset="2"/>
                  <a:buChar char="q"/>
                </a:pPr>
                <a:r>
                  <a:rPr lang="en-US" dirty="0"/>
                  <a:t>During </a:t>
                </a:r>
                <a:r>
                  <a:rPr lang="en-US" i="1" dirty="0"/>
                  <a:t>training</a:t>
                </a:r>
                <a:r>
                  <a:rPr lang="en-US" dirty="0"/>
                  <a:t>, we compute the </a:t>
                </a:r>
                <a:r>
                  <a:rPr lang="en-US" i="1" dirty="0"/>
                  <a:t>mb </a:t>
                </a:r>
                <a:r>
                  <a:rPr lang="en-US" dirty="0"/>
                  <a:t>and </a:t>
                </a:r>
                <a:r>
                  <a:rPr lang="en-US" i="1" dirty="0"/>
                  <a:t>sb </a:t>
                </a:r>
                <a:r>
                  <a:rPr lang="en-US" dirty="0"/>
                  <a:t>over each mini-batch </a:t>
                </a:r>
                <a:r>
                  <a:rPr lang="en-US" i="1" dirty="0"/>
                  <a:t>b</a:t>
                </a:r>
                <a:r>
                  <a:rPr lang="en-US" dirty="0"/>
                  <a:t>, where:</a:t>
                </a:r>
                <a:r>
                  <a:rPr lang="en-US" sz="2000" dirty="0"/>
                  <a:t> </a:t>
                </a:r>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𝛽</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𝑀</m:t>
                          </m:r>
                        </m:den>
                      </m:f>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𝑏</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𝑚</m:t>
                          </m:r>
                        </m:den>
                      </m:f>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𝛽</m:t>
                                  </m:r>
                                </m:sub>
                              </m:sSub>
                            </m:e>
                          </m:d>
                        </m:e>
                        <m:sup>
                          <m:r>
                            <a:rPr lang="en-US" sz="2000" b="0" i="1" smtClean="0">
                              <a:latin typeface="Cambria Math" panose="02040503050406030204" pitchFamily="18" charset="0"/>
                            </a:rPr>
                            <m:t>2</m:t>
                          </m:r>
                        </m:sup>
                      </m:sSup>
                    </m:oMath>
                  </m:oMathPara>
                </a14:m>
                <a:endParaRPr lang="en-US" sz="2000" b="0" i="1" dirty="0">
                  <a:latin typeface="Cambria Math" panose="02040503050406030204" pitchFamily="18" charset="0"/>
                </a:endParaRPr>
              </a:p>
              <a:p>
                <a:pPr marL="342900" indent="-342900">
                  <a:buFont typeface="Wingdings" panose="05000000000000000000" pitchFamily="2" charset="2"/>
                  <a:buChar char="q"/>
                </a:pPr>
                <a:r>
                  <a:rPr lang="en-US" dirty="0"/>
                  <a:t>We set </a:t>
                </a:r>
                <a:r>
                  <a:rPr lang="en-US" i="1" dirty="0"/>
                  <a:t>e </a:t>
                </a:r>
                <a:r>
                  <a:rPr lang="en-US" dirty="0"/>
                  <a:t>equal to a small positive value such as 1e-7 to avoid taking the square root of zero. Applying this equation implies that the activations leaving a batch normalization layer will have approximately zero mean and unit variance (i.e., zero-centered)</a:t>
                </a:r>
                <a:r>
                  <a:rPr lang="en-US" sz="2000" dirty="0"/>
                  <a:t> </a:t>
                </a:r>
              </a:p>
              <a:p>
                <a:pPr marL="342900" indent="-342900">
                  <a:buFont typeface="Wingdings" panose="05000000000000000000" pitchFamily="2" charset="2"/>
                  <a:buChar char="q"/>
                </a:pPr>
                <a:r>
                  <a:rPr lang="en-US" dirty="0"/>
                  <a:t>At </a:t>
                </a:r>
                <a:r>
                  <a:rPr lang="en-US" i="1" dirty="0"/>
                  <a:t>testing </a:t>
                </a:r>
                <a:r>
                  <a:rPr lang="en-US" dirty="0"/>
                  <a:t>time, we replace the mini-batch </a:t>
                </a:r>
                <a:r>
                  <a:rPr lang="en-US" i="1" dirty="0"/>
                  <a:t>mb </a:t>
                </a:r>
                <a:r>
                  <a:rPr lang="en-US" dirty="0"/>
                  <a:t>and </a:t>
                </a:r>
                <a:r>
                  <a:rPr lang="en-US" i="1" dirty="0"/>
                  <a:t>sb </a:t>
                </a:r>
                <a:r>
                  <a:rPr lang="en-US" dirty="0"/>
                  <a:t>with </a:t>
                </a:r>
                <a:r>
                  <a:rPr lang="en-US" i="1" dirty="0"/>
                  <a:t>running averages </a:t>
                </a:r>
                <a:r>
                  <a:rPr lang="en-US" dirty="0"/>
                  <a:t>of </a:t>
                </a:r>
                <a:r>
                  <a:rPr lang="en-US" i="1" dirty="0"/>
                  <a:t>mb </a:t>
                </a:r>
                <a:r>
                  <a:rPr lang="en-US" dirty="0"/>
                  <a:t>and </a:t>
                </a:r>
                <a:r>
                  <a:rPr lang="en-US" i="1" dirty="0"/>
                  <a:t>sb </a:t>
                </a:r>
                <a:r>
                  <a:rPr lang="en-US" dirty="0"/>
                  <a:t>computed during the training process. This ensures that we can pass images through our network and still obtain accurate predictions without being biased by the </a:t>
                </a:r>
                <a:r>
                  <a:rPr lang="en-US" i="1" dirty="0"/>
                  <a:t>mb </a:t>
                </a:r>
                <a:r>
                  <a:rPr lang="en-US" dirty="0"/>
                  <a:t>and </a:t>
                </a:r>
                <a:r>
                  <a:rPr lang="en-US" i="1" dirty="0"/>
                  <a:t>sb </a:t>
                </a:r>
                <a:r>
                  <a:rPr lang="en-US" dirty="0"/>
                  <a:t>from the final mini-batch passed through the network at training time</a:t>
                </a:r>
                <a:r>
                  <a:rPr lang="en-US" sz="2000" dirty="0"/>
                  <a:t> </a:t>
                </a:r>
                <a:br>
                  <a:rPr lang="en-US" sz="2000" dirty="0"/>
                </a:br>
                <a14:m>
                  <m:oMath xmlns:m="http://schemas.openxmlformats.org/officeDocument/2006/math">
                    <m:r>
                      <a:rPr lang="en-US" sz="2000" b="0" i="1" smtClean="0">
                        <a:latin typeface="Cambria Math" panose="02040503050406030204" pitchFamily="18" charset="0"/>
                      </a:rPr>
                      <m:t> </m:t>
                    </m:r>
                  </m:oMath>
                </a14:m>
                <a:endParaRPr lang="en-US" sz="2000" dirty="0"/>
              </a:p>
              <a:p>
                <a:pPr marL="285750" indent="-285750">
                  <a:buFont typeface="Wingdings" panose="05000000000000000000" pitchFamily="2" charset="2"/>
                  <a:buChar char="q"/>
                </a:pPr>
                <a:endParaRPr lang="en-US" sz="2000" dirty="0"/>
              </a:p>
            </p:txBody>
          </p:sp>
        </mc:Choice>
        <mc:Fallback xmlns="">
          <p:sp>
            <p:nvSpPr>
              <p:cNvPr id="2" name="TextBox 1">
                <a:extLst>
                  <a:ext uri="{FF2B5EF4-FFF2-40B4-BE49-F238E27FC236}">
                    <a16:creationId xmlns:a16="http://schemas.microsoft.com/office/drawing/2014/main" id="{7EA4B035-874B-AC19-FC58-01541AAA174A}"/>
                  </a:ext>
                </a:extLst>
              </p:cNvPr>
              <p:cNvSpPr txBox="1">
                <a:spLocks noRot="1" noChangeAspect="1" noMove="1" noResize="1" noEditPoints="1" noAdjustHandles="1" noChangeArrowheads="1" noChangeShapeType="1" noTextEdit="1"/>
              </p:cNvSpPr>
              <p:nvPr/>
            </p:nvSpPr>
            <p:spPr>
              <a:xfrm>
                <a:off x="487680" y="1140217"/>
                <a:ext cx="11135360" cy="5141792"/>
              </a:xfrm>
              <a:prstGeom prst="rect">
                <a:avLst/>
              </a:prstGeom>
              <a:blipFill>
                <a:blip r:embed="rId2"/>
                <a:stretch>
                  <a:fillRect l="-273" t="-473" r="-383"/>
                </a:stretch>
              </a:blipFill>
              <a:ln>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8739672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500</TotalTime>
  <Words>6287</Words>
  <Application>Microsoft Office PowerPoint</Application>
  <PresentationFormat>Widescreen</PresentationFormat>
  <Paragraphs>312</Paragraphs>
  <Slides>38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Calibri Light</vt:lpstr>
      <vt:lpstr>Cambria Math</vt:lpstr>
      <vt:lpstr>Consolas</vt:lpstr>
      <vt:lpstr>Wingdings</vt:lpstr>
      <vt:lpstr>Office Theme</vt:lpstr>
      <vt:lpstr>PowerPoint Presentation</vt:lpstr>
      <vt:lpstr>PowerPoint Presentation</vt:lpstr>
      <vt:lpstr>PRAYERS BREAK till 1850 / 0650 PM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PRAYERS BREAK till 2050 / 0850 PM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Usman Khan</dc:creator>
  <cp:lastModifiedBy>Usman Khan</cp:lastModifiedBy>
  <cp:revision>83</cp:revision>
  <dcterms:created xsi:type="dcterms:W3CDTF">2026-04-03T16:37:12Z</dcterms:created>
  <dcterms:modified xsi:type="dcterms:W3CDTF">2026-04-11T02:23:26Z</dcterms:modified>
</cp:coreProperties>
</file>