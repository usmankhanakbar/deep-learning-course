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ppt/ink/ink2.xml" ContentType="application/inkml+xml"/>
  <Override PartName="/ppt/notesSlides/notesSlide19.xml" ContentType="application/vnd.openxmlformats-officedocument.presentationml.notesSlide+xml"/>
  <Override PartName="/ppt/ink/ink3.xml" ContentType="application/inkml+xml"/>
  <Override PartName="/ppt/notesSlides/notesSlide20.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21.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35"/>
  </p:notesMasterIdLst>
  <p:sldIdLst>
    <p:sldId id="265" r:id="rId4"/>
    <p:sldId id="266" r:id="rId5"/>
    <p:sldId id="341" r:id="rId6"/>
    <p:sldId id="300" r:id="rId7"/>
    <p:sldId id="301" r:id="rId8"/>
    <p:sldId id="302" r:id="rId9"/>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42" r:id="rId28"/>
    <p:sldId id="321" r:id="rId29"/>
    <p:sldId id="322" r:id="rId30"/>
    <p:sldId id="323" r:id="rId31"/>
    <p:sldId id="324" r:id="rId32"/>
    <p:sldId id="325" r:id="rId33"/>
    <p:sldId id="25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60"/>
  </p:normalViewPr>
  <p:slideViewPr>
    <p:cSldViewPr snapToGrid="0">
      <p:cViewPr varScale="1">
        <p:scale>
          <a:sx n="75" d="100"/>
          <a:sy n="75" d="100"/>
        </p:scale>
        <p:origin x="113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4:56:38.819"/>
    </inkml:context>
    <inkml:brush xml:id="br0">
      <inkml:brushProperty name="width" value="0.05292" units="cm"/>
      <inkml:brushProperty name="height" value="0.05292" units="cm"/>
      <inkml:brushProperty name="color" value="#FF0000"/>
    </inkml:brush>
  </inkml:definitions>
  <inkml:trace contextRef="#ctx0" brushRef="#br0">2222 14887 0,'18'0'172,"53"35"-156,35-35-1,-18 18 1,70-18 0,54 18-1,0-1 1,-18 1 0,-88-18-1,-1 18-15,107-18 31,-124 17-31,-35-17 16,53 0 0,-88 0-16,17 0 15,0 0 1,-17 0 0,0 0-1,17 0 1,18 0 15,-18-17-15,-17 17-16,35 0 15,-18 0 1,-17 0-16,-1 0 16,1 0-1,-1 0 16</inkml:trace>
  <inkml:trace contextRef="#ctx0" brushRef="#br0" timeOffset="2595.57">7267 14799 0,'35'18'93,"54"-1"-77,17-17 0,35 0-1,-36 0-15,1 0 16,124 0 0,-89 0-16,-18 0 15,248 0 1,-160 0 15,-17 0-15,-70 0-1,-54 0 1,-34 0 0,17 0 30,35-17-30,-35-1-16,-36 18 16,107 0-1,-36 0-15,88 0 16,-52 0 0,-1 0-1,36 0 1,0 0 15,-89 0-15,1 0-1,-1 0 1,-34 0 0,34 0-1,-17 0-15,-18 0 16,54 0-1,-54 0-15,71 0 16,-53 0 0,35 0-1,18 0 1,-36 0 0,36 0-1,18 0 1,-1 0 15,18 0-15,-17 0-1,-36 0 1,71 0 0,-36 0-1,-52 0 1,-18 0-16,-18 0 15,18 0-15,0 0 16,17 0 0,36 0-1,17 0 1,54 0 0,-18 0-1,-36 0 1,-17 0 15,-53 0-15,70 0-1,-87 0-15,17 0 16,-1 0-16,-34 0 16,141 0-1,-53 0 1,-18 0-1,-18 0 1,19 0 0,-19 0-1,18 0 1,-17 0 0,35 0-1,-89 0 1,36 0-16,18 0 15,-18 0 1,0 0 0,35 0-1,-35 0-15,35-18 16,-17 18 0,17 0-1,-18 0 1,18 0-1,18 0 1,-17 0 0,-37 0-1,-34 0-15,0 0 16,52 0 0,-52 0-16,0 0 15,52 0 1,-52-17-1,-1 17 1,1-18 0</inkml:trace>
  <inkml:trace contextRef="#ctx0" brushRef="#br0" timeOffset="4109.63">20038 14834 0,'0'18'63,"35"0"-47,-17-18-1,17 17 1,88 1-1,-34-18 1,52 0 0,70 0-1,-17 0 1,18 0 0,0 0-1,17 35 1,-17-35-1,-124 0 1,0 0 0,177 0-1,-195 0 1,36 0 0,-71 0-1,-17 0 1,0 0-1,35 0 64,17-18-48,-52 1-31,35 17 31,0 0-15,-18 0-1</inkml:trace>
  <inkml:trace contextRef="#ctx0" brushRef="#br0" timeOffset="8865.67">6421 15928 0,'17'0'16,"1"0"31,35 0 0,17 18-32,1-18-15,193 0 16,36 0-1,0 0 1,-18 0 0,1 0 15,-89 0-15,17 0-1,-17 0 1,-141 0-16,0 0 15,18 0 1,-1 0 0,36 0-1,-53 0-15,-18 0 16,124 0 0,-71 0-16,0 0 15,71 0 1,-53 0-1,-35 0 1,17 0 0,18 0 15,-36 0-31,18 0 16,106 0-1,-70 0 1,35 0-1,-36 0 1,-70-36-16,0 36 16,123 0-1,-88 0-15,-17 0 16,35 0 0,-71 0-16,0 0 15,71-35 16,-70 35-31,52-18 16,-88 1 156,17 17-156</inkml:trace>
  <inkml:trace contextRef="#ctx0" brushRef="#br0" timeOffset="-210791.42">11818 15857 0,'35'0'187,"124"0"-156,53 0 1,105 0-1,-140 0 0,-124 0-15,-1 0-16,1 0 15,36 36 1,-37-19 0,19 1-1,-18-18 1</inkml:trace>
  <inkml:trace contextRef="#ctx0" brushRef="#br0" timeOffset="-202171.26">12118 11324 0,'70'0'281,"1"0"-265,-36 0-16,1 0 16,105 0-1,-71 0 1,177 0-1,-141 0 1,88 0 0,-106 0-16,-35 0 15,71 18 1,-54-18 0,1 0-1,-18 0 1,-18 0-1</inkml:trace>
  <inkml:trace contextRef="#ctx0" brushRef="#br0" timeOffset="-200992.56">15699 11201 0,'53'0'125,"-36"0"-109,18 0-16,1 0 15,-1 0-15,0 0 16,71 0 0,-71 0-16,-17 0 15,88 0 1,-36 0 0,-17 0-1,-17 0 1,-19 0-1,1 0 1,0 0 78</inkml:trace>
  <inkml:trace contextRef="#ctx0" brushRef="#br0" timeOffset="-200054.47">17339 11201 0,'18'0'31,"52"0"156,-52 0-171,52 17 0,72-17-1,-54 0-15,141 0 16,-35 0-1,-88 0 1,-36 0 0,1 0-1,-36 0 1</inkml:trace>
  <inkml:trace contextRef="#ctx0" brushRef="#br0" timeOffset="-199277.79">19756 11218 0,'17'0'94,"18"0"-78,1 0-16,17 0 15,123 0 1,-88 0-16,159 0 15,-35 0 1,-18 0 0,-88 18-1,-89 0 1</inkml:trace>
  <inkml:trace contextRef="#ctx0" brushRef="#br0" timeOffset="-197049.06">22013 7108 0,'-53'18'31,"36"0"-15,-19 35 0,1 0-1,18 17 17,-19-35-17,19 18 1,17 0-16,0-17 15,0 69 1,17-34 0,19-18-1,16 53 1,-16-71 0,34 0-1,-17 0 1,35-35-1,-52-17 1,17-18 0,0-54-1,-36 36 1,18 18 0,-17-88-1,-18 52 1,0 1-1,0-1 1,-18-35 0,-17 18-1,-35-18 1,-19 18 0,19 53-1,17-1-15,18 1 16,17 35-1</inkml:trace>
  <inkml:trace contextRef="#ctx0" brushRef="#br0" timeOffset="-196467.32">22207 7585 0,'18'0'47,"17"35"-32,-17-17-15,0-1 16,34 54-1,-34-18-15,17 0 16,1 52 0,-19-87-16,1 17 31,0-17-15</inkml:trace>
  <inkml:trace contextRef="#ctx0" brushRef="#br0" timeOffset="-195684.77">22542 7567 0,'18'0'47,"0"106"-16,35 53 1,-36-124-17,-17-17 1,0 17-1,18-18 17,0-17-1,17-70-15,18 17-1,-18 0 1,-35 18-1,0 0 1,0-1 0,0 1-1,0 0 32</inkml:trace>
  <inkml:trace contextRef="#ctx0" brushRef="#br0" timeOffset="-194687.13">23177 7585 0,'-17'0'94,"-54"35"-63,54-17-31,-19 105 31,19-70-15,17 0-1,0 0 1,0 17 0,0-52-1,0 0 1,0 17 0,17-17-16,1-18 15,0 0 1,-1 0-16,1 0 15,35-89 1,-36 1 0,1 18-1,0 17 1,-18 17 0,0 1 15,17 35 78,36 88-78,18 1 1,-36-1-1,-17-71-31,-1 19 16</inkml:trace>
  <inkml:trace contextRef="#ctx0" brushRef="#br0" timeOffset="-193953.06">23407 7691 0,'17'0'47,"36"123"-32,-17-70 1,-19 17-1,-17-34 1,18 17 0,-18-71 93,-18-123-93,18 70-1,0 1 1,0 35 0,53-18-1,-35 35 1,17 18-1</inkml:trace>
  <inkml:trace contextRef="#ctx0" brushRef="#br0" timeOffset="-193404.1">23777 7073 0,'18'35'62,"-1"124"-30,1-88-32,17 193 31,18-123-15</inkml:trace>
  <inkml:trace contextRef="#ctx0" brushRef="#br0" timeOffset="-192950.53">23671 7497 0,'18'0'78,"53"0"-63,17-18 1,0 0 0,-70 1-1</inkml:trace>
  <inkml:trace contextRef="#ctx0" brushRef="#br0" timeOffset="-192354.13">24112 7444 0,'36'17'47,"17"71"-31,-36-52 15,-17 52-16,18-70 1,-18-1 0</inkml:trace>
  <inkml:trace contextRef="#ctx0" brushRef="#br0" timeOffset="-192040.14">24112 7302 0</inkml:trace>
  <inkml:trace contextRef="#ctx0" brushRef="#br0" timeOffset="-191434.25">24465 7056 0,'53'52'63,"-35"37"-48,-18-1-15,17 18 16,-17-36-16,18-17 15,17 124 1,1-125 0,-36-16-1,0-19 1</inkml:trace>
  <inkml:trace contextRef="#ctx0" brushRef="#br0" timeOffset="-190401.22">24888 7673 0,'18'0'47,"-18"18"-31,18-18-16,17 0 62,53-124-31,-70 54-15,-18 52 0,0 0-1,0 1 1,0-1-16,0 0 16,0 1-1,0-1 1,0 0-1,-18 1 1,-17-1-16,17 18 16,1 0-1,-1 18 17,0 17-17,1 53 16,-1-17-15,18-36-16,0-17 16,0 52-1,0-52-15,0 35 16,18 17 0,-18-52-1,17-18 1,-17 18-1,18-1 1,0 1 0,35 0-1,-1-18 1,1 0-16,0 0 16,0 0-1,-35 0-15,52-18 31,-70 0 16</inkml:trace>
  <inkml:trace contextRef="#ctx0" brushRef="#br0" timeOffset="-189326">22560 8520 0,'0'17'125,"53"-17"-109,0 0-16,0 0 15,194 0 1,106 0-1,140 0 1,-228 0-16,-71 0 16,406 0-1,-300 0 1,-71 0 0,-70 0-1,-106 0 1</inkml:trace>
  <inkml:trace contextRef="#ctx0" brushRef="#br0" timeOffset="-187030.3">5450 11571 0,'-88'53'32,"-106"159"15,-17 140-32,158-263 1,-71 299-1,54-141 17,52-124-32,0-35 15,18 142 1,18-142 0,0-53-1,-1-17 1,-17-1 15,0-34 16</inkml:trace>
  <inkml:trace contextRef="#ctx0" brushRef="#br0" timeOffset="-186320.67">4304 13123 0,'18'0'32,"17"18"-1,35 35-15,-34-18-16,17 18 15,35 71 1,-35-54-1,-18-35 1,-17-17 15,87-18 16,-34-18-31,-36-17-1,18 0-15,18-18 16,-36 53 0,-35-18-1</inkml:trace>
  <inkml:trace contextRef="#ctx0" brushRef="#br0" timeOffset="-185513.15">4710 9260 0,'0'18'47,"0"53"-31,0 34-16,17 19 15,-17 52 1,0-123-16,0 0 15,18-18 1</inkml:trace>
  <inkml:trace contextRef="#ctx0" brushRef="#br0" timeOffset="-184705.2">5221 9331 0,'-18'0'31,"-34"0"-15,-1 35-1,17-17 1,36 17-16,0-17 15,0-1-15,0 36 16,0-35-16,0 35 16,71 53-1,-36-53 1,-17 0 0,35-18-1,-18-35 1,18 17-1,35-17 1,18-70 0,-71 52 15,-17-17-15,-36-18-1,-17 0-15,0 36 16,-36-89-1,1 88 1,17-17 0,17 17-1,36 1 63,36-36-62</inkml:trace>
  <inkml:trace contextRef="#ctx0" brushRef="#br0" timeOffset="-183922.4">5697 9243 0,'0'17'156,"0"1"-140,-17 53-1,-1 17 1,0-35-16,18 0 16,0 35-1,0-35-15,18-18 16,35 36 0,-35-54-1,17-17 1,0 0-1,36 0 1,-1-53 15,-34 18-15,-36 0-16,0-1 31,-18-16-15,0 16-16,1 36 15,-19-70 1,1 52 0,17-17-1,1 17 1,-18 18 62,17 0-47</inkml:trace>
  <inkml:trace contextRef="#ctx0" brushRef="#br0" timeOffset="-183219.22">5168 10107 0,'53'18'125,"-35"-18"-109,35 0-16,52 0 16,178 0-1,-177 0-15,17 0 16,53 0-1</inkml:trace>
  <inkml:trace contextRef="#ctx0" brushRef="#br0" timeOffset="-182450.04">6068 7126 0,'35'35'47,"-17"54"-32,-18 69 1,0 1 0,17-53-1,-17-124 95</inkml:trace>
  <inkml:trace contextRef="#ctx0" brushRef="#br0" timeOffset="-181839.38">6174 7091 0,'88'-35'31,"-176"70"-31,193-70 16,-87 35-16,17 17 31,1 18-16,-36 1-15,35-1 16,-35 0-16,0 1 16,0 34-1,-88 18 1,0-17 0,17-36-1,18-17 1,35-18 62,1 0-31,17-18-32</inkml:trace>
  <inkml:trace contextRef="#ctx0" brushRef="#br0" timeOffset="-180952.37">6473 7479 0,'0'0'16,"36"0"-1,-1 0 1,18 0-1,35-71 1,-17 18 0,-1-35-1,-34 53 1,-36 17-16,0 1 16,0-19-1,-18 19 1,-17 17 15,17-18 16,-17 18-16,17 0-15,0 0-16,1 0 15,-1 0 1,0 18 0,18-1-16,-17 1 15,-18 53 1,35-19 0,0-16-1,0-1 1,0 18-1,35 0 1,-35 0 0,17-36-1,1 19 17,0-19-17,17 1 1,-17-18-16,17 0 15,124 0 1,-124-35 0,-35 17 62,0 0-31</inkml:trace>
  <inkml:trace contextRef="#ctx0" brushRef="#br0" timeOffset="-180257.17">6985 7197 0,'18'0'32,"52"105"-17,-35-34 1,-17 17 15,-18-35-15,18-18-1,-36-105 95,0-18-95,18 35 1,0 35 0,53-35-1,0 36 17,0-19-32,0 36 15,-18-17 1,-17 17 62</inkml:trace>
  <inkml:trace contextRef="#ctx0" brushRef="#br0" timeOffset="-179207.82">7602 7020 0,'0'18'62,"-35"52"-46,-35 19-1,17-1 1,35-53 0,18 0-1,-18 36 1,18-36-1,0-17 1,18 0 0,0-1 15,70 1-15,0-18-1,53 0 1,-70 0-16,-36 0 15,0-53 1,-35 35 0,0-52-1,0 52 1,0-17 15,0-1 0,-17 19 16,-1 17-31,-17 0 15,17 0-15,0 17-1,18 36 1,-17 18 0,17-36-1,0 36 17,17-36-17,1 0 1,17 1-1,-17-36 1,70 17 0,-70-17-16,17 0 15</inkml:trace>
  <inkml:trace contextRef="#ctx0" brushRef="#br0" timeOffset="-178419.31">8061 7302 0,'18'0'31,"35"53"-15,-36 18 0,1 17-1,-18-17 1,0-54 15,0 1-31,-18-89 110,18-52-95,0 52 1,0 36-1,35 0 1,-17 35 0,0 0 15,-1 35-15,19 0-1,-19 18 1,36 36-1,-35-37 1,-1-34 31,1-18-31,-18 18-1,18-18 16</inkml:trace>
  <inkml:trace contextRef="#ctx0" brushRef="#br0" timeOffset="-177812.03">8714 6844 0,'0'35'62,"0"194"-46,0-17-1,0-53 1,0-106-16,35 0 16,-35 0-16,18-18 15,-18 0 17,-18-70 46</inkml:trace>
  <inkml:trace contextRef="#ctx0" brushRef="#br0" timeOffset="-177388.63">8537 7373 0,'18'0'47,"-1"0"-31,54 0 0,53 0-1,-89 0-15,53 0 16,141-35-1,-211 17-15</inkml:trace>
  <inkml:trace contextRef="#ctx0" brushRef="#br0" timeOffset="-176984.67">9119 7426 0,'18'0'31,"0"53"0,-18-35-31,0 34 0,17 37 31,-17-72-15,-17-17 78,-1-17-94</inkml:trace>
  <inkml:trace contextRef="#ctx0" brushRef="#br0" timeOffset="-176723.26">9066 7214 0,'0'-17'47</inkml:trace>
  <inkml:trace contextRef="#ctx0" brushRef="#br0" timeOffset="-176159.58">9313 7108 0,'18'36'78,"-18"-19"-63,0 36-15,18 18 16,-18 17-16,0-17 16,0 17-1,0-35-15,0-36 16,0 19-1,0-19 1,0 1 15,-18 0-15</inkml:trace>
  <inkml:trace contextRef="#ctx0" brushRef="#br0" timeOffset="-175243.49">9578 7708 0,'18'0'31,"-1"18"-15,1-18 0,17 0-1,18 0 1,-18 0 0,1-18-16,69-105 31,-52 52-16,-17 1 1,-36 34 0,0 1-1,0 17 1,0 1 15,-36 17 79,-34 123-79,34-105-31,-52 141 31,53-89-15,35-17-1,0 0 1,0-18 0,0 1-1,18-36 16,-1 0-15,19 17 0,34-17-1,18 0 1,1-53 0,-72 53-1,-17-17 110,0-1-125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5:07:43.192"/>
    </inkml:context>
    <inkml:brush xml:id="br0">
      <inkml:brushProperty name="width" value="0.05292" units="cm"/>
      <inkml:brushProperty name="height" value="0.05292" units="cm"/>
      <inkml:brushProperty name="color" value="#FF0000"/>
    </inkml:brush>
  </inkml:definitions>
  <inkml:trace contextRef="#ctx0" brushRef="#br0">14958 11800 0,'0'36'172,"0"87"-140,0-70-17,0-35 1,-36-18 218,19 0-31,-1 0-187,-52 0 15,-36 0-15,71 17-1,-107-17 1,54 0 0,35 0-1,-17 0 1,-89 0 0,36 0-1,-71 0 1,-18 0-1,18 0 1,-53 18 0,35-18-1,89 0 1,-1 0-16,36 0 16,0 0-1,-36 0-15,36 0 16,-53 0-1,53 0-15,-88 0 16,-1 0 0,-17 0-1,53 0 1,-53 0 0,18 0-1,-71-18 1,70 18-1,54 0-15,35 0 16,-36 0-16,1 0 16,-71 0-1,88 0 1,0 0 0,0-17-16,-17-19 0,17 1 15,0 35 1,18 0-16,-36 0 15,-158 0 1,194 0-16,17 0 16,-52 0-1,70 0 1,18 0 0</inkml:trace>
  <inkml:trace contextRef="#ctx0" brushRef="#br0" timeOffset="816.95">8767 11712 0,'-36'35'110,"-70"54"-95,1-36 1,34 0 0,18-18-16,35-35 15,1 17 1,17 1-16,0 17 125,35-17-94,-17 0-15,-1-18-16,-17 17 15,18 1 1,0-18-16,-1 0 125,1 18-109,0-18-16,-1 0 15</inkml:trace>
  <inkml:trace contextRef="#ctx0" brushRef="#br0" timeOffset="1545.1">8678 12577 0,'18'0'78,"53"105"-62,-54-34 0,18 35-1,-17-71 1,-18-17-1,18-18 17</inkml:trace>
  <inkml:trace contextRef="#ctx0" brushRef="#br0" timeOffset="1892.53">9049 12841 0</inkml:trace>
  <inkml:trace contextRef="#ctx0" brushRef="#br0" timeOffset="2922.24">9366 12471 0,'0'17'78,"0"1"-62,0 0 0,0-1-1,18-17 48,0 53-32,-1-35-31,-17-1 16,18-17 30,17 36-30,-17-19 0,-1 19-1,19 17 1,-19-36 0,-17 1-1,18-1 1,-18 1-1,0 0 1,0-1-16,0 1 16,-18 0-1,1-18 17,-1 0 139</inkml:trace>
  <inkml:trace contextRef="#ctx0" brushRef="#br0" timeOffset="3124.94">9472 12912 0,'0'0'16,"-88"0"-1,53 0 1,-1-18-1,19 18 1</inkml:trace>
  <inkml:trace contextRef="#ctx0" brushRef="#br0" timeOffset="3980.07">9454 12312 0,'18'0'63,"0"0"-32,-1 0-15,54 0-1,17-18 16,-53 18-31,18-17 16,-17-1 0</inkml:trace>
  <inkml:trace contextRef="#ctx0" brushRef="#br0" timeOffset="4996.51">10354 12400 0,'18'35'94,"-18"18"-78,17 0-16,1 0 15,-18 0 1,18-18-16,-18-17 16,35 53-1,-35-54 1,-18-17 78</inkml:trace>
  <inkml:trace contextRef="#ctx0" brushRef="#br0" timeOffset="5704.76">10195 12382 0,'71'0'78,"-54"0"-62,19 0-16,-1 0 16,18 0-1,-35 0 1,-1 0 62,1 0-47,-1 0-15</inkml:trace>
  <inkml:trace contextRef="#ctx0" brushRef="#br0" timeOffset="6425.71">10195 13000 0,'36'0'110,"34"-18"-95,-17 18 1,0-17-16,0-1 16,-18 0-1,18 1-15,-18 17 31,-17-18-31</inkml:trace>
  <inkml:trace contextRef="#ctx0" brushRef="#br0" timeOffset="7414.36">10760 12453 0,'0'18'93,"-18"-1"-77,18 36 0,0 0-1,0 0 1,0 18-1,0-54-15,18 1 16,-18 0-16,17 17 16,-17-18-16,0 1 15,18 17 1,17-17-16,-17 17 16,17-35-1,0 0 1,36 0-1,-18-35 17,0-36-17,-18 1 1,0 17 0,-35 0-16,18 35 15,-18 1-15,0-18 16,0-18-1,0 35-15,0 0 16,-35-52 0,17 52-1,-17 0 1,0-34 0,-18 16-1,0 36 1,35 0-1,0 18 126</inkml:trace>
  <inkml:trace contextRef="#ctx0" brushRef="#br0" timeOffset="8006.71">11024 12647 0,'18'0'31,"-18"18"1,18-1-17,-1-17 1,1 18-16,17 53 31,0-54-31,-17 36 16,35 35-1,-35-52 1,17-1 0,-35-18 46,18 1-31,-18 0 32</inkml:trace>
  <inkml:trace contextRef="#ctx0" brushRef="#br0" timeOffset="9510.42">11465 12488 0,'18'0'62,"-18"36"-46,18 52 0,-1 0-1,1 18 1,-1-36 0,-17-52-1,-17-53 79,-18-71-78,35 35-1,0 36 1,-18-35-1,18 17 1,0 17 0,0-17-1,0 18 1,0 17 0,0 1-16,0-1 31,18 1-16,-1-1 1,1 0 0,52-52-1,-17 52 1,-35 0 0,0 18-1,-1 18 32,1 53-31,-18-54-1,0 71 1,-53-35 0,-18 18-1,71-53 1,-17 17-1,17-17 32,-18-18-31,53 17 140,1 18-140,-1 18-16,35 36 15,-34-54 1,34 35-16,19 36 31,-54-53-31,18 0 16,-18-18 0,-70-70 93,-1 0-78,19 17-31</inkml:trace>
  <inkml:trace contextRef="#ctx0" brushRef="#br0" timeOffset="11096.8">9049 12841 0</inkml:trace>
  <inkml:trace contextRef="#ctx0" brushRef="#br0" timeOffset="13655.72">19562 11677 0,'17'0'125,"107"0"-78,52 0-31,53 0 0,124 0-1,88 0 1,88 0-1,0 0 1,-35 0 0,-88 0-1,-159 0 17,-212 0-32,0 0 15,1 0 1,-1 0 62,36 0-47,70 0 0,-124 0 1</inkml:trace>
  <inkml:trace contextRef="#ctx0" brushRef="#br0" timeOffset="14640.84">23230 11518 0,'36'18'78,"87"70"-62,-35-35-1,-35-18 17,-17-17-17,-19-18 1,1 70 62,-18-17-62,-71 36-1,54-37 1,-54-16-1,53-36 95</inkml:trace>
  <inkml:trace contextRef="#ctx0" brushRef="#br0" timeOffset="15390.43">22966 12506 0,'17'35'47,"19"18"-32,-1-18-15,-35 1 0,18 17 16,17 0 0,18 35-1,-36-88 1,-17 17 78</inkml:trace>
  <inkml:trace contextRef="#ctx0" brushRef="#br0" timeOffset="15723.58">23336 12876 0,'18'-35'141</inkml:trace>
  <inkml:trace contextRef="#ctx0" brushRef="#br0" timeOffset="16633.1">23601 12400 0,'0'35'62,"0"-17"-31,0 17-15,0-17 0,17 0 62,1-18-63,53 53 1,-1-18 0,-52-18-1,-1 1 32,1 0-47,-18-1 31,0 36-15,-18 0 0,-34 18-1,16-36 1,19-17 0,-1-18-16,0 17 15,1 1 1,-1-18 109</inkml:trace>
  <inkml:trace contextRef="#ctx0" brushRef="#br0" timeOffset="17313.5">23654 12400 0,'17'0'78,"36"-18"-62,35 1 0,18-18-1,-70 35 1,-19 0 0</inkml:trace>
  <inkml:trace contextRef="#ctx0" brushRef="#br0" timeOffset="18111.59">24377 12312 0,'0'18'47,"0"70"-16,0-18-15,0-17-16,0-17 15,35 34 1,-17-17-16,-18-35 16,17-1-1,-17 1-15,18 0 16</inkml:trace>
  <inkml:trace contextRef="#ctx0" brushRef="#br0" timeOffset="19046.12">24783 12259 0,'0'0'0,"-18"0"32,-17 53-17,-18 0 1,18 35 0,17-35-1,18 0 16,0-18-31,0 0 16,0 18 0,0-17-1,35 17 1,0-36 15,1-17-15,52 0-1,18 0 1,-18 0 0,-35-35-1,-53-18 1,0-18 0,0 36-1,-18 0 1,1-18-16,-19 0 15,-17-53 1,18 71 0,-35-18-1,-19 0 1,54 53 0,17 0 46</inkml:trace>
  <inkml:trace contextRef="#ctx0" brushRef="#br0" timeOffset="19593.8">24765 12594 0,'35'0'63,"36"159"-32,-36-106-15,0 88-1,-17-71 1,-18-52 0</inkml:trace>
  <inkml:trace contextRef="#ctx0" brushRef="#br0" timeOffset="20956">25206 12224 0,'53'35'46,"-18"53"-30,-17-17 0,-1-1-1,1 19 1,0-19 0,-18-88 109,0-17-110,0 0-15,-18-36 16,18 18-1,0 18 1,0 17 0,0-34-1,0 34 1,0-17 0,0 17-1,18 0 1,-1 18-1,1-17-15,0-19 16,70 19 0,-71 17-16,1-18 15,0 18 1,17 71 31,-35-18-32,0 0 1,-71 35 0,54-53-1,-1-17 1,18 17 140,53 36-140,-35-19-16,-1-16 15,19-19-15,-1 19 16,-17-19-16,-36-17 156</inkml:trace>
  <inkml:trace contextRef="#ctx0" brushRef="#br0" timeOffset="21957.04">23372 13212 0,'0'0'0,"17"0"16,18 0-1,1 0-15,34 0 16,248 0 0,-89 0-16,53 0 15,777-53 1,-777 35-1,353-70 1,-582 52 0</inkml:trace>
  <inkml:trace contextRef="#ctx0" brushRef="#br0" timeOffset="23569.48">9402 13282 0,'52'-18'31,"-34"18"1,35 0-17,35 0 1,106 0-1,230 0 17,228 18-17,-34-18 1,-230 35 0,-300-35-16,-35 0 15</inkml:trace>
  <inkml:trace contextRef="#ctx0" brushRef="#br0" timeOffset="25669.23">28910 10319 0,'18'0'16,"-18"53"0,0 52-1,-71 90 1,-17-1 0,35-53-1,18-88 1</inkml:trace>
  <inkml:trace contextRef="#ctx0" brushRef="#br0" timeOffset="26082.78">28469 10601 0,'124'35'31,"-71"-17"-15,52 17 0,72 0-1,-107-35 1,-52 18-16</inkml:trace>
  <inkml:trace contextRef="#ctx0" brushRef="#br0" timeOffset="27035.28">7232 10619 0,'0'17'63,"-88"71"-48,17-17-15,18-18 16,-17 0 0,-36 17-16,53-34 15,35-19 1</inkml:trace>
  <inkml:trace contextRef="#ctx0" brushRef="#br0" timeOffset="27594.21">6809 10583 0,'88'53'63,"88"88"-47,36 71-1,-53-18 1,-89-159-1,-70-17 1</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5:00:59.883"/>
    </inkml:context>
    <inkml:brush xml:id="br0">
      <inkml:brushProperty name="width" value="0.05292" units="cm"/>
      <inkml:brushProperty name="height" value="0.05292" units="cm"/>
      <inkml:brushProperty name="color" value="#FF0000"/>
    </inkml:brush>
  </inkml:definitions>
  <inkml:trace contextRef="#ctx0" brushRef="#br0">2999 5909 0,'17'0'63,"19"18"77,-19-18-124,1 0-16,17 0 16,71 35-1,-53-17 1,123-1 0,18 1-1,-17-1 1,17 1-1,-18 0 1,18-1 0,18 19 15,-1-19-15,-52 1-1,-106 0-15,0-18 16,-18 0-16,-17 0 15,17 17 1,-17-17-16,17 0 16,18 0-1,0 18 1,0-18 0,-18 0-1,18 0 1,35 0-1,-52 0 1,-19 0 15</inkml:trace>
  <inkml:trace contextRef="#ctx0" brushRef="#br0" timeOffset="3733.94">16933 5909 0,'53'0'156,"-35"0"-141,264 0 1,18 0 0,17 0-1,36 0 17,-53 0-17,0 0 1,-177 0-16,19 0 15,157 0 1,-246 0 0,71 0-1,-71 0 1,35 0 0,-18-18-1,1 1 1,52 17-1,-34 0 1,-19 0 0,36 0-1,0 0 17,0 0-17,-36 0-15,1 0 16,70 0-1,-88 0 1,-18 0 0,-17 0-1,35 0 1,-18 0 0,53 0-1,-17 0 1,17 0-1,0 0 1,0 0 0,-52 0-1,17 0-15,-1 0 16,-16 0 0,70 0-1,-89 0-15,36 0 16,71-36-1,-19 1 1,-52 35 0,36 0-1,16-35 1,-34 35 0,17 0-1,18 0 1,-53 0-1,-18 0 1,-17 0 0,17 0 46,0 0-46,54 0-1,-19 0 1,18 0 0,-35 0-1,0 0 1,0 0 0,-18 0-16,1 0 15,52 18 1,-71-18-1,36 0 1,-17 0 78,17 0-63,-36 0-15,1 0-16,17 0 15,0 0-15,18 17 16,0-17 15,-35 0-15,17 0-1,0 0 17,-17 18 15</inkml:trace>
  <inkml:trace contextRef="#ctx0" brushRef="#br0" timeOffset="10933.13">1358 7197 0,'18'0'156,"105"17"-124,-87-17-32,105 18 15,247 0 16,-230-18 1,19 0-17,-36 17 1,-106-17-16,18 18 16,0-18-1,0 0-15,-35 0 16,123 17-1,-53 1 1,0-18 0,-17 0-1,-1 18 1,36-1 0,53 19 15,0-19-16,-1 1 1,19-18 0,-36 0-1,-71 0-15,-17 0 16,0 0-16,-17 0 16,34 0-1,-17 0-15,-35 0 16,140 0-1,-52 0 1,0 0 0,-35 0-1,-18 0 1,35 0 0,0 0-1,0 0 16,18 0-15,-88 0-16,34 0 16,1 0-16,-17 0 15,52 0 1,-70 0-16,34 0 16,107 0-1,-18 0 1,0 0-1,53 0 1,-17 0 0,-18 0-1,-36 0 1,53 0 0,18 0-1,-105 0 1,-1 0-16,-18 0 15,-17 0 1,88 0 0,-52 0-16,-1 0 15,0 0 1,-35 0-16,17 0 16,107 0-1,-1 0 1,1 0-1,-19 0 1,-16 0 15,-107 0-31,0 0 16,-17 0 62,-1 0-62,54 0-1,-1 0 1,1 0 0,0 0-1,34-18 1,-34 1-1,0 17 1,34 0 0,-69 0-16,17 0 15,-1 0 1,-16 0 0,-19 0-16,54 0 15,-53 0 1,52 0-16,-17 0 31,18 0-15,-1 0-1,18 0 1,-35 0 0,-17 0-1,16 0 1,-16 0-16,-19 0 15,54 0 1,-53 0-16,34 0 16,1 0-16,-17 0 15,70 0 1,-36 0 0,18 0-1,-17 0 1,-36 0 15,18 0-15,-18 0-1,18 0 1,-35 0 0,-1 0-16</inkml:trace>
  <inkml:trace contextRef="#ctx0" brushRef="#br0" timeOffset="12095.55">9790 6562 0,'-36'0'47,"-70"-18"-16,71 18-31,-53 0 16,-159 0-1,-70 0 1,-72-18 0,213-35-16,-18 36 15,-317-107 1,281 71-1,54 18 1,35 0 0,17 0-1,71-1 1,0 1 0,36 35-1,-1-18-15,-17-17 16,0 35-1,17 0 1,-35-18-16,0-17 16,-70-18-1,87 36 1,19 17 0</inkml:trace>
  <inkml:trace contextRef="#ctx0" brushRef="#br0" timeOffset="13205.98">6756 5821 0,'0'0'0,"-124"0"16,1 0-1,35 0 1,-1 0 0,72 0-1,-1 0 1,36 0 187,35 53-187,-53-36-16,53 72 15,-36-19 1,1-52-1,-18 17 17</inkml:trace>
  <inkml:trace contextRef="#ctx0" brushRef="#br0" timeOffset="21556.95">10654 4286 0,'18'0'187,"-1"0"-171,18 0-1,18 0 1,36 18 0,-19 0-1,54-18 1,52 17 0,36-17-1,-1 0 1,-123 0-16,-17 0 15,17 0-15,0 0 16,-17 0 0,-18 0-1,-18 0-15,106-53 32,-88 36-17,0 17 1,35-18-1,1 0 1,-1 1 0,18-1-1,-54 0-15,-16 1 16,-1-1-16,-17 18 16,52-35-1,-17 35-15,-18 0 16,36-35-1,-36 17-15,18-17 16,-18 17 0,36-53-1,0 19 17,17-1-17,18-53 1,-71 53-1,18-53 1,-36 53-16,19 0 16,-19-17-1,-17 17-15,18 17 16,0-69 0,17 52-16,0-88 31,0 88-16,-35 0 1,36-35 0,-1 52-1,0-52 17,-35 35-17,18 0 1,0 18-16,-1 0 15,1 17-15,-1-17 16,1 0 0,0 35-16,-1-18 15,-17 0 1,36 18 0,-36-17-1,17-1 1,1 0-1,17 1 1,18-19 0,-18 19-1,-17 17 17,0 0-32,-1-18 15,1 18 1,0 0-1,35-18 1,-36 18 0,18 0 62,54 71-47,16 17 0,1 36 1,53 70-1,-106-124-16,35 36 1,-35-35 0,0 17-1,-18-35 1,-17 0-16,0 0 16,-1 0-16,18-18 15,-17 0-15,17 18 16,1-18-1,-36 1-15,17-1 16,19 35 0,16 1-1,-16 17 17,-19-35-17,36 18 1,0-1-1,-17 1 1,-1-36 0,-18-17-1,1 17 1,0-17 0,-1 17-16,19-18 15,17 19 1,-36-36-16,1 17 15,35-17 1,-36 18-16,54-18 16,17 18-1,18 17 1,35 0 0,35-35 15,-70 0-16,0 0 1,-35 0 0,-36 0-16,-17 0 15,87 0 1,-69 0-16,17 0 16,88 0-1,-88 0 1,-18-17-1,-35-1 64,-35 0-64</inkml:trace>
  <inkml:trace contextRef="#ctx0" brushRef="#br0" timeOffset="23718.7">14411 1870 0,'0'35'172,"0"-17"-157,18-1-15,-18 1 16,0 35 0,17-36-16,-17 19 15,0-1 1,18 0-16,-18-17 15,18 17 1,-1 0 0,-17-17-1,18 0 1,-18-1 15,0 1-31,17 17 31,-17-17-31,0 0 16,18 35 0,-18-18-16,0-18 15,0 54 1,0-53-16,0 17 16,0 71-1,0-36 1,0-17-1,0 18 1,0-1 0,0-34-1,0-1 1,0 0 0,0-17-16,0 17 15,0-17 1,0 70-1,0-70-15,0-1 16,18 36 0,-18-18-16,17 1 15,1 34 1,-18 18 0,18-35-1,-18 36 1,0 16-1,0-16 1,17 16 0,1-16-1,0-19 1,-18-35 0,0 18-16,17 36 31,-17-37-31,0 1 15,0 0 1,0-35 0</inkml:trace>
  <inkml:trace contextRef="#ctx0" brushRef="#br0" timeOffset="24513.57">14605 4339 0,'-88'0'125,"35"18"-109,0-1-16,-35-17 31,-36 18-15,71-18 0,-35 18 15,0-1-16,0 1 1,70-18-16,-17 35 16,-71-35-1,53 0 1,18 0-16,17 0 16,1 0-16</inkml:trace>
  <inkml:trace contextRef="#ctx0" brushRef="#br0" timeOffset="25295.01">13670 4251 0,'0'35'78,"-53"36"-63,-35-36 1,35 18 0,18-35-1,35-1 1,17 1 62,1 17-62,17-17-1,36 17 1,-18-17 0,-18-1-1,-17 1 1,35-18 62,-36 0-78</inkml:trace>
  <inkml:trace contextRef="#ctx0" brushRef="#br0" timeOffset="26261.66">14764 4498 0,'17'0'125,"142"0"-93,53 0-1,-36 0 0,-88 0-15,-35 0-1</inkml:trace>
  <inkml:trace contextRef="#ctx0" brushRef="#br0" timeOffset="26853.79">15381 4357 0,'88'35'94,"-52"-17"-79,52 52 1,-53-34 15,-17-36-31,-1 0 16,-17 17-1,0 1 1,-17 35 0,-54 0-1,36 0 1,17-36-1,1-17 1,-1 0 78</inkml:trace>
  <inkml:trace contextRef="#ctx0" brushRef="#br0" timeOffset="30856.89">13917 7267 0,'18'0'63,"17"0"-32,141 18-15,107-18-1,69 0 17,-158 0-32,53 0 15,124 17 1,-195-17-16,-52 0 16,-36 0-16,-18 0 15,19 0 1,-72 0-1,1 0 1,-1 0 0,1 0-1</inkml:trace>
  <inkml:trace contextRef="#ctx0" brushRef="#br0" timeOffset="33089.83">21096 7391 0,'53'17'204,"70"1"-173,19-18 16,34 0-16,0 0-15,1 0-1,-1 0 1,-52 0-1,-54 0 1,36 0 0,-71 0-16,36 0 15,35 0 1,-36 0-16,1 0 16,123 0-1,-106 0 1,18 0-1,17 0 1,1 0 0,-36 18 15,-17-18-15,-54 0-16,1 0 15,-1 0 1,19 0-1,-1 0 1,-17 0-16,-1 0 16,19 0 46,69 0-31,-69 17-31,175 19 32,195-1-1,-194-18-15,-1 1-1,-105 0-15,-18-18 16,-17 0-16,-36 0 15,-17 0 1</inkml:trace>
  <inkml:trace contextRef="#ctx0" brushRef="#br0" timeOffset="37516.15">7655 9013 0,'36'0'578,"16"0"-563,19 0 1,0 0-16,17 0 16,18 0-16,17 0 15,177 0 1,-159 0-16,18 0 15,158 0 1,-211 0 0,-53 0-1,35-17 1,0 17 15,-35 0-15,18-18-1,17 18 1,-17 0 0,17 0-1,0 0 1,-70 0-16,17 0 16,106 0-1,-70 0 1,34-17-1,-34-1 1,0 18 0,34-18-1,-34 18 17,-36 0-32,1 0 15,16 0-15,1 0 16,-17 0-16,17 0 15,35 0 1,0-17 0,-53 17-16,53-18 15,-35 0 1,0 18 0,-17 0-1,52-17 1,-53-1-1,18 18 1,-18 0 0,18 0 140,18 0-140,17 0-1,0 0 1,-53 0-16,-17 0 15</inkml:trace>
  <inkml:trace contextRef="#ctx0" brushRef="#br0" timeOffset="42044.3">21237 8837 0,'18'0'156,"105"0"-140,-52 0-1,70 0 1,-35 0 0,-18 0-16,194-70 15,53 34 16,-158 1-31,-1 0 16,300 35 0,-264 0-1,-36 0 1,-17 0 0,-18 0-1,0 0 1,-52 0-1,-36 0 1,17 0 0,-17 0-16,-18 0 15,18 0-15,-18 0 16,36 0 0,0 0-1,-18 0-15,105 0 31,-34 0-31,-36 0 16,124 0 0,-89 0-1,36 0 1,-106 0-16,-18 0 16,124 0-1,-53 0 1,17 0-1,71 0 1,18 35 0,-71-17-1,-35-1 1,35-17 0,-35 18-1,-18-18 1,-18 18-1,1-18-15,0 17 16,17 1 0,-35-18-16,17 17 15,71 19 1,-53-19 0,36-17-1,-18 36 1,53-19-1,70 36 1,-70-53 0,-71 0-16,-35 0 15,-36 0-15,72 0 32,-54 0-32,18 18 15,0-18 1,-18 0-16,0 0 15,71 0 1,-18 0 0,-17 0-1,-1 17 1,1-17 0,17 0-1,36 0 1,-19 18-1,19-18 1,-36 18 0,-35-18-16,-35 0 15,52 17 1,-35 1 0</inkml:trace>
  <inkml:trace contextRef="#ctx0" brushRef="#br0" timeOffset="45746.09">15928 10442 0,'35'0'79,"89"0"-64,-36 0 1,18 0-1,0 0 17,70 0-17,18 0 1,18 0 0,-18 0-1,17 0 1,-105 0-16,-71 0 15,1 0-15,-1 0 16,53 0 0,-53 0-16,1 0 15,105 0 1,-53 0 0,-53 0-1,-35 18 1,18-18 62</inkml:trace>
  <inkml:trace contextRef="#ctx0" brushRef="#br0" timeOffset="49310.04">21237 10389 0,'53'0'219,"88"0"-188,-88 0-31,0 0 16,18 0 0,-36 0-16,-17 0 15,34 0-15,1 0 16,36 0-1,-54 0-15,-18 0 16,19 0-16,-1 0 16,89 0-1,34 0 1,-70 0 0,36 0-1,35 0 1,17 0-1,-17 0 1,-124 0 0,0 0-16,1 0 31,17 0-15,-36 0 30,18 0 17,1 0-47,34 0-1,-34 0 1,17 0-1,17 36 1,-35-36 0,1 17-16,17-17 15,-18 18 1,35-1 0,-34-17-16,17 0 15,35 0 1,-71 0-1,1 0 32,0 0-15,-1 0-1,124 36 0,-17 17 0,-18-53 1,-106 17-17,17-17 79,19 0-78,17 0 30,-36 0-14,18 0-1,-17 0-15,17 0-1,-17 0 1,17 0-1,-17 0-15,0 0 16,17 0 0,-17 0 62,-36 0 281</inkml:trace>
  <inkml:trace contextRef="#ctx0" brushRef="#br0" timeOffset="52280.08">6720 11836 0,'53'0'188,"18"17"-173,17 1 1,36 0 0,52-18-1,0 0 1,-87 0-16,-19 0 16,54 0-1,-54 0 1,230 0-1,-71 0 1,-35 0 0,-35 0-1,-106 0 17,-35 0-17,-1 0 1</inkml:trace>
  <inkml:trace contextRef="#ctx0" brushRef="#br0" timeOffset="58564.18">10601 13441 0,'18'0'125,"35"0"-94,-36 0-16,54 0 1,-18 0 0,35 0-1,18-18 1,-53 18 0,35-17-1,18 17 1,-18 0-1,-53 0-15,0 0 16,106 0 0,-88 0-16,18 0 15,88 0 1,-71 0-16,0 0 16,177 17 15,-195 1-16,1 17 1,35-35 0,-36 18-1,-52-18 1,-1 0 109,19 0-78,17 0-16,-18 0-31,0 0 16,18 0-1,-18 0-15,1 0 16,69 0 0,-69 0-1,34 0 1,-34 0-16,69 0 15,37 0 1,-19 17 0,-35-17-1,36 0 1,-18 0 0,-54 0-1,37 0 16,-36 0-31,-1 0 16,-16 0-16,17 0 16,17 0-1,-17 0-15,0 0 16,71 0 0,-36 0-1,0 0 1,18 18-1,-18-18 1,-18 0 0,19 35-1,-36-35 1,35 0 0,-35 0-1,0 0 1,-36 0-16,19 0 15,34 0 1,-52 0 0,17 0-1,-17 0 1,35 0 0,35 0-1,-18 0 1,-17 0-1,35 0 1,18 0 0,-35 0-1,-1 0 1,1 0 0,-36 0-1,18 0 1,-35 0-16,17 0 15,53 0 1,18 0 0,-53 0-1,0 0 1,0 0 0,17 0-1,-52 0 1,17 0-1,36 0 64,-1 0-64,36 0 16,-18 0-15,-35 0 0,0 0-1,35 0 1,-17 0 0,17 0-1,-17 0 1,-54 18-1,19-18 64,17 0-48,-36 0-31,36 0 31,35 0-15,-52 0-1,-19 0 1,36 0 0,-35 0-1</inkml:trace>
  <inkml:trace contextRef="#ctx0" brushRef="#br0" timeOffset="64076.42">20990 13458 0,'18'0'172,"70"0"-157,-17 18 1,17-18 0,-18 0-1,54 0 1,-36 0-1,0 0 1,36 0 15,17 0-15,-53 0 0,0 0-1,36 0 1,-18 0-1,-18 0-15,0 0 16,194 0 0,-141 0-1,71 0 1,35 0 0,-35 0-1,-1 0 1,1 0-1,-89 0 1,89 0 15,-36 0-15,36 0 0,-53 0-1,0 0 1,-36 0-1,18 0 1,-35 0 0,0 0-1,-36 0-15,19 0 16,193 0 0,-194 0-1,71 0 1,-124 0-16,18 0 15,88 0 17,-35 0-32,0 18 31,35-18-15,-88 0-1,35 17 1,0-17-1,-17 0 1,17 0 0,-18 0-1,36 0 1,-70 0-16,16 0 16,-16 0-16,-1 0 15,53 18 1,-70-18-16,17 0 15,71 0 1,-35 0 0,-19 0 15,54 18-15,-35-18-1,-18 0 1,17 0-1,18 0 1,1 0 0,-1 0-1,0 0 1,-17 0 0,-1 0-1,1 0 1,17 0-1,-18 0 1,19 0 0,-54 0-1,0 0 1,89 17 0,-54-17-1,-17 18 1,18-18-1,17 35 1,-18-35 0,19 35-1,-19-35 1,36 0 0,-53 0-16,0 0 15,-18 0-15,53 0 31,71 0-15,-124 0 15,54 0-15,-19 0 0,36 0-1,-53 18 1,-18-18-16,0 0 15,54 18 1,16-18 0,-34 0-1,0 0 1,-1 0 0,18 0-1,-17 0 1,-53 0-16,-1 0 15,36 0 17,-18 0-17</inkml:trace>
  <inkml:trace contextRef="#ctx0" brushRef="#br0" timeOffset="71091.95">28928 14834 0,'0'18'47,"17"-18"-32,1 0-15,0 0 16,70 18-1,0-18 1,0 0 0,-17 0-1,229 0 1,-89 0 0,1 0 15,0 0-16,-1 17 1,-34-17 0,-19 18-1,19-18 1,-18 0 0,-89 0-16,18 0 15,89 0 1,-107 0-16,1 17 15,176-17 1,-88 0 0,-36 0-1,53 0 1,18 0 0,18 0 15,0 18-16,-53-18 1,-54 0 0,-16 0-16,-1 0 15,35 18 1,-105-18-16</inkml:trace>
  <inkml:trace contextRef="#ctx0" brushRef="#br0" timeOffset="72466.42">2434 16704 0,'35'0'63,"71"0"-48,-18 0 1,336 0 0,-160 0-1,-17 0 1,-70 0-1,-71 0 1,-71 0 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5:03:59.669"/>
    </inkml:context>
    <inkml:brush xml:id="br0">
      <inkml:brushProperty name="width" value="0.05292" units="cm"/>
      <inkml:brushProperty name="height" value="0.05292" units="cm"/>
      <inkml:brushProperty name="color" value="#FF0000"/>
    </inkml:brush>
  </inkml:definitions>
  <inkml:trace contextRef="#ctx0" brushRef="#br0">2628 5874 0,'53'0'93,"35"0"-77,124 17 0,35 1-1,-88-18-15,35 0 16,282 0-1,-17 0 1,-213 0-16,-51 0 16,369 0-1,-299 0 17,-36 35-17,-17-35 1,-107 0-1,54 18 1,0-18 0,-36 18-1,1-1 1,-1-17-16,-35 0 16,142 0-1,-107 0-15,1 0 16,228 0-1,-228 0 1,123 0 0,-141 0-1,52 18-15,195-18 32,-106 35-17,18-35 1,-18 0-1,0 0 1,105 0 0,-228 0-1,17 18-15,18-18 16,-53 0-16,17 0 16,1 0-16,-1 0 15,142 0 1,-142 17-16,18-17 15,141 0 1,-176 0-16,53 0 16,70 0-1,-105 0 1,17 0 0,229 0-1,-158 0 1,0 0-1,-1 0 1,1 0 0,-89 0-1,19 0 1,-90 0-16,37 0 16,-1 0-16,18 18 15,70-18 1,-52 0-16,-36 0 15,300 0 1,-124 0 0,1 0 15,247 0 0,-266 0-15,-16 0-1,17 18 1,-71-18 0,-88 0-1,-70 0 1</inkml:trace>
  <inkml:trace contextRef="#ctx0" brushRef="#br0" timeOffset="10092.93">20514 5856 0,'18'53'78,"-18"18"-63,17 87 1,1 36 0,-18-123-1,18-1 1,-18-34 0,0-107 77</inkml:trace>
  <inkml:trace contextRef="#ctx0" brushRef="#br0" timeOffset="10825.99">20902 5891 0,'-18'0'47,"-34"89"-31,16-19-1,-34 18 1,-19 1 0,37-1-1,52-53 1,70 0 93,-52-17-93,88 17-1,-18 0 1,-53-35-16,0 18 16,1 0-16,-1-1 15,18 19 1</inkml:trace>
  <inkml:trace contextRef="#ctx0" brushRef="#br0" timeOffset="11283.41">20443 6826 0,'36'0'63,"17"0"-47,35 0-1,141 0 1,53 36-1,-17-19 1,-71 1 0,-159-1-1</inkml:trace>
  <inkml:trace contextRef="#ctx0" brushRef="#br0" timeOffset="12335.97">21431 7250 0,'-35'-36'109,"-18"1"-93,-35-18 0,0 35-1,17 1 1,-52 17-1,17 88 1,88-35 0,18 0-16,0-36 15,18 19 1,35-1-16,-18-17 16,0-1-16,1 19 15,87-72 1,-88 19-1,18-89 17,-35 88-32,-18-17 31,17 88 78,-17 53-93,0-53 0,71 264-1,-53-123 1,-1-35-1,54-89 1,-18 1 15,-53-53-15,0-71 31,35-35-32,-17 52-15,-1-34 16,19-54 0,-19 18-16,-17 18 15,18 88 1</inkml:trace>
  <inkml:trace contextRef="#ctx0" brushRef="#br0" timeOffset="12852.82">22613 6544 0,'0'71'47,"0"105"-31,-18-70-16,-35 17 16,18 36-1,18-88-15,17-36 16,-18-53 62</inkml:trace>
  <inkml:trace contextRef="#ctx0" brushRef="#br0" timeOffset="13297.18">22401 6773 0,'18'36'47,"17"-1"-31,18 18-1,-18 0-15,1 0 16,87 35-1,-87-53 1,-19-17 0,1-18 77</inkml:trace>
  <inkml:trace contextRef="#ctx0" brushRef="#br0" timeOffset="14048.84">23142 6438 0,'0'35'31,"0"71"-15,0-35 0,18-36-16,-1 0 15,-17 1 1,0-1 0,0-88 62,-17-53-63,-1 18 1,18-18 0,0 53-1,0 36 1,88 87 62,124 142-47,-177-159-15,36 35-1,-36-70 1,-35-36 78,0-17-79</inkml:trace>
  <inkml:trace contextRef="#ctx0" brushRef="#br0" timeOffset="14540.33">23442 6085 0,'0'36'62,"53"264"-30,-35-195-32,-18-16 15,17-1 1,-17 0-16,18-35 15,35 53 1,-53-89 0</inkml:trace>
  <inkml:trace contextRef="#ctx0" brushRef="#br0" timeOffset="16444.22">21784 7073 0,'-18'0'94,"-87"-17"-79,52 17-15,17 0 16,-122 0 0,105-18-16,17 0 15,-17 1 1,36 17 15,-18 35-15,17 0-1,-35 0 1,0-17 15,18 35-15,0-53-16,17 18 15,0 17-15,-17 0 16,0 18 0,17-18-16,0 1 15,-34-1 1,34 0-16,18-17 16,-53 70-1,35-70 1,18-1-1,0 36 1,0 0 0,0-18-1,0 18 17,0-17-32,0-19 15,0 1-15,0 17 16,18 18-1,0-18-15,17-17 16,35 106 0,1-89-1,0 53 1,-1-35 0,-17-18-1,0-17 1,-35 17-1,52-17 1,18-18 0,-52 0-1,-1 0-15,18 0 16,-18 0 0,71 35-1,-88-35-15,17 0 16,0 0-1,-17-35 17,17-18-17,36-53 1,-19 35 0,-16 36-16,-1-18 15,0-17 1,-35 17-16,18 0 15,-18 35-15,18-17 16,-18-36 0,0 36-1,0 17-15,0-70 32,-36 35-17,36 36 1,-17-19-1,-1 19 1,-17-18 0,17-1-1,0 1-15,1 17 16,17 1-16,-18-1 16,18-17-1,0 17 1</inkml:trace>
  <inkml:trace contextRef="#ctx0" brushRef="#br0" timeOffset="18715.32">26899 5098 0,'0'0'0,"0"-18"31,0 71 94,0 70-109,0-34 0,0-19 15,0 1-16,0-36 1,0-17-16,0-1 156,88-17-124,-52 0-1,-36-17 0,0-1-15,0 0-16,17 18 15,-17-17 1,0-1 0,0-35-1,0 35 1,0-17-1,0 18 1,-17-1 0,17 0-1,17 71 126,1 18-125,0 35-1,-1 17 1,-17-17-1,18-36 1,0-34-16</inkml:trace>
  <inkml:trace contextRef="#ctx0" brushRef="#br0" timeOffset="19290.45">27376 5627 0,'17'0'141,"18"-35"-126,1 35-15,17-36 16,35 19 0,-71 17 30,-17-18 79</inkml:trace>
  <inkml:trace contextRef="#ctx0" brushRef="#br0" timeOffset="20443.88">27940 5345 0,'0'-18'79,"-53"18"14,18 18-77,35-1-16,0 36 31,0 18-15,0-36-1,0 0 1,17-17 15,19-18 32,-1 0-48,-35-18 1,18 1 0,-1-1-1,-17-35 1,0 35 0,18 1-1,0 52 141,-1 53-140,1 0 0,-1-17-1,1-18-15,-18 0 16,0-36-16,0 36 16,18 0-16,-1 0 15,1-18 1,0-17-1</inkml:trace>
  <inkml:trace contextRef="#ctx0" brushRef="#br0" timeOffset="21228.44">28152 5362 0,'0'53'94,"35"53"-79,-17-53 1,-1 0 0,36 0-1,-53-36-15,35-17 78,1-35-46,34 0-17,-17-18 1,-18 0-1,-17 0 1,-18 18 0,0 17-16,0 0 31,0 1-15</inkml:trace>
  <inkml:trace contextRef="#ctx0" brushRef="#br0" timeOffset="22332.73">28892 5309 0,'-35'-17'93,"-18"17"-77,18 35 0,17-17-1,1-1-15,17 18 16,-18-17-16,18 35 16,0-18-16,0-17 15,0 17-15,0-17 16,0 0-16,0-1 15,35-17 64,18 0-48,-17-17-31,34-36 31,-52 35-15,-18-17-16,0 17 15,0-17 1,0 17-16,0 0 31,17 107 94,36 17-94,-53-89-31,18-17 157</inkml:trace>
  <inkml:trace contextRef="#ctx0" brushRef="#br0" timeOffset="23227.77">29139 5362 0,'18'18'62,"0"17"-46,17 89 15,-17-71-15,-18-1-1,0-87 95,0-35-95,0-54 1,0 89 0,0 0-1,0-1 16,0 19-31,35 87 110,-35 18-95,18-70 1,-1 0 0,1-1-1</inkml:trace>
  <inkml:trace contextRef="#ctx0" brushRef="#br0" timeOffset="23868.76">29527 4939 0,'18'0'47,"-18"35"-31,18 0-1,-1 107 1,19 16-1,-1-70 17,0-17-17,36 0 1,-54-18 0,1-36-1</inkml:trace>
  <inkml:trace contextRef="#ctx0" brushRef="#br0" timeOffset="24409.97">29510 5327 0,'0'-18'15,"0"1"32,88-36-16,-35 35-31,-18 0 16,1-34 0,-19 52-16,1 0 15,-18-18 110</inkml:trace>
  <inkml:trace contextRef="#ctx0" brushRef="#br0" timeOffset="24837.64">29845 5080 0,'35'35'47,"36"106"-16,-54-52 0,1-72-15</inkml:trace>
  <inkml:trace contextRef="#ctx0" brushRef="#br0" timeOffset="25109.85">29827 4833 0,'0'-18'62</inkml:trace>
  <inkml:trace contextRef="#ctx0" brushRef="#br0" timeOffset="25610.04">30004 4657 0,'35'17'47,"0"142"-16,-17 0 0,0-71-31,-18-17 16,17 17 0,-17-71 77</inkml:trace>
  <inkml:trace contextRef="#ctx0" brushRef="#br0" timeOffset="26475.12">30286 5362 0,'35'18'16,"1"-18"31,-19 0-32,18-35-15,18-1 16,53-34 0,-88 52-1,-1-17 1,-17 0-1,0-1 17,-17 36 61,-1 0-77,1 0 0,-19 18-1,36 17 1,-17-17 0,17 17-1,0-17-15,0 17 16,-18 0-1,18-17 1,0 0-16,-18 17 31,18-18-31,0 1 16,0 35 0,0-35-1,18-18 48,53 0-48,-1 0 1,18 0 0,-35 0-16,-18 0 15,-35-18 1</inkml:trace>
  <inkml:trace contextRef="#ctx0" brushRef="#br0" timeOffset="27829.02">27693 7179 0,'18'0'31,"-1"0"-15,1 0-16,0-35 15,-1-18 1,-17 35-16,0-17 15,0-71 1,-17 88 0,-1 1-1,-17 17 1,-1-18 0,-17 18-1,1 0 1,16 18-1,19-1-15,17 1 16,0 35 15,0 18-15,17-71 0,1 35-1,0-18 1,-1-17-1,1 0 1,17-17 0,0-18-1,-17-1 1,0 54 78,-1 0-79,1 87 1,0-34 0,17 35-1,-17-18 1,-18 35-1,35-70 1,-35-35-16,17-18 16,1-18 62,53-105-47,-36 17-31,35 18 31,-52 53-15</inkml:trace>
  <inkml:trace contextRef="#ctx0" brushRef="#br0" timeOffset="28241.87">28310 7056 0,'0'-18'31,"18"18"1,88-53-1,-53 35-15,35-52-1,-70 70 1,-18 53 62</inkml:trace>
  <inkml:trace contextRef="#ctx0" brushRef="#br0" timeOffset="28654.12">28469 7144 0,'0'0'0,"53"0"125,53-71-110,-88 71 1,34 0 0,1 0-16,-53-17 15,18 17 1</inkml:trace>
  <inkml:trace contextRef="#ctx0" brushRef="#br0" timeOffset="29656.01">28981 6544 0,'35'35'93,"-17"106"-61,-18-88-32,35 71 31,-17-89-15,-18-17-1,17-18 16,1-36-15,-1 19 0,1-1-1,17-17 1,-35 17 46,0 1-30,71 105 171,-71-71-203,35 125 15,18-72 1,-35-17 0,17 0-16,0 0 31,-17-18-15,-18-53 109</inkml:trace>
  <inkml:trace contextRef="#ctx0" brushRef="#br0">21131 5644 0,'0'-17'125,"-53"17"-109,1-18-16,-19 1 15,-35-1 1,36 18 0,-1 0-1,18 0 1,18 0 31,17 18-32,1-18-15,-1 17 16,-17 18 0,17-35-16,0 18 15,-52 17 1,52 18 0,-17-17-1,0-1 1,17 18-1,18-36 1,0 1 0,0 53-1,-18-19 17,1-16-32,17-19 31,0 1-16,0 35 17,17 18-17,1-54-15,0 18 16,-1 18 0,36 18-1,-18-36 1,36 18-1,-36-18-15,-17-17 16,0 0 0,17-1-16,0 19 15,0-36 1,1 0 0,52 17-1,0 1 1,-88-53-1,88 35 1,0-18 0,-52-17-1,-19 17 1,19 0 0,-1-52-1,-35 52-15,18-35 16,17 18-16,-18 17 15,1-35 1,-18 36 0,18-54-1,-18 1 1,0-19 15,0 19-15,0-1-1,-36 18 1,36 36 0,-17-1-16,17 1 15</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5:32:56.350"/>
    </inkml:context>
    <inkml:brush xml:id="br0">
      <inkml:brushProperty name="width" value="0.05292" units="cm"/>
      <inkml:brushProperty name="height" value="0.05292" units="cm"/>
      <inkml:brushProperty name="color" value="#FF0000"/>
    </inkml:brush>
  </inkml:definitions>
  <inkml:trace contextRef="#ctx0" brushRef="#br0">22560 9437 0,'18'0'140,"70"0"-108,-17 0-1,52 70 0,-52-17-15,-36-35-1,-18 17-15,1-35 16,-18 18 0,18-1-16,-18 1 15,17 35 1,-17-18 0,0-17-1,-17 52 1,-1-34-1,-17-1 1,17 0 0,-35 36-1,18-36 1,17 0 0,1-17 15,-1-18-31,18 18 15,0-1 1,-18 1 0,1 0-1,17-1 32,17-17 125,54 0-156,0-17-1,-36-19 1,18 36 0,0 0-1,-18 0 1</inkml:trace>
  <inkml:trace contextRef="#ctx0" brushRef="#br0" timeOffset="632.04">23601 9966 0,'17'0'109,"1"0"-93,0 0-1,17 0 1,36 0 0,-19 0-1,-34 0-15,-18-18 156</inkml:trace>
  <inkml:trace contextRef="#ctx0" brushRef="#br0" timeOffset="2030.83">24430 9666 0,'17'0'15,"-52"0"173,0-18-173,17 18-15,-17 0 16,-18 0 0,18 18-16,17-18 31,-35 0-16,36 0-15,-1 53 16,0-18 15,18 1-15,0 16 0,0-16-1,18 17 16,0-53 48,87-36-48,-52 19-31,-35-19 15,35 1 1,-35 18-16,-18-36 31,0 0 1,0 35-1,17 18 109,1 18-124,-1 158 15,-17-105-15,0 35 0,18 17-1,0 0 1,-1 36-1,1-35 1,-18-89 0,0-17-1,0-36 95</inkml:trace>
  <inkml:trace contextRef="#ctx0" brushRef="#br0" timeOffset="3020.22">24624 9737 0,'0'17'109,"18"71"-62,-1 1-31,-17-54-1,18-35 1,-1 0 62,36-35-47,-17 17-15,-1-35 0,-17 18-1,-18-36 1,0 36-1,0 0 1,0 17-16,0 0 16,0 1 15</inkml:trace>
  <inkml:trace contextRef="#ctx0" brushRef="#br0" timeOffset="4404.09">25259 9684 0,'-18'0'140,"1"-18"-124,-1 18 0,-35 0-1,18 0 1,-18 0 0,35 35-1,-17-35 1,35 18-16,0 0 15,-35 17 1,35-17-16,0-1 16,0 18-1,0 18 1,17-17 0,1-19-1,0 19 16,-1-19 1,1-17 30,17-35-46,-17-18-1,17 0 1,-17 0 0,-18 18-1,0 17 1,0-17 0,0 17-1,0 1 16,0-1-15,0 36 125,70 88-110,-52-71-31,35 35 31,-18-34 0,-35-19-15</inkml:trace>
  <inkml:trace contextRef="#ctx0" brushRef="#br0" timeOffset="5781.27">25435 9631 0,'18'0'62,"17"53"-30,-17-18-17,-1 53 1,-17-53-16,18-17 16,-18 35-1,0-35 1,0-1-16,0-34 125,0-19-110,-18-52 17,18 53-32,0 17 15,0-17 1,0-36 0,0 36-1,0 18 16,18-1-15,17 36 78,-35 17-79,53 35 17,-53-17-17,0-35 1,18 17 0,0-17 62,-1 17-63,-17 0 17,0-17-17,18-18 141,-18-35-140,0 17 15,0 0 16,17 1 0,-17-1-31</inkml:trace>
  <inkml:trace contextRef="#ctx0" brushRef="#br0" timeOffset="7338.16">25841 9013 0,'18'0'79,"-1"71"-64,-17-36-15,18-17 16,-18 35-16,0-18 15,18 89 1,17-36 0,-18 18-1,1-36 1,17-17 0,-35-35-1</inkml:trace>
  <inkml:trace contextRef="#ctx0" brushRef="#br0" timeOffset="8043.92">25823 9454 0,'18'0'94,"0"0"-63,17-17-15,18-18 0,0 17-1,-36-17 1,1 35-1,0 0 1,-18-18 0,0 0 31,35 1-1,-17 17-14</inkml:trace>
  <inkml:trace contextRef="#ctx0" brushRef="#br0" timeOffset="8529.54">26264 9296 0,'18'53'63,"-18"17"-48,0 1 1,18 17-1,-18-18 1,17-52 0,-17 0-16,0-1 15,18-17 1</inkml:trace>
  <inkml:trace contextRef="#ctx0" brushRef="#br0" timeOffset="8950.4">26194 9155 0,'0'-18'62</inkml:trace>
  <inkml:trace contextRef="#ctx0" brushRef="#br0" timeOffset="9613.52">26458 8943 0,'18'35'32,"-18"18"-17,18 71 1,17 17 0,-17-53-1,-1 0 1,-17-17-1,18-54 1</inkml:trace>
  <inkml:trace contextRef="#ctx0" brushRef="#br0" timeOffset="10687.97">26776 9490 0,'17'0'31,"1"17"-15,0-17-1,-18 18 1,0-36 15,17-35-15,19 1-1,-1 16 17,-35 19-17,0-1 1,0-17-1,0 17 32,-18 18-15,18-18-17,-35 18 1,17 0-1,-17 0 1,17 18 0,1-18-1,17 53 17,0-18-17,0 18 1,0 53-1,0-71 1,17-35-16,-17 18 16,0 0-1,18-18-15,-18 17 16,18-17 0,-18 18-1,53-18 16,0 0-15,17-18 0,36-17 15,-71 35-15</inkml:trace>
  <inkml:trace contextRef="#ctx0" brushRef="#br0" timeOffset="14824.04">24518 14111 0,'35'18'78,"54"-18"-62,-72 0-16,36 0 15,88 0 1,-17 0 0,-1 0-1,-35 0 1,-17 0 0,-1-36-1,19-16 1,-1-19-1,0 18 1,-70 35-16,35-34 16,17-19-1,-35 18-15,18-18 16,0-17 15,18 18-15,-54 17-1,54-18 1,-36-35 0,18 18-1,-18-18 1,18 1 0,-35 16-1,0 54-15,-18-18 16,17-35-1,1 35-15,0 0 16,-1-35 0,18 0-1,-17-18 1,17 35 15,18-17-15,-17 0-1,-1 0 1,0 17 0,-17 1-1,-18 17 1,53-18 0,-36 18-16,54-35 15,-36 35 1,18-17-1,-35 34 1,-1 19 0,19-36-1,17 0 1,-18 35 15,0 1-15,-35-1-1,18 0 1,17-17 0,36-36 15,-1 54-15,-17 17-1,-18-18 1,1 1-1,17-1 1,-18 18 0,18 0-1,17 0 17,18 18-17,-52-1-15,17 1 16,53 17-1,-36 36 1,1-18 0,-1-18-1,18 35 1,1 19 0,-1-19-1,0 36 1,0-35-1,-35-1 1,0-17 0,-35-35-16,-1 35 15,54 35 1,-36-35 0,-17-18-1,52 106 1,-17-70-1,18 17 1,-18-35 0,0 53-1,-18-71-15,-17-17 16,-1 70 0,36-18-1,0 18 1,-18-17-1,18 0 1,-35-36-16,-1-18 16,-17 36-1,18-35 1,0 0 15,17 88-15,0-71 15,18 35 0,-53-34-15,18-19-16,-1 1 16,1 0-1,17 17 1,-17-35 62,-18 17-47,35 19 0,54 34 1,34 1-1,-88-36-15,1-35-1,-1 35 1,0-17 62,36 17-47,-54-35-15,54 53 15,17-53 0,-53 18-15,1-18 0,-19 0-1,1 0 1,35 0-1,0 0 1,17 0 0,124 0 15,-70-18-15,-36 1-1,18 17 16,17-53 1,36 0-1,-53 35-15,-89 18-1,-17-18 16,0 1 32,-17 17-47</inkml:trace>
  <inkml:trace contextRef="#ctx0" brushRef="#br0" timeOffset="17236.04">27376 10425 0,'17'35'109,"-17"18"-93,18 35 15,-1-17-15,-17 87 15,0-87-16,0-1 1,0 19 0,0-54-1,18 35 1,0-17 0,-18-17-1,0 34 16,17 89 1,19 35-1,-36-18 0,17-70 0,1 0-15,0-18 0,-18-35-1,0 35 1,0 0 0,17 1 15,-17-1-16,0 18 1,0-53 0,0 123-1,0-88 17,0-35-32,0 88 31,0 36 0,0-89-15,0 18-1,0-53 1,0 35 0,0-18-1,0 36 1,0-35-1,0-1 17,0-34-32,0 158 31,0-124-15,0 18-1,18 18 1,-1-18-1,-17-17 1,18 17 0,-18-17-1,18-36 1,-1 0 0,1-17 30,-89-71 79</inkml:trace>
  <inkml:trace contextRef="#ctx0" brushRef="#br0" timeOffset="18395.4">25206 14640 0,'0'18'109,"53"0"-93,423-18 31,-388 0-32,159 0 1,-35 0 0,-53 0-1,-89 0 1,1 0-1,-1 0 1,19-18 0,-1 18-1,-18 0 1,1 0 0,-54 0-16</inkml:trace>
  <inkml:trace contextRef="#ctx0" brushRef="#br0" timeOffset="19139.41">26758 14429 0,'35'35'31,"36"-17"-15,0 34 0,-1 19-1,-17-53 1,-18 17 0,-17-17-1,0-18 16,-1 0 16,-17 17-31,18 18 15,-18 1-15,-35 34-1,-18 36 1,-18-71 0,18 1-1,36-36 1,-1 0 46,-17-18-46</inkml:trace>
  <inkml:trace contextRef="#ctx0" brushRef="#br0" timeOffset="20559.25">25277 14464 0,'0'18'94,"0"34"-79,-36-16 1,1-1-16,-53 36 15,35-19 1,35-34 0,-17 17 15,17-17 0,18 17 47,18-35-31,52 36-16,-52-1-15,141 18 0,-89-36 15,-70 1 0,18-18 16</inkml:trace>
  <inkml:trace contextRef="#ctx0" brushRef="#br0" timeOffset="22120.58">25453 12259 0,'0'-35'140,"35"-53"-124,-17-1-1,17 1 1,-35 53 0,0 17-1,53 106 79,53 106-63,-89-141-15,1-35 0,17 17-1,-17 18 1,0-35-1,-18-1 95</inkml:trace>
  <inkml:trace contextRef="#ctx0" brushRef="#br0" timeOffset="22655.59">25665 12453 0,'35'0'94,"53"0"-78,-17 0-1,-1-18 1,1 1 0</inkml:trace>
  <inkml:trace contextRef="#ctx0" brushRef="#br0" timeOffset="24335.37">28663 11112 0,'53'0'109,"0"0"-62,-53 36-15,35-1-17,-35 0 1,0 18-1,0 0 1,0 0 0,-35-35-16,35-1 31,35-17 125,36 0-125,-54 0-15,-17-17 140,36-19-124,-19 36-1,1-35 94,0 0-94,52 0 0,-52 35-15,-18-18-16</inkml:trace>
  <inkml:trace contextRef="#ctx0" brushRef="#br0" timeOffset="25467.95">28381 14640 0,'18'0'125,"105"0"-93,-88 0-17,89 0 1,105 0-1,283 0 17,-389 0-32,442 0 31,-336 0-15,-35 0-1,-141 0 1,-36 0-1</inkml:trace>
  <inkml:trace contextRef="#ctx0" brushRef="#br0" timeOffset="26157.75">30321 14464 0,'0'18'63,"53"17"-48,-18-18 1,-17 1 0,0 0-16,-1-18 15,1 17 1,0-17-16,-1 0 15,-17 18-15,36 17 32,-36 18-17,0 18 17,-18-1-17,-35 1 1,0-18-1,0-36 1,53 1 0</inkml:trace>
  <inkml:trace contextRef="#ctx0" brushRef="#br0" timeOffset="29498.23">24236 12171 0,'0'17'47,"88"125"-32,-35 87 1,-35-17-1,-1-142-15,-17-35 16,0 1 0,0-19-1,0-34 63</inkml:trace>
  <inkml:trace contextRef="#ctx0" brushRef="#br0" timeOffset="30532.6">24553 12312 0,'18'0'156,"0"-18"-125,-1 1-15,1-1-1,-18 89 110,-35-1-109,-1 18 0,36-70-1,0 0 48,18-18-32,-18 17-15,18-17-16,-18 18 15,70 17 1,18 18 0,-35-18-1,0-17 1</inkml:trace>
  <inkml:trace contextRef="#ctx0" brushRef="#br0" timeOffset="31085.73">24959 12453 0,'0'18'47,"0"-1"-32,18-17 1,35 0 0,-1 0 15,37-17-31,-1-36 16,-53 17 15,-17 19-31</inkml:trace>
  <inkml:trace contextRef="#ctx0" brushRef="#br0" timeOffset="31623.05">25206 12682 0,'53'-53'172,"0"18"-156,-36 18 0</inkml:trace>
  <inkml:trace contextRef="#ctx0" brushRef="#br0" timeOffset="33062.71">29457 11324 0,'0'0'0,"70"18"31,-34-18-16,17 17 1,0-17 0,-18 0-1,0 0 1,-17 0-16</inkml:trace>
  <inkml:trace contextRef="#ctx0" brushRef="#br0" timeOffset="33700.87">29475 11553 0,'35'0'47,"53"-17"-16,-53-18-31,-17 17 0,123-35 31,-123 53-15,-1 0 0</inkml:trace>
  <inkml:trace contextRef="#ctx0" brushRef="#br0" timeOffset="34329.05">30021 10989 0,'18'18'16,"17"52"-1,-17 18 1,17 1 0,-35-36-1,18 17 1,-18-52 0,0-1-1,17-17-15</inkml:trace>
  <inkml:trace contextRef="#ctx0" brushRef="#br0" timeOffset="35396.96">30409 10936 0,'-17'35'78,"-54"36"-62,18-36 0,36-17-1,17-1 48,0 1-1,17-18-46,19 18 15,-19 17-15,19 0-1,-19 1 1,18-1 0,-17 0-1,-18-17 1,18-18 15,-1 0 32,-17 17-48,18-17 282,-18 18-281</inkml:trace>
  <inkml:trace contextRef="#ctx0" brushRef="#br0" timeOffset="40341.21">29669 9031 0,'0'0'0,"0"-18"31,0-17-15,0-18-1,-18 0 1,18-17 0,-18 52 15,-17-17-15,-18 17-1,35-17 1,1 35-1,-71 0 1,35 0 15,35 35-31,0-17 16,1 35 0,17-18-16,-18 36 15,18-1 1,0 18-1,0-35 1,35-35 15,-35 0-31,18-1 32,35-17 14,35 0-30,-17-35 0,17-18-1,-88 35 1,0 1 0,0-1 46,0 0-31,35 36 94,-17 53-109,0 70 0,-1-18-1,1-17 1,-18-35-1,35-18 1,-35-18 15,18-18-31,-18 19 32,17-89 77,107-106-78,-71 53 0</inkml:trace>
  <inkml:trace contextRef="#ctx0" brushRef="#br0" timeOffset="40976.82">30392 8908 0,'-35'0'16,"17"0"-1,36 0 48,52 0-32,-17 0-15,18 0-1,17 0 1,-18 0-1,1 0 1,-54 0-16</inkml:trace>
  <inkml:trace contextRef="#ctx0" brushRef="#br0" timeOffset="41686.05">30621 9119 0,'35'0'172,"18"0"-157,18-35 1,35 17-1,-53-17 1,-18 35 0</inkml:trace>
  <inkml:trace contextRef="#ctx0" brushRef="#br0" timeOffset="42938.6">31150 8572 0,'36'0'94,"-19"0"-63,1 0-15,35 0 15,0 18-15,-36 0-16,19-1 15,16 36 1,-34 0 15,-18 0 0,0-18-31,0 18 16,-70 53 0,52-88-16,-17 17 15,-18 36 1,-35-1-1,35-17 1,35-35-16,53-36 156,53-17-140,18 17 15,-35 1-15,-54 17-16,1 0 94,0 0-48,-1-18-30</inkml:trace>
  <inkml:trace contextRef="#ctx0" brushRef="#br0" timeOffset="44808.74">31732 8326 0,'-53'-36'78,"18"19"-62,-35 17-1,-54 0 17,71 0-1,0 0-31,0 0 31,-123 0 0,123 0-15,-17 0 0,-1 0-1,-88 53 17,106-53-32,0 17 15,-35 1 1,18-1-1,-1 19 1,1-19 0,-1 19 15,0-36-31,1 17 16,-1 1 15,18 17-16,-35 0 1,53-17 0,-18 0-16,18-1 15,-71 72 1,35-72 0,18 36-1,0-18 1,-17 1-1,35-19 1,-36 36 0,18-17-1,18-1 1,-18 0 15,35-17-15,18-1-16,-17 1 15,-1 17 1,18 1 0,0-1 15,18-18-15,-1 19-1,1 34 1,17 19-1,1-19 1,16 18 0,-16 0-1,-1-52 1,18 17 0,70 70-1,-52-52 1,17-36-1,-17 0 1,35-35 0,70 36-1,53-36 1,-17 0 0,0 0-1,-18 0 1,-71 0-1,-70 0-15,0-18 16,35-70 0,-53 70-16,36-70 15,-53 70 17,17-17-32,18-18 15,17-53 1,-17 0-1,-17 36 1,-1 17 0,-18-18-1,1 18 1,-18-35 0,0 0-1,0 53 1,0 17-1,0 0 1,-18 18 0,1-17-16</inkml:trace>
  <inkml:trace contextRef="#ctx0" brushRef="#br0" timeOffset="64967.64">20673 12859 0,'0'0'31,"35"0"78,53-18-93,-17 0 0,-36 18-1,-17 0 1</inkml:trace>
  <inkml:trace contextRef="#ctx0" brushRef="#br0" timeOffset="90282.53">2346 14887 0,'0'18'63,"-18"-18"-32,54 0 16,87 17-31,-70 1-1,53 0 1,105-1 0,19 19-1,-19-19 1,-52 1-1,-88-18 1,35-18 0,-18-35-1,18-52 1,-36 52 15,54-141 0,-71 141-15,-1-53 0,-16 18-1,-19-71 1,19-35 0,-1 35-1,0 0 1,1-35-1,-19 0 1,18 36 15,-35 87-31,18 18 0,35-53 32,-18-17-1,36-36 0,52-17 0,-70 105-15,-18 53-16,-35-17 16,53-35-1,-17 52-15,-19-17 16,89-36-1,-35 36 1,35-36 0,-36 54-1,18-19 1,-35 36 15,18-17-15,17-1-1,88 18 1,-70 0 0,-35 35 15,-36-35-31,0 36 16,89 52-1,-36-18 1,0 1-1,-17-18 1,17 35 0,-35-17 15,53 87-15,-36-52 15,-35-18-16,-17-35-15,17 0 16,18 71 0,-35-36-1,35 71 17,-35-71-17,34 18 1,-16-18-1,-36 0 1,0-17 0,17-1-1,-17 18 1,18 1 0,0-54-1,-1 0-15,1 71 31,35 70 1,0-52-1,-36-54-15,1-34-1,-18-19 1,18 1-1,-1 0 1,36 17 15,35 53 1,1-35-17,-36-35 1,35 17-1,18 0 1,88 0 0,0-17-1,-36 0 1,-87-1-16,-18-17 16,17 18-16,-17-18 15,35 18 1,-52-18-16,-19 0 15,160 35 1,-36-35 0,53 0-1,-106 18 1,36-18 0,17 0-1,-124 0 1,-52 0 46</inkml:trace>
  <inkml:trace contextRef="#ctx0" brushRef="#br0" timeOffset="92216.53">4269 12241 0,'0'36'78,"53"122"-47,-18 36 0,-35-88-15,35 18-1,-35-1 1,0-17 0,18-18-1,-1 18 1,-17-18 0,18-17-1,0-1 1,17 19-1,-35-1 1,0-71-16,0 36 16,0 88-1,0-52 17,0 69-17,0 19 1,0 34-1,0-34 1,0 17 0,-18-106-1,1 18 1,17-88 0,0-1-1,0-34 95</inkml:trace>
  <inkml:trace contextRef="#ctx0" brushRef="#br0" timeOffset="93465.77">5397 11589 0,'0'17'32,"0"54"-17,36 123 1,-19 53 0,19 0-1,-36-35 1,0-89-16,0-17 15,0 264 1,0-158 0,0 17-1,0-35 1,0-17 15,0-19-15,0-34-1,0 52 1,0 18 0,0 18-1,0-36 1,17-123-16,1-17 16,0 52-1,-1 0 1,1-53-1,0-35 17,-18-17 30</inkml:trace>
  <inkml:trace contextRef="#ctx0" brushRef="#br0" timeOffset="94872.36">6685 12541 0,'-18'18'31,"18"52"-15,0 1-1,0 70 1,0 35 0,0 54-1,-17 17 1,17 17 0,0-34-1,0-1 1,17-17-1,19 17 1,17-17 0,-36-54-1,1-105-15,-18-17 16,35 105 15,-35-106-15,18-17-1,0-1 1</inkml:trace>
  <inkml:trace contextRef="#ctx0" brushRef="#br0" timeOffset="96140.68">3069 15522 0,'18'0'31,"35"35"1,17-35-17,18 0 1,1 0-1,52 0 1,70 0 0,-87 0-16,88 0 15,-107 0 1,-87 0 0</inkml:trace>
  <inkml:trace contextRef="#ctx0" brushRef="#br0" timeOffset="96721.2">4092 15434 0,'53'35'79,"88"53"-48,-70-35-16,-36-35 1,-17 0 0,-1-1-1,-17 19 1,0 17 0,-53 35-1,1-18 1,-19-17-1,53-35 1,-17-18 78</inkml:trace>
  <inkml:trace contextRef="#ctx0" brushRef="#br0" timeOffset="98313.63">2805 14005 0,'17'88'46,"18"36"-30,-17-18 0,0-18-1,-1-70 1,-17-36 78,0-35-79,36-18 1,-19-17 0,1 35-1,17 18 1,-17 17-1,-18 1 1,0 34 93,0 19-93,0-1 0,-18 36-1,1-36 1,17-18 0,0 36-1,0-35 1,35 17-1,-17-17 1,17 0 0,0-1-1,0 1-15,1 17 16,-19-17-16,36-18 16,-35 0-1,-1 0 16,-17-35 32</inkml:trace>
  <inkml:trace contextRef="#ctx0" brushRef="#br0" timeOffset="98713.64">3316 14129 0,'35'0'79,"36"0"-48,-53 0-16,-1 0 1,1 0 47,-1 17-48</inkml:trace>
  <inkml:trace contextRef="#ctx0" brushRef="#br0" timeOffset="99165.38">3387 14376 0,'53'0'140,"-18"0"-140,0 0 16,53 0 0,1 0-1</inkml:trace>
  <inkml:trace contextRef="#ctx0" brushRef="#br0" timeOffset="99657.48">3563 13882 0,'18'53'94,"70"141"-63,-70-53 1,-18-88-17,0-36 1,17-17 0,1-70 77</inkml:trace>
  <inkml:trace contextRef="#ctx0" brushRef="#br0" timeOffset="101001.97">4780 13406 0,'0'-18'125,"35"18"-109,-17 0-1,0-18 1,17 36 15,-17 70-15,-1 0-1,-17-17 1,0 17 0,-17-17-1,-1-36 1,18-17 0,71-36 109,-19 0-110,19 1 1,0-1-1</inkml:trace>
  <inkml:trace contextRef="#ctx0" brushRef="#br0" timeOffset="102227.98">5856 13441 0,'0'-18'47,"88"-35"-32,-17 18 1,-1 17 0,-17 54 30,-53-19-30,18 36 0,-18 0-1,0 0 1,-35 35 0,-18-17-1,17-36 1,19-35-16,17 18 15,0-54 95,53-17-79,-36 53-15,1 0-16,0 0 31,52 71-15,1 17-1,-71-17 1,17-1-1,-52 19 17,-18-37-17,-17 1 1,17-53 0,35 0-1,0 0 48</inkml:trace>
  <inkml:trace contextRef="#ctx0" brushRef="#br0" timeOffset="103467.63">7373 14922 0,'0'36'47,"0"34"-32,0 1 1,0-1 15,-18-34-31,1 34 16,-1-34 0,18-19-1,18-17 63,17 18-46,18-18-17,-18 0-15,1 0 16,-1 0-1,-35-35 32,0 17-31,0-17 0,0 17-1,17 36 110,36 140-94,-35-17 1,17-88-17,-35-35 1,18-18 0,-36 0 140</inkml:trace>
  <inkml:trace contextRef="#ctx0" brushRef="#br0" timeOffset="105592.76">8943 12577 0,'0'17'62,"0"124"-30,0 18-1,-18-124-15,18-17-16,0 0 15,0-1 1,18 1 124,52-1-108,-17 19-32,18-19 31,-18 1-15,-36-18-1,1 0 1</inkml:trace>
  <inkml:trace contextRef="#ctx0" brushRef="#br0" timeOffset="106186.93">9172 12823 0,'18'89'79,"35"105"-64,-18-18 16,-17-88 1</inkml:trace>
  <inkml:trace contextRef="#ctx0" brushRef="#br0" timeOffset="106679.53">9578 13106 0,'18'0'47,"-1"0"-32,36 17 16,-35-17-15,-1 0 0,19 0 15,-19 0-31</inkml:trace>
  <inkml:trace contextRef="#ctx0" brushRef="#br0" timeOffset="107860.31">10160 12982 0,'0'-17'125,"0"-19"-109,0 19-1,0-1 1,0 0 0,0 1-1,-35-1 1,-1 18 0,19 0-1,-1 0 1,1 0-1,17 18 1,0-1 0,0 36-1,0-17 1,0-19 0,17 54-1,1-71 1,-18 17-1,17-17 17,19 0-17,17-17 17,-18-19-17,-17 1 1,-18 70 140,0 54-140,0-72-1,0 124 1,0-70 0,0 17-1,0-53 1,17-17-1</inkml:trace>
  <inkml:trace contextRef="#ctx0" brushRef="#br0" timeOffset="108898.2">10389 12912 0,'0'35'63,"18"0"-48,35 53 1,-53-52-1,17 17 1,1-53 125,17-53-110,-17-18 0,-18 1-15,0 34 15,0 1-15</inkml:trace>
  <inkml:trace contextRef="#ctx0" brushRef="#br0" timeOffset="110321.84">11024 12894 0,'-17'0'47,"-19"0"-32,19 0 1,-19 0-1,19 0-15,-1 18 16,1-18 0,-1 35-1,0-17 17,18-1-32,-17 18 31,17 1-16,0-1 1,0 18 0,0 0-1,0-35-15,0-1 16,35 1 0,0-18 62,36-53-47,-54-35 0,1-1 0,0 89-15,-18-35 0,0 18 15,0-1-15,35 36 109,0 70-110,-17-53-15,-1 53 16,36-35-1,-53-18 17,18-35 124,0 0-140</inkml:trace>
  <inkml:trace contextRef="#ctx0" brushRef="#br0" timeOffset="111252.13">11183 12982 0,'0'18'31,"88"176"0,-70-159-15,-18 18 0,0-18-1,0-88 79,0 18-78,-18 0-1,1-18 1,17 0-16,0 35 15,0-35 1,0 36 15,17 17-15,1 0 31,17 53-32,18 17 1,-35 1 0,-18-53-16,17 17 15,19 0 1,-36 0 0,17-35 15,19 36 0</inkml:trace>
  <inkml:trace contextRef="#ctx0" brushRef="#br0" timeOffset="111953.53">11642 12700 0,'0'18'78,"0"70"-62,0-35-16,0 0 15,35 52 1,0 19 0,-17-53-1,-1-54 1</inkml:trace>
  <inkml:trace contextRef="#ctx0" brushRef="#br0" timeOffset="112439.5">11589 13053 0,'70'-18'93,"71"-17"-61,-52 17-17,-72 1 32,-17 34 47</inkml:trace>
  <inkml:trace contextRef="#ctx0" brushRef="#br0" timeOffset="113108.74">12012 12876 0,'35'53'47,"18"35"-31,-35-17 0,17 17-1,-35 0 1,18-70-1,-18 0 1,-18-54 93</inkml:trace>
  <inkml:trace contextRef="#ctx0" brushRef="#br0" timeOffset="113389.43">12030 12682 0</inkml:trace>
  <inkml:trace contextRef="#ctx0" brushRef="#br0" timeOffset="113937.96">12241 12682 0,'18'36'46,"17"122"-30,-17 1 0,0-35-1,17-54 1,-35-52 0</inkml:trace>
  <inkml:trace contextRef="#ctx0" brushRef="#br0" timeOffset="115311.26">12488 13229 0,'18'18'16,"-36"-36"-16,71 71 31,-35-53-15,17 0-1,-17-35 1,17 0-1,-17-1 1,-18 1 0,17-36-1,-17 36 1,0-18 0,0 36-1,-17-1 110,-19 18-109,19 0-16,-1 18 15,1-1 1,-1 18-16,0-17 16,18 17-1,-17 1 1,17-1 0,17 0-1,-17 18 1,18-18 15,17 1-15,-17-19-1,-1 1 32,1-18-31,0 0-1,52 0 1,-52 0 0,0-18 62,34 1-47,-34-19 0</inkml:trace>
  <inkml:trace contextRef="#ctx0" brushRef="#br0" timeOffset="118140.4">8837 13776 0,'53'0'156,"229"0"-124,-105 0-17,87 0-15,1 0 16,352 35-1,-229-35-15,265 0 16,-212 0 0,-265 0-1,-158 0 142,52 0-142,19 0 1,-37 0-1,37 0 1,-36 0 0,-18 18-1,-17-18 17,-1 18-17,36-1 1,35 1-1,-35-18 1,18 17 0</inkml:trace>
  <inkml:trace contextRef="#ctx0" brushRef="#br0" timeOffset="120238.1">10054 14781 0,'0'0'0,"35"0"47,1 0-32,-19 0 1,19-70 15,-1 17-15,-35 18 0,0 17-1,-18-17 1,1 35-1,-19 0 48,-17 0-47,-35 70 15,53-34-16,53 87 17,52-17-1,-35-71-15,-35-17-1,18-18-15,17 0 31,36-18-15,-1-35 0,-34 36-1,-1-36 1,-35 35 0,0 0 15,0 89 94,0-1-94,0 54-31,0-1 31,0 19-15,0-90 0,18 37-1,17-72 1,-17 1-16,-18 0 15,17-18 1,18-53 31,36-18-31,0-17-1,-18 35 1,-36 35-1,-34 1 110</inkml:trace>
  <inkml:trace contextRef="#ctx0" brushRef="#br0" timeOffset="120687.16">10636 14817 0,'36'0'78,"16"0"-62,54 0-1,-53 0 1,18 0 0,-54 0-1,-17 17 95</inkml:trace>
  <inkml:trace contextRef="#ctx0" brushRef="#br0" timeOffset="121251.96">10795 15117 0,'0'17'62,"71"-17"110,17-35-156,-71 35-16,36 0 16,0 0-16,-18 0 15,1 0 1,-36-18 124,-18 18-124</inkml:trace>
  <inkml:trace contextRef="#ctx0" brushRef="#br0" timeOffset="122482.16">11289 14358 0,'0'18'109,"0"35"-93,-18 0-1,1 70 1,17-52-1,0 17 1,53-71 0,-1 54-1,-34-53 1,-18 17 0,18-35-1,17 0 1,0 0-1,18-18 1,-35 1-16,17-1 16,-35-53 31,0 36-32,35 53 173,-35 70-157,18 0-15,0 141 15,-1-140 0,1-72-15,0 1-16,-1-18 62,-34 0 63</inkml:trace>
  <inkml:trace contextRef="#ctx0" brushRef="#br0" timeOffset="126531.38">5609 6544 0,'53'0'125,"-18"-35"-109,18 17-1,106-88 17,-106 71-17,70-36 1,213-17 0,-125 53 15,36-18-16,35 35 1,-141 18-16,-17 0 16,-36 0-16,53 0 15,-53 18 1,18 17 0,-53-35 15,88 53 0,-52 18-15,16 17-1,72 18 17,-160-71-32,1-17 15,17-1 16,-35 1-15,18-18 0</inkml:trace>
  <inkml:trace contextRef="#ctx0" brushRef="#br0" timeOffset="127348.21">8396 6385 0,'71'0'79,"-18"36"-64,-1-1 1,1 0-1,-35-17 1,-18 17 0,0 18-1,-18 0 1,-17-18 0,35-17-1,-18-18 1,1 0 328,-18 0-329,-1 17-15</inkml:trace>
  <inkml:trace contextRef="#ctx0" brushRef="#br0" timeOffset="129597.85">4269 15081 0,'35'36'94,"18"34"-78,0 1-1,0 34 1,-36-52-16,1-53 16,35 71-1,-53-106 157</inkml:trace>
  <inkml:trace contextRef="#ctx0" brushRef="#br0" timeOffset="130223.17">4639 15028 0,'0'18'31,"0"53"-15,-18-36-16,1 0 16,17 0-16,0 18 15,-53 88 16,35-88-31,18 0 32,-17-53 155</inkml:trace>
  <inkml:trace contextRef="#ctx0" brushRef="#br0" timeOffset="132423.93">6068 7955 0,'35'0'78,"0"-18"-62,54-34-1,-19-1 1,124 0-1,71 53 1,35 0 0,-54 0-1,1 35 1,-141 0 0,-53-17-16,0 17 15,35 36 1,-52-54-16,34 19 15,-52-1 17,-18-17-1,17-18-15,1 0 30</inkml:trace>
  <inkml:trace contextRef="#ctx0" brushRef="#br0" timeOffset="133596.01">7832 7814 0,'70'18'94,"-17"35"-79,35 17 1,-35-35 0,-17 1-16,-1-19 15,-18 1 1,1-18 0,-18 18-1,35-1 16,-17 1 1,0 0-17,-18-1 32,0 71-31,-53-17-1,0-36 1,18-35 0,35-17 156,0-1-157,17 18-15</inkml:trace>
  <inkml:trace contextRef="#ctx0" brushRef="#br0" timeOffset="135418.6">5415 15205 0,'53'53'78,"0"52"-63,18 1 1,-36-18 0,-35-35-1,0-17 1,0-19-1,0-34 95,35-72-95,0 54-15,1-18 16,52-105 0,-88 122-1,35 19 1</inkml:trace>
  <inkml:trace contextRef="#ctx0" brushRef="#br0" timeOffset="138075.66">5821 9613 0,'0'-35'312,"17"17"-296,1-17-1,53-71 1,-36 71 0,0-36-1,0 18 1,36-17-1,0 17 1,17 53 15,-18-35-31,1-1 32,-36 36-32,0 0 15,71 0 1,-53 0-16,-18 0 15,89-17 1,-71-1 0,0 18-1,17-18 1,36 18 0,-18 0-1,-17 36 1,17-19-1,-17 19 1,70-19 0,70 19 15,-122-36-31,16 17 16,54 18-1,-88-17-15,-18 35 16,0-18-16,-18-17 15,88 53 1,-34 17 0,-1-35-1,-71-36 1</inkml:trace>
  <inkml:trace contextRef="#ctx0" brushRef="#br0" timeOffset="138644.79">8414 9278 0,'17'0'31,"36"35"-15,0 1-1,-18-19 1,-17 1 0,-18 17-1,0 0-15,0 18 16,0-17-1,0-1 1,-18-35 109,1 0-109</inkml:trace>
  <inkml:trace contextRef="#ctx0" brushRef="#br0" timeOffset="139957.74">6456 15134 0,'35'18'94,"36"52"-78,-1 36-1,1-35 1,-1-1 0,1 1-1,-53-54 1,-1 1 0,-17 0-16,18-1 15,-18-34 79,0-36-78,0 18-16</inkml:trace>
  <inkml:trace contextRef="#ctx0" brushRef="#br0" timeOffset="140325.66">6985 15222 0,'18'36'31,"17"87"1,-17-52-17,17 17 1,-35-53 0,0-17-1,-18-18 95</inkml:trace>
  <inkml:trace contextRef="#ctx0" brushRef="#br0" timeOffset="141224.07">7726 15840 0,'53'0'125,"53"0"-109,193 0-1,-52 0 1,-70 17 15,-71-17-15,-106 18 31</inkml:trace>
  <inkml:trace contextRef="#ctx0" brushRef="#br0" timeOffset="149197.84">5468 3933 0,'-18'18'234,"18"88"-218,0-36-16,18-17 16,17 89 15</inkml:trace>
  <inkml:trace contextRef="#ctx0" brushRef="#br0" timeOffset="150694.81">5539 3969 0,'-18'0'93,"0"0"-61,-17 0-1,17 0-15,1 0-16,17 17 15,-18 1 1,0 17-1,18 18 1,0-18 15,0 36-15,53 0 0,36 17-1,-19-18 1,18-17-1,-35 0 1,18-18 0,-36 1-1,-17-36 1,35 0 0,-18-36-1,0 19 1,0-36-1,-17-18 17,0 1-17,-18-18 1,-71-1 0,18 19-1,-53-1 1,18 18-1,-18 0 1,1 53 0,-19 0-1,-17 0 1,88 0 0,71 0 46</inkml:trace>
  <inkml:trace contextRef="#ctx0" brushRef="#br0" timeOffset="151234.72">5856 4357 0,'0'0'0,"35"17"16,54 36 0,-1 53-1,-35-53 1,17 53-1,-17-53 1,-18-18 15,-17-35-15,-53-18 31</inkml:trace>
  <inkml:trace contextRef="#ctx0" brushRef="#br0" timeOffset="151751.88">6385 4075 0,'18'0'16,"35"70"-1,-36-17-15,36 35 16,-17-17 0,-19 52-1,19-35 1,-19-52-1,1-19 1,-18 1 0</inkml:trace>
  <inkml:trace contextRef="#ctx0" brushRef="#br0" timeOffset="153131.29">12682 4127 0,'-17'0'31,"-54"18"0,-17 106 0,70-71-15,18 17 0,18-17-1,17-18 1,1 1-1,-19-1 1,18-18 0,18-17-1,71 0 1,-89 0-16,18 0 16,123 0-1,-123 0 1,-17-52-1,-36 16 1,0-34 0,0 17 15,-18-18-15,-17 36-1,-18-18 1,-35 18-1,17 17 1,0-17 0,1 35-1,52 0-15,1-18 16</inkml:trace>
  <inkml:trace contextRef="#ctx0" brushRef="#br0" timeOffset="153767.19">12929 4463 0,'53'70'16,"-106"-140"-16,177 228 15,-89-105 1,36 53-1,-18-35 1,-36-18 0,1-36 15,-1-17-15</inkml:trace>
  <inkml:trace contextRef="#ctx0" brushRef="#br0" timeOffset="154801.34">13423 4374 0,'18'0'62,"-1"0"-46,1 0 77,17 18-77,-17 17 0,-18-17-1,0 0-15,0 17 16,0 0-16,0-17 16,-53 35-1,71-53 173,-1 0-173,1 0-15,0 0 16,-1 0 15,19 35-15,-36 0-1,0-17 1,0 35 0,-18 0-1,-17-36 17,-1 1-17,19-18 63,-107 0-62</inkml:trace>
  <inkml:trace contextRef="#ctx0" brushRef="#br0" timeOffset="156083.26">7638 4516 0,'17'0'31,"19"0"0,-1 0-15,0 0-1,36 0 1,17 0 0,0 0-1,18 0-15,70 0 16,565 0-1,-159 0 1,0 0 0,-88 0-1,-106 0 17,-106 0-17,-88 0 1,-123 0-1,-53 0 1,-1 0 15</inkml:trace>
  <inkml:trace contextRef="#ctx0" brushRef="#br0" timeOffset="156866.04">11465 4392 0,'71'35'79,"17"18"-64,-70-35-15,17-18 16,71 35-1,-71-17 1,-35-1 62,0 36-62,-35 18-1,-53-1 1,35-34 0,0-19-1,35-17 48,-17 18-63</inkml:trace>
  <inkml:trace contextRef="#ctx0" brushRef="#br0" timeOffset="158129.1">8220 4251 0,'-53'35'47,"-177"89"-15,107-54-1,105-70-16,18 36 48,0-19-47,-17 1-1,70 17 63,-36-35-62,89 53 0,18-35 15,-71-1-31,52 1 15,178 0 1,-142 17 0,-88-18-1</inkml:trace>
  <inkml:trace contextRef="#ctx0" brushRef="#br0" timeOffset="158732.03">9190 3581 0,'0'35'31,"0"18"-15,0 70-1,0-34 1,0 16-1</inkml:trace>
  <inkml:trace contextRef="#ctx0" brushRef="#br0" timeOffset="159880.84">9666 3563 0,'0'0'0,"-35"0"15,-36 0 1,18 0 15,36 0 0,-1 35-15,0-17 0,1 17-1,-1-17 1,1 17 0,17 0-1,0 1 1,0 17-1,35-18 1,-35-17-16,17-1 16,36 36-1,-17 0 1,-19-18 0,36 1 15,18-19-16,-1-17 1,18 0 0,-35 0-1,-17 0 1,-19-17-16,1-1 16,0-35-1,-18 35 1,17-87-1,-17 69 1,0-17 0,0 18-1,-35 17 1,17-17 0,-17 0 15,-18 0-16,18-1 1,17 36 0,1-17 77</inkml:trace>
  <inkml:trace contextRef="#ctx0" brushRef="#br0" timeOffset="160529.81">9719 4075 0,'53'17'140,"35"54"-124,-35 17-1,18 18 1,-36-71 0,-35 0-1,18-17 1</inkml:trace>
  <inkml:trace contextRef="#ctx0" brushRef="#br0" timeOffset="161154.06">10301 3757 0,'35'88'31,"-17"-52"-15,-18-1-16,0 18 16,35 35 15,-35-70-16,18-18 1,0 17 31,-1 1-31</inkml:trace>
  <inkml:trace contextRef="#ctx0" brushRef="#br0" timeOffset="162294.26">10460 3457 0,'17'0'46,"1"0"-30,35 35 0,-35 1-1,-18 17 1,0 17 0,0 1-1,-18-1 16,-70 1-15,53-36 0,17-35-1,36 0 142,105-35-126,-35 35 0,-70 0-15,0 0-16,-1 35 15,89 71 1,-71-35 0,1-19-1,-19-52 1,1 0-1,-18 18 1</inkml:trace>
  <inkml:trace contextRef="#ctx0" brushRef="#br0" timeOffset="163966.5">10495 3475 0,'-18'0'187,"-52"0"-171,52 0 15,-17 0-15,35 17 109,-35 36-110,35-35 1,0 35 0,0-35-1,17-1 1,-17 1-1,36 17 32,-36-17-31,0 17 0</inkml:trace>
  <inkml:trace contextRef="#ctx0" brushRef="#br0" timeOffset="165067.26">12171 3634 0,'0'17'46,"17"-17"-14,54 18-1,-36-18-31,265 0 31,564 0 0,-246 0-15</inkml:trace>
  <inkml:trace contextRef="#ctx0" brushRef="#br0" timeOffset="165879.87">13635 3404 0,'17'0'94,"19"18"-79,17 0 1,17 34 0,-52-34-16,0-18 15,70 71 1,-35-54-1,-18 19 32,-35-19-31,35 19 0,-35-1-1,0 35 1,0 1-1,-35 35 1,-18-36 0,0-17-16,35-35 15,-17 17 1</inkml:trace>
  <inkml:trace contextRef="#ctx0" brushRef="#br0" timeOffset="167137.31">14834 3563 0,'-88'0'63,"70"0"-48,-34 18 1,34-18 0,18 53 15,0 0-16,0-36-15,0 18 16,0 18 0,0-17-16,18-19 15,52 54 1,-52-18 0,35 0-1,0-18 1,-18-17-1,53-18 17,0-18-17,-17-35 1,-36 0 0,-17 18-16,-18 17 15,0-52 1,0 52-16,-36-53 15,1 1 1,-18 17 0,36 35-1,-19 1 1,-34-19 0,17 19-1,0-1 1</inkml:trace>
  <inkml:trace contextRef="#ctx0" brushRef="#br0" timeOffset="168159.95">15346 3422 0,'35'0'62,"-17"35"-31,-1 18-15,1 18 0,-18-36-16,0 18 15,18 17 1,17 19-1,-17-54 1,-18 35 0,17-70-1,-17 53 1,18-53 0,-18 18-1,17-18 16,-17 18 16,18-18-31,0 0 15,52 0 0,19 0-15,-1 0 0,-18 0-1,-52 0 1</inkml:trace>
  <inkml:trace contextRef="#ctx0" brushRef="#br0" timeOffset="169707.63">16510 3545 0,'18'0'390,"-1"0"-374,54 0 46,52 53-30,-105-53-17,70 0 1,18 18-1,-53-18-15,0 18 16,70-18 0,-123 35 109,-17 0-110,-19 0-15,-17 18 16,-35 36 0,-18-19-1,71-17 1,0-35-1</inkml:trace>
  <inkml:trace contextRef="#ctx0" brushRef="#br0" timeOffset="170983.75">17903 3334 0,'0'53'78,"0"52"-62,18-16 0,0-19-1,-1 18 1,1-35-1,0-35 1</inkml:trace>
  <inkml:trace contextRef="#ctx0" brushRef="#br0" timeOffset="171359.1">18309 3828 0,'18'0'31,"-18"-36"94,-18 19-109,1-1-16</inkml:trace>
  <inkml:trace contextRef="#ctx0" brushRef="#br0" timeOffset="172309.56">18521 3298 0,'17'18'63,"1"53"-32,-18-36 0,18-17 0,-18-1 1,35-17-1,-17 18-15,17 17-1,0-17 1,0 17-1,18 0 1,-53-17 0,36 0-1,-36 17 17,0 0-17,0 0 1,-18-35-16,-88 71 31,0-36-15,89-35 15,-1 0 78,0 0-93</inkml:trace>
  <inkml:trace contextRef="#ctx0" brushRef="#br0" timeOffset="172904.67">18468 3281 0,'18'0'31,"34"0"0,1 17-15,18 1-1,17-18 1,-35 0 0,-53 18 124</inkml:trace>
  <inkml:trace contextRef="#ctx0" brushRef="#br0" timeOffset="173504.16">19579 3475 0,'-35'53'47,"-89"53"-16,89-71-16,-71 18 1,53 0-16,0-18 16,53-17 15,-17-18 31</inkml:trace>
  <inkml:trace contextRef="#ctx0" brushRef="#br0" timeOffset="174057.59">19138 3545 0,'18'0'16,"17"0"15,18 36 0,-18-1-31,18-17 16,35 35-1,-17-1 1,-18-34 0,-35-18-1</inkml:trace>
  <inkml:trace contextRef="#ctx0" brushRef="#br0" timeOffset="174641.95">19897 3316 0,'35'53'47,"0"70"-32,-17 36 1,-18-71-1,17-52 1</inkml:trace>
  <inkml:trace contextRef="#ctx0" brushRef="#br0" timeOffset="175639.48">20373 3404 0,'-35'36'109,"-1"34"-78,36-35-15,0 54-1,0-54 1,18 18 0,-18-18-1,18-35 1,-1 0 0,-17 18-1,36-1 1,34-17-1,-17 0 1,53-88 0,-36 18-1,-52-19 1,-18 72 0,0-1 15,0 0-16,-18-17 1,-17 18 0,-53-19-1,0 19 1,35 17 0,18-18-1,17 18 1,0 0-16,1 0 15,-1 0 32,0 0 47</inkml:trace>
  <inkml:trace contextRef="#ctx0" brushRef="#br0" timeOffset="176371.66">20655 3775 0,'18'0'78,"35"53"-62,0 17-1,-18 1 1,-35-54-16,35 19 15,0 17 1</inkml:trace>
  <inkml:trace contextRef="#ctx0" brushRef="#br0" timeOffset="176936.96">21026 3351 0,'52'53'31,"-104"-106"-31,122 159 0,-17-18 16,-18 71-1,-35-88 17,-17-71 61</inkml:trace>
  <inkml:trace contextRef="#ctx0" brushRef="#br0" timeOffset="177983.15">21008 3369 0,'0'-35'16,"0"70"-16,0-88 16,18 18-1,17 0 1,-35 17-1,53 0 1,-36 1 15,1 17 1,0 17-17,-1 19 1,1-19-1,-18 18-15,0-17 16,-35 106 15,-36-36-15,53-71 0,-17 19-1,88-54 173,159 18-157,-177 0-15,18 18-1,-53-1 1,35 1-1,-17 0-15,17 52 32,0 1-17,-17-36-15,0 36 16,-1-71 0,1 0 15,-18-18 109</inkml:trace>
  <inkml:trace contextRef="#ctx0" brushRef="#br0" timeOffset="182861.05">15028 4374 0,'18'0'78,"-18"18"-62,88 0 0,-17-18-1,87-18 1,107 0-1,-106 18-15,-18 0 16,106 0 0,-159 0-16,-17 0 15,123 0 1,-36 0 0,1 0-1,53 0 1,17 0 15,36 0-15,-54 0-1,1 0 1,-18 0 0,-88 0-1,-18 0 1,-53 0-16,18 0 15,53 0 1,-53 0-16,123 0 16,1 0-1,34 0 1,1 0 0,0 0-1,-36 0 1,36 0-1,-36 0 17,36 0-17,0 0 1,-89 0-16,-35 0 16,106 0-1,-106 0-15,36 0 16,-1 0-1,-34 0 1,-1 0 0,0 0-1,-35 0 1,0 0 0,35 0-1,18 0 1,35 0 15,18 0-15,-89 0-1,-70-70 110,0-107-93,0-87-1,0-18 0,0 211-15,0-35-1,0 53-15,0 0 16,-35-70 0,0 70-1,35 35 1,-18 1-1,0-1 79,1 1-78,-18-19 31,-71 1-16,53 17-15,-18 1-1,-35 17 1,18 0-1,-35 0 1,-36 0 0,-17 0-1,-36 0 1,-88 0 0,106 0-1,18 0 1,-36 0-1,36 0 17,-71 0-17,35 0 1,-17 0 0,-54 0-1,54 0 1,17 0-1,124 0-15,18 0 16,-107 0 0,-34 0-1,-1 0 1,124 0-16,0 0 16,-212 0-1,159 0 1,17 0-1,-52 0 17,17 0-17,0 0 1,53 0 0,-52 0-1,34 0 1,36 0-1,17 0 1,36 0-16,18 0 16,-54 0-1,18 0 1,-17 0 0,17 0-1,0 0 1,-36 0-1,19 0 1,-36 0 15,53 0-15,36 0 0,-1 0-1,0 0-15,1 0 16,-72 0-1,37 17 1,-54 1 0,35 0-1,18-18 1,36 0 0,-19 0-1,1 17 16,17-17 1,-52 18-17,-36 17 1,71-35-16,-1 18 16,1-18-1,35 35 110,0 18-94,0 0 1,0-35-17,0 17 1,0 18 0,18 0-1,-1 0 1,1 17-1,0-35 1,-18 1 0,17-1-1,-17 18 1,18-18 0,0 0-16,-18-17 15,0 53 1,0-36-1,0 35 17,17-34-17,1-1 1,-18-17 0,18-1-1,-18 19 1,0-1-1,0-18-15,17 19 16,-17-1-16,0-17 16,0 70-1,0-35 1,0-36 0,0 1-1,0 17 16,0 1-15,0-19 15,0 1-15,18-18 46,17 0 48,53-18-79,-17 1 0,-36-19 157,-17 36-94</inkml:trace>
  <inkml:trace contextRef="#ctx0" brushRef="#br0" timeOffset="190348.86">23812 2311 0,'36'-18'141,"34"0"-126,-17 18 1,35 0-1,1 18 1,-19 17 0,-35 1-1,1-1 17,-36-17-32,17 70 31,-17 0-16,-17-18 1,-19 1 0,1-36-1,18 18 1,-1-35 0,-17 17-1,35 18 79,-18-53-63,0 35-15,1-17 15,-1 0-15,18-1 15,18-17 31,70 0-30,-35 0-32,123 0 31,-17 0 0,-159-35 79,18 35-95</inkml:trace>
  <inkml:trace contextRef="#ctx0" brushRef="#br0" timeOffset="190880.58">25382 2469 0,'-17'0'47,"-71"106"-32,17-18 1,18-17 0,-35 17 15,0 18-16,88-88 1,-18-18 78,-17-18-79,17 18 1</inkml:trace>
  <inkml:trace contextRef="#ctx0" brushRef="#br0" timeOffset="191205.5">24783 2505 0,'17'0'31,"1"0"-15,-18-18 93</inkml:trace>
  <inkml:trace contextRef="#ctx0" brushRef="#br0" timeOffset="191626.99">25488 2910 0,'0'0'0</inkml:trace>
  <inkml:trace contextRef="#ctx0" brushRef="#br0" timeOffset="192730.22">24342 3351 0,'17'18'31,"-70"-18"32,89-18 62,69 18-110,107-17 1,70-54 0,1 71-1,-89 0 1,-141-17-1,-18 17 126,-18 0-125,36 0 109,0 35-94,0 0 0,-53-17-31</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5:08:19.509"/>
    </inkml:context>
    <inkml:brush xml:id="br0">
      <inkml:brushProperty name="width" value="0.05292" units="cm"/>
      <inkml:brushProperty name="height" value="0.05292" units="cm"/>
      <inkml:brushProperty name="color" value="#FF0000"/>
    </inkml:brush>
  </inkml:definitions>
  <inkml:trace contextRef="#ctx0" brushRef="#br0">23301 4992 0,'18'0'15,"17"0"16,106 176-15,-53 89 0,-35-18-1,-53-89 1,0-87 0,0-36-1</inkml:trace>
  <inkml:trace contextRef="#ctx0" brushRef="#br0" timeOffset="1259.98">23442 5186 0,'35'-35'78,"-17"-1"-63,17 1 1,1 17 0,16-17-1,1 35 1,-35 0-16,17 0 15,18 0 1,0 35 0,-35 1-1,-1-19-15,-17 19 16,18-19 0,-18 1-16,0 35 15,0-36 1,0 19-16,-71 34 31,19-35-15,16-35-1,72 0 110,69 0-93,-69 0-32,34 18 31,1 53 0,-36-18-15,0 35-1,-35-35 1,0 0 0,-53 0-1,36-18-15,-18-35 16,-1 17-1,19-17-15,-19 0 16,-70-17 0,89-18-1,-1 17-15</inkml:trace>
  <inkml:trace contextRef="#ctx0" brushRef="#br0" timeOffset="1906.75">24377 5556 0,'0'0'0,"-53"53"16,35-18-16,18 1 16,-17 52-1,17-35 1,0 0-16,35 17 16,0-17-1,-17-18-15,17-17 16,-17-18 15,17-123-15,-17 34-1,-18 19 1,0-18 0,0 35-1,-18 35 1,18 36 78</inkml:trace>
  <inkml:trace contextRef="#ctx0" brushRef="#br0" timeOffset="2310.13">25012 5521 0,'-18'0'15,"-17"71"1,-18-1 0,-17 54-1,34-19 16,19-69-31,17-19 16,0 1 0,0-71 62</inkml:trace>
  <inkml:trace contextRef="#ctx0" brushRef="#br0" timeOffset="2748.65">24747 5486 0,'18'0'31,"-18"17"-15,18 19-16,35-1 15,-18 53 1,0-35-16,0 18 15,54-1 1,-72-52 0</inkml:trace>
  <inkml:trace contextRef="#ctx0" brushRef="#br0" timeOffset="4311.42">26141 5486 0,'17'70'47,"1"230"-16,-36-159 1,-34-70-17,34-71 1,-35 0 0,18 0-1,-89-124 1,89 71-1,-89-141 1,107 159 0,17-53-1,0 70-15,17-70 16,19 35 0,17 0-1,-36 36 32,19 17 0,17 88-31,-18-18-1,-35 19 1,0-19-1,-53 18 1,18-70 0,17 17-1,18-17 1,-18-18 0,18 17-1,0 1 63,0 0-62,0 17 0,0-17-1,0 17 1,0-17-1,0-1 32,0 1-15,0-1 77,18-17-93,17 0 30,53-52-14,-35 16-17,36-17 1,-72 36 0,1 17 109,-1 0-110,1 0-15</inkml:trace>
  <inkml:trace contextRef="#ctx0" brushRef="#br0" timeOffset="5460">26899 5098 0,'-17'0'15,"17"17"1,0 89-1,0 88 17,0 0-32,0-88 31,0-18-15,35-17-1,-17-54 1,-1-17 31,1-53-32,-1 1-15,1-1 16,17-36 0,-17-16-1,-18 34 1,18 0-1,-18-34 1,0 69 15,0 1-15,0 106 78,0 52-79,35 36 1,-17 35 0,17-88-1,-17-36 1,-1-70-1,1-88 48,-18 53-47,0-18-16,0 18 15,35-195 1,-35 89-1,0 18 1,0 70 0,0-88-1,-18 105 1,1 36 31,-1 0-32</inkml:trace>
  <inkml:trace contextRef="#ctx0" brushRef="#br0" timeOffset="6390.31">27552 5151 0,'0'88'62,"35"88"-46,-35-52-1,0 175 1,0-210 0,0 69-1,18-105 1,-1-35 0,-17-71 46,0-70-31,0 34 1,0 54-17,18 17-15,-18 1 16,53-1-1,18 1 1,-36 17 0,0 0-1,0 0 1,1 88 0,-1 0-1,-17 18 1,-1-53-1,-17-18 1,18-35-16,-18 71 31,0-54-15,-18-34 109</inkml:trace>
  <inkml:trace contextRef="#ctx0" brushRef="#br0" timeOffset="6825.31">28134 5592 0,'18'17'47,"17"142"-32,-35-36 1,35-34 15,-35-54-15,0-53 62,-17-17-78</inkml:trace>
  <inkml:trace contextRef="#ctx0" brushRef="#br0" timeOffset="7109.11">28099 5468 0</inkml:trace>
  <inkml:trace contextRef="#ctx0" brushRef="#br0" timeOffset="7887.85">28487 5450 0,'-106'53'31,"88"53"1,18-35-1,18-71-31,0 35 16,-18-17-1,17-1-15,1 1 16,0 0-1,-1-18-15,1 35 32,-18 18-17,0 0 1,-18 0 0,-17-36-1,35 1 1</inkml:trace>
  <inkml:trace contextRef="#ctx0" brushRef="#br0" timeOffset="9774.86">28840 5062 0,'0'71'63,"0"105"-47,0-88-16,0 36 15,0 105 1,0-141-16,0 18 15,0 18 1,0-195 78,35-35-63,35-17 0,-34 88-31,-1-36 32,-17 36-17,-1 35 1,-34 17 78,-54 89-79,71-70 1,-53 16-1,53-34 1,0 35 0,18-53 15,-18 35-15,35-17-1,0 52 1,54-17-1,16 0 1,-69-35-16,17 0 16,17-18-16,-17 0 15,106-36 1,-124-17 0,-17-35-1,-1 53 1,19-106-1,-19 70 1,-17 36 0,0 0 15,0 17-15,-17 0-1,-1-17 1,-17 35 31,-1 0-32,19 18 1,17 35 0,0 17-1,0 18 1,0-17-1,0 0 1,17 34 0,19-69-1,-19-19 17,142-158 14,-35 71-30,-72 17 0,-16 0-1,-36 35 1,0 1 0,0 52 140,0 35-141,0 19 1,0 16 0,35-34-1,18 35 1,-18-71-16,-17-35 31,-36-18 47,-17 18-62</inkml:trace>
  <inkml:trace contextRef="#ctx0" brushRef="#br0" timeOffset="10512.73">26088 7197 0,'0'0'0,"18"0"0,-1 17 16,36 36-1,-18 88 1,1 142 0,-36 34-1,0-193-15,0-19 16,-18 1 0,18-88-1,-18-53 48,18-89-32</inkml:trace>
  <inkml:trace contextRef="#ctx0" brushRef="#br0" timeOffset="11198.99">26388 7020 0,'-36'0'0,"107"0"16,-106 0-16,105 0 16,-34 0-16,-1 53 15,0 0-15,0 18 16,-35 34-1,0-34 1,-17-18 0,-71 35-1,-1-17 1,19-54 15,35-17-15,70 0 109</inkml:trace>
  <inkml:trace contextRef="#ctx0" brushRef="#br0" timeOffset="11721.84">26793 6756 0,'0'53'47,"53"264"-16,-17-88-16,-1-35 1,0-105 0,-35-54-1</inkml:trace>
  <inkml:trace contextRef="#ctx0" brushRef="#br0" timeOffset="12323.93">27234 7250 0,'-17'0'16,"-1"35"-1,18 18 1,18-18-16,17 36 16,0-18-1,1-18 1,17-70 46,-36-54-46,18 1 0,-35-18-1,-52 36 1,-1-18 0,17 52-16,19 36 15,-1 0 16,0 0-15,18 18 15,0 0-15,18 34 15,17-16-15,-17-36-16</inkml:trace>
  <inkml:trace contextRef="#ctx0" brushRef="#br0" timeOffset="12906.61">27764 6615 0,'0'35'47,"0"106"-31,0-53-1,0 194 1,35-176 0,-35-35-1,18-54 1,-1 1 15,1 0-15,-18-36 15,35 18-15,-35-18-16,18-17 31,-18 0-15</inkml:trace>
  <inkml:trace contextRef="#ctx0" brushRef="#br0" timeOffset="13222.27">27640 7038 0,'18'0'31,"17"0"1,89-18-17,-54 18 1,18-17 0,-88-1-1</inkml:trace>
  <inkml:trace contextRef="#ctx0" brushRef="#br0" timeOffset="13914.2">26987 8132 0,'89'-36'63,"52"-52"-32,-71 53-31,89 17 15,-106 0 1,-35 18-16</inkml:trace>
  <inkml:trace contextRef="#ctx0" brushRef="#br0" timeOffset="14745.27">24589 6562 0,'88'0'63,"88"0"-48,106 0 1,54 0 0,-107 0-1,-106 0 1,-105 0 0</inkml:trace>
  <inkml:trace contextRef="#ctx0" brushRef="#br0" timeOffset="19886.34">10460 13970 0,'17'0'15,"-17"18"63,0-1 32,-141 1-79,-106-18-15,-70 0-1,-159 0 1,-18 0-1,35 0 1,71 0 0,88 0-1,142 0 1,69 0 0,54 0-1,17 18 188,-70-1-187,35-17-16,-35 0 16,-459 0-1,142 0 1,87 0 15,124 0-15,106-17-1,53 17 1,-1-18 0,19 18-16,-1 0 15,0 0-15,-35 0 16,18 0-1,-18 18 1,0-18-16,36 0 16,-213 17-1,89-17 1,-53 0 0,18 0-1,17 0 1,0 0-1,-17 0 17,88 0-32,17 0 15,-87 0 1,69 0 0,36 0-16,18 0 15,-35 18 1,70-1-1,-36-17 64</inkml:trace>
  <inkml:trace contextRef="#ctx0" brushRef="#br0" timeOffset="20702.04">3563 13882 0,'0'35'125,"-53"18"-110,-35 0 1,35 0 0,-18 0-1,36-18 16,18-17-31,17-1 32,17 1 77,54 0-93,-36 17-16,18-18 15,70 19 1,-52-36 0,-18 0-1,-18 0 126,0 0-141</inkml:trace>
  <inkml:trace contextRef="#ctx0" brushRef="#br0" timeOffset="22347.42">10601 11518 0,'-53'0'78,"-70"0"-46,17 0-17,-124 0 1,-334 0 0,158 0-1,-17 0 1,-18 0-1,0 0 1,0 0 0,88 0 15,71 0-15,35 0-1,159 0-15,-36 0 16,36 0-16,-35 0 15,-107 0 1,142 0 0,-123 0-1,87 0 1,71 0 0,-53 0-1,-52 0 1,105 0-1,-18 0-15,-105 0 16,52 0 15,71 0-31,18 0 16,-124 0 0,-35 0-1,88 0-15,18 0 16,-35 0-1,105 0-15,-17 0 16,17 0 0</inkml:trace>
  <inkml:trace contextRef="#ctx0" brushRef="#br0" timeOffset="23252">4180 11218 0,'-17'18'78,"-71"70"-46,52-70-17,1-1-15,-18 19 16,-17 17 0,34-36-16,19-17 15,-1 18 1,18 0 46,-53 34-30,53-34 14,18-18-30,-18 18-16,35-1 16,18 19-1,-18-19-15,-35 1 16,53 0 0,-35-18-16,35 52 15,-36-34 1,36 0-1,-35-18 1,17 17 0,36 19 15,-36-1-15,-17-17-1,35-18 1,-36 35-1,18-17-15,54 17 32,-54 0-32</inkml:trace>
  <inkml:trace contextRef="#ctx0" brushRef="#br0" timeOffset="25309.78">10248 12718 0,'-53'0'78,"-53"17"-47,54-17-31,16 0 0,-52 0 16,0 18-1,-53-18 17,-36 0-17,54 0-15,35 0 16,-18 0-16,0 0 15,-106 0 1,159 0-16,-35 0 16,-106 0-1,88 0-15,1 0 16,-89 0 0,88 0-16,17 0 15,-157 0 1,140 0-1,0 0 1,-88 0 0,-18 0-1,1 0 17,-19 0-17,107 0-15,-1 0 16,18 0-16,1 0 15,-107 0 1,159 0-16,0 0 16,0 0-16,36 0 15,-54 0 1,36 0 0,-1 0 15,-87 0-16,52 0 1,1 0 0,-1 0-1,1 0 17</inkml:trace>
  <inkml:trace contextRef="#ctx0" brushRef="#br0" timeOffset="26437.33">5592 12435 0,'-18'36'78,"-53"52"-46,1 0-1,34-35-15,1-35-16,18-1 15,-54 1 1,53 0-16,18-1 219,0 1-188,18-18 141,35 35-141,0 18 0,53 18-15,-53-36-1,52 18 1,-34 0 0,17-18-1</inkml:trace>
  <inkml:trace contextRef="#ctx0" brushRef="#br0" timeOffset="30769.23">10760 15258 0,'-18'0'187,"0"0"-156,1 0 1,-18 0 46,-71 0-47,-35 0 0,-53 0 1,88 0-1,35 17-16,18 1-15,0 0 16,-53 17 0,36-35-1,-36 35 1,53-17 0,-35 17-1,0-35 1,17 0-1,-17 18 1,-18-18 0,53 0-16,-17 0 15,17 17-15,-18-17 16,-17 18 0,0-18-16,-106 18 31,53-1-16,-89 1 1,142-1-16,0-17 16,-229 36-1,87-36 1,19 0 0,-1 0-1,0 0 1,1 0-1,34 0 1,71 0-16,53 0 16,-123 0-1,-18 0 1,106 0 0,17 0-16,-123 0 31,141 0-16,-70 17 1,52-17 0,1 18-1,-54 0 1,1-18 0,17 17-1,18-17 1,35 0-16,35 0 15,1 0 1</inkml:trace>
  <inkml:trace contextRef="#ctx0" brushRef="#br0" timeOffset="32751.62">4833 15346 0,'0'-18'110,"0"1"-95,0-1 1,0 0-1,18 18-15,-18 36 157,0-1-142,-18 0 1,-17 0 0,35-17-16,-18 0 15,18-1 1,-18 1-1,18 0 1,-17-1-16,-1-17 16,18 18-1,0 17 48,0-17-32,0-1-15,0 1 140,18 0-15,-1-1-63,1 1 0,17-18-47,-17 0-31,-18 18 16,35-1-1,1 19 1,-1-1 0,18 18-1,-18-18 1,-35-17-1,18-1 1,-1-17 15,1 0-15,-18 18 15,18-18-31,-1 0 16,-17 18 46</inkml:trace>
  <inkml:trace contextRef="#ctx0" brushRef="#br0" timeOffset="36514.53">10760 8167 0,'-18'0'125,"-52"0"-94,34 17-16,19 1-15,-1-18 16,-70 0 0,0 18-1,-54-18 1,-34 0 0,-36 0-1,1 0 1,70 0-1,0 0 17,-18 0-17,71 0-15,-1 0 16,-122 0 0,123 17-16,-36-17 15,-88 0 1,124 0-16,-35 0 15,-54 0 1,89 0-16,-18 0 16,-194 0-1,159 0 1,-53 0 0,18 0-1,0 0 1,-36 0-1,0 0 1,1 0 15,-1 18-15,88-18-16,-34 0 16,-72 0-1,142 0-15,-176 0 16,17 0-1,35 0 1,36 0 0,87 0-1,36-18 1,1 18 0,16 0-1,-17-17 1,0 17 15,18 0-31,0 0 0,-36 0 31,54 0-31,-54 0 16,-105 0 0,88-18-1,-1 0 1,36 18-1</inkml:trace>
  <inkml:trace contextRef="#ctx0" brushRef="#br0" timeOffset="37548.83">3792 7937 0,'-17'18'109,"-71"53"-93,52-54-1,-17 19-15,-53 17 31,71-18-15,18-35 15,-1 53 16,-17-53-31,17 17-16,0 1 15,1-18 1,17 18 156,35 17-141,0-35-15,1 35-16,16 0 15,-16 1-15,-1-19 16,53 19 0,-35-1-16,-35-17 15,-1-1 1,1-17 62</inkml:trace>
  <inkml:trace contextRef="#ctx0" brushRef="#br0" timeOffset="41795.08">10989 6773 0</inkml:trace>
  <inkml:trace contextRef="#ctx0" brushRef="#br0" timeOffset="42947.21">11024 5203 0</inkml:trace>
  <inkml:trace contextRef="#ctx0" brushRef="#br0" timeOffset="46521.36">12100 6967 0,'71'0'78,"-18"0"-63,17 0-15,-17 0 16,35 0-16,-17 0 16,70 0-1,-106 0-15,1 0 16,-1 0-1</inkml:trace>
  <inkml:trace contextRef="#ctx0" brushRef="#br0" timeOffset="47689.24">12488 7020 0,'0'106'47,"0"-53"-32,0 70 1,0 54 0,0-18-1,0 17 1,0 36 0,0-54 15,18-87-31,-18 17 15,18 18-15,-18-18 16,0 53 0,0-88-16,0 18 15,0 105 1,0-88-16,0 1 16,17 122-1,1-140 1,-18-1-1,0 19 1,0-19 0,0 54-1,0 17 1,0-71 0,0-34-16,0 16 15,0-16-15,0-1 16,0 0-1,0 36-15,0-36 16,0 89 0,0-72-1,0 90 1,0-72 0,0 1-1,0 35 1,0-36-1,0-17 1,0 0 0</inkml:trace>
  <inkml:trace contextRef="#ctx0" brushRef="#br0" timeOffset="48531.06">12330 10918 0,'17'0'62,"36"36"-46,-18-19-1,-17 1 1,17 17-16,18 18 16,18 35-1,-54-70-15,19 35 16,-1 35 0,-17-70-16,-1-1 15,-17 19 1,0-107 78,53-105-63,53 35 0,-88 123-15</inkml:trace>
  <inkml:trace contextRef="#ctx0" brushRef="#br0" timeOffset="50436.94">12859 7902 0,'0'35'31,"17"212"-15,-17-141 0,36 53-1,-36-141 1,0-1 15</inkml:trace>
  <inkml:trace contextRef="#ctx0" brushRef="#br0" timeOffset="50809.35">13053 8220 0,'17'0'31</inkml:trace>
  <inkml:trace contextRef="#ctx0" brushRef="#br0" timeOffset="51553.88">13264 7761 0,'-17'53'31,"-1"-18"-15,18-17 0,0 0-1,0-1 1,18 1-1,-1-18-15,-17 17 16,18 1-16,17-18 16,71 71-1,-18-18 1,-17-18 0,-36 0-1,0 0 1,-17 18-1,-18 0 17,0 18-17,-53-18 1,18-18-16,0-17 16,-18 17-1,35-17-15,0-18 63,1-18-32,-1 0-15</inkml:trace>
  <inkml:trace contextRef="#ctx0" brushRef="#br0" timeOffset="52143.35">13370 7779 0,'18'0'47,"35"0"-31,17 0-1,1-18 1,-18 0 0</inkml:trace>
  <inkml:trace contextRef="#ctx0" brushRef="#br0" timeOffset="52621.44">13882 8061 0,'0'106'31,"0"-212"-31,-18 300 16,1-159-16,17-17 16,0 0-1</inkml:trace>
  <inkml:trace contextRef="#ctx0" brushRef="#br0" timeOffset="53101.47">13811 8167 0,'0'0'16,"18"0"-16,52 35 16,-52 0-1,17-35 1,-17 0 15,0 0 47,17 0-62,-17 0-1</inkml:trace>
  <inkml:trace contextRef="#ctx0" brushRef="#br0" timeOffset="54042.24">13070 8872 0,'53'53'47,"0"106"-16,-53-124-15,18 18-1,-18-18-15,18 1 16,-1 17-1,1-36 1,-18 1 0</inkml:trace>
  <inkml:trace contextRef="#ctx0" brushRef="#br0" timeOffset="55231.08">13458 8925 0,'0'53'31,"0"-106"-31,0 141 16,0-52-16,0-19 15,36 36 1,-1 18 0,0-36-1,-17 0-15,0-35 16,-18 18-1,17-18 1,1 0 0,88-71 15,-53-17-15,-18 35-1,0-35 1,-35 53-1,0 17 1,0-35 0,-70 0-1,52 36 1,0-1-16,-35 1 31,18 17 32,0-18-32,17 18 0,-35 18 110,53 34-110,0 1 0,0-17 63</inkml:trace>
  <inkml:trace contextRef="#ctx0" brushRef="#br0" timeOffset="55667.04">13635 9190 0,'17'0'47,"19"17"-31,-1 19-1,-17-1 1,35 36 0,0-18-1,-36-53-15,-17 17 16,18-17-16,-1 0 15</inkml:trace>
  <inkml:trace contextRef="#ctx0" brushRef="#br0" timeOffset="56983.45">13988 8661 0,'17'17'31,"19"36"-31,34 35 16,-35 18 0,1-35-1,-36-36-15,0-17 16,0-1-16,-36-52 109,1-35-77,17 52-17,18-17 1,-17 17-1,-1-17 1,18-18 0,0 35-1,0 1-15,0-1 32,0-17-17,0-1 32,18-17-16,17 53 47,-17 0-62,-18 18 0,35 0-1,-35-1-15,0 1 16,0 17 0,0 36-1,0-36 1,-18 0-1,1 1 1,34-36 125,54 0-126,17 17 1,-70 1 0,-1-18-1,1 0 48</inkml:trace>
  <inkml:trace contextRef="#ctx0" brushRef="#br0" timeOffset="58182.47">12541 8767 0,'18'0'62,"35"0"-46,-18 17-1,89 1 1,-54-1 0,-35-17-1,-17 18 16,0 17-15,-1-35 0,1 18-1,-18 35 48,-18-18-48,1 18-15,-36 18 16,-18 34 0,1-34-1,17 0 1,17-54 0,19-17 109,-1-17-110</inkml:trace>
  <inkml:trace contextRef="#ctx0" brushRef="#br0" timeOffset="71714.75">13229 15416 0,'0'18'94,"18"0"-79,-1 35-15,1-18 16,0 71-1,-18-53-15,17 0 16,19 70 0,-19-105-1</inkml:trace>
  <inkml:trace contextRef="#ctx0" brushRef="#br0" timeOffset="72059.81">13529 15804 0,'18'0'31</inkml:trace>
  <inkml:trace contextRef="#ctx0" brushRef="#br0" timeOffset="73165.53">13864 15381 0,'-35'53'47,"35"-18"-32,-18-17 1,18 0-1,0-1 1,0 1 78,36 17-63,16-17 0,-16-18 1,-19 0-17,19 35 1,-19 0-1,1-17-15,0-18 16,-1 35-16,-17-17 16,18 17-1,-1-35-15,-17 18 16,0 35 0,-35 0 15,-18-36-16,18-17 1,17 0 15,-17 0 1,17-17 14,18-1 33</inkml:trace>
  <inkml:trace contextRef="#ctx0" brushRef="#br0" timeOffset="73792.03">13917 15416 0,'53'-17'157,"123"17"-142,-35 0 1,-70 0 0,-53 0 46</inkml:trace>
  <inkml:trace contextRef="#ctx0" brushRef="#br0" timeOffset="74371.42">14922 15681 0,'0'18'46,"-35"87"-30,0-52 0,17-17-16,-35 87 31,53-105 0,-17-18 32,-1 0-48</inkml:trace>
  <inkml:trace contextRef="#ctx0" brushRef="#br0" timeOffset="74989.9">14640 15734 0,'71'53'94,"-18"-36"-79,0 19-15,35 52 16,-35-70-1,-36 17 1,1-18 0,0 1-1,-1 0 79,1-18-78,0 17-1</inkml:trace>
  <inkml:trace contextRef="#ctx0" brushRef="#br0" timeOffset="75547.97">15311 15434 0,'0'71'63,"0"-36"-48,17 88 1,1 36 0,-1-106-16,-17 0 15,36 35 1,-36-70-16,17-1 31,-34-34 47</inkml:trace>
  <inkml:trace contextRef="#ctx0" brushRef="#br0" timeOffset="76767.37">15804 15452 0,'-35'0'94,"0"0"-78,17 17-16,18 1 15,-35 17 1,35-17-16,-18 35 16,18-36-1,0 19 1,0-19-1,18 19 1,0-1 0,17 0-1,0 18 1,-35-35 0,35 17-1,-17-35-15,-18 35 16,53 36-1,-35-71 1,35 17 0,-18-17-1,0 0 1,0-70 0,18 17-1,-35-18 1,-18-34-1,0 34 1,-18 18 0,18 35-1,-35-17-15,0 0 16,35 17 0,-36 18-1,-16 0 1,34-17-1,-17 17 1</inkml:trace>
  <inkml:trace contextRef="#ctx0" brushRef="#br0" timeOffset="77424.82">15981 15840 0,'17'17'94,"72"72"-78,-72-37-1,36 37 1,-18-19 0,-17-52 15,-18-36 63,0-17-94</inkml:trace>
  <inkml:trace contextRef="#ctx0" brushRef="#br0" timeOffset="78010.5">16369 15434 0,'18'18'63,"17"35"-48,18 70 1,0-35 0,-18-35-1,-17-18 1</inkml:trace>
  <inkml:trace contextRef="#ctx0" brushRef="#br0" timeOffset="78982.2">16316 15346 0,'0'-18'15,"0"1"48,35-1-48,1 0 17,52-17-17,-35 17 1,-36 18 15,1 0-15,0 53 15,-1 0-15,-17 0-1,0 18 1,-17-18 0,-1-18-16,-17 18 31,17-36-31,18 1 15,-18-18 1,36 0 125,17-18-126,1 36 17,34 88-1,1-18-31,-18 0 31,-53-70-15,17 0-1,-34-18 95</inkml:trace>
  <inkml:trace contextRef="#ctx0" brushRef="#br0" timeOffset="80384.45">13494 16457 0,'0'18'94,"17"-18"-78,19 0-16,-1 0 15,-17 0-15,17 0 16,35 0 0,-34 0-16,-1 0 15,53 0 1,0 0-16,53 0 15,106 35 1,0-35 0,53 18-1,141 35 1,-53-18 0,36 18-1,-107-36 16,-158 19-31,0-19 16,17 1 0,-105-18-16,-1 0 15,106 18 1,-87-18 0,16 0-1,-52 0 1</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5:36:47.144"/>
    </inkml:context>
    <inkml:brush xml:id="br0">
      <inkml:brushProperty name="width" value="0.05292" units="cm"/>
      <inkml:brushProperty name="height" value="0.05292" units="cm"/>
      <inkml:brushProperty name="color" value="#FF0000"/>
    </inkml:brush>
  </inkml:definitions>
  <inkml:trace contextRef="#ctx0" brushRef="#br0">31062 6579 0,'35'0'172,"283"0"-140,-54 0-17,36 0 1,212 0 15,-424 0 0,-70 0 47</inkml:trace>
  <inkml:trace contextRef="#ctx0" brushRef="#br0" timeOffset="2140.75">4727 8132 0,'0'17'47,"18"-17"-16,-1 0-15,54 35 0,-18-35-1,18 18 1,-1-18-1,71 18 1,-53-18 0,124 0-1,-71 0-15,247 0 16,53 0 0,-123 0-1,-71 35 1,-36-35-1,-140 0 1,-18 0 0,0 0 15,-36 0-15,1 0-1,35 0 1,70-18-1,-34 18 1,-19 0 0,-35-17-1</inkml:trace>
  <inkml:trace contextRef="#ctx0" brushRef="#br0" timeOffset="5078.68">11783 8202 0,'0'-18'156,"17"18"-31,107 0-93,-89 0-17,212 0 16,-176 0-31,281 0 32,-158 18-17,-105-18 1,122 0 0,1 0-1,-124 0-15,0 0 16,177 0-1,-142 0 1,-34 0 0,-36 0-1,-18 0 360,0 0-359,18 0-16,212 35 31,-89-17-15,36-18-1,-1 0 1,-70 0 0,-35 18-1,-35-18 1,17 0 0,-35 17 15,-18-17-31,18 0 31,124 0 0,-89 0-15,-18 0 0,-17 0-16,35 0 15,18 0 1,-18 0-1,-35 0 1,53 18 0,-53-18-1,0 0 1,-18 0 15,1 0-15,-19 0-1,36 0 1,88 0 15,-70 0-15,-1 0 0,1 0-1,17 0 1</inkml:trace>
  <inkml:trace contextRef="#ctx0" brushRef="#br0" timeOffset="8499.53">24589 8096 0,'17'0'219,"160"-35"-188,-107 35-16,36 0 1,35 0 0,36 0-1,52 0 1,-88 0 0,-35 0-1,-53 0 1,-18 0 15,36-18-15,-1-17-1,1 35 1,52 0 15,-70 0 0,18 0-15,-54 0 15,1 0 47,52 0-62,1 0 0,17 0-1,0 0 1,1 0 0,-1 0 15,-18 0-16,18 0 1,-35-18 0,0 18-16,18-35 15,-36 35 1,36-18 0,-71 1-1,17 17 1,-17-18 46</inkml:trace>
  <inkml:trace contextRef="#ctx0" brushRef="#br0" timeOffset="11725.66">3069 9648 0,'0'18'47,"18"-18"46,-1 18-77,125-18 0,34 0-1,71 0 1,17 0-1,-105 0-15,18 0 32,528 17-17,-493-17 17,-18 0-17,-18 18 1,-70 0-1,-35-18 1,-1 0 0,-35 0-1,36 0 1,-18 0 0,-18-18-1,18 18-15,18 0 16,17 0 15,18 0-31,-18 0 31,18 18 1,0-18-1,-18 0-16,0 0 1,-53 0-16,1 0 16,87 0-1,-70 0 1</inkml:trace>
  <inkml:trace contextRef="#ctx0" brushRef="#br0" timeOffset="16914.48">14605 9772 0,'35'0'187,"265"-18"-156,-176 18-15,175 0 0,72 0-1,17 0 1,-212 0-16,-35 0 15,142 0 1,-178 0-16,107 0 16,-18 0-1,-17 0 1,-72 0 0,-16 0-1,-1 0 1,-18 0-1,1 0 1,35-17 0,-53 17 15,17 0-15,36 0-1,-88 0-15,70 0 16,-35 0-1,0 0 1,0 0 0,17 0-1,18 0 1,-17 0 0,-18 0-1,0 0 1,53 0-1,-1 0 1,37 0 15,-37 0-15,-16 0 0,52 0-1,-35 0 1,70 0-1,-106 0 1,19 0 0,-19 0-1,18 0 1,-17 0 0,-36 0-16,1 0 15</inkml:trace>
  <inkml:trace contextRef="#ctx0" brushRef="#br0" timeOffset="21539.02">2011 11077 0,'106'0'171,"229"0"-155,18 0 0,617 0 15,-494-17-15,-106 17-1,-70 0 1,-53 0-1,-106 0 1,177 0 15,-212 0-15,88 0 0,-159 0-16,53 0 31,89 0 0,-72 0-15,1 0-1,-106-18 1,88 18 0,1 0-1,-1 0 1,-18 0-1,1 0 1,17 0 0,-17 0-1,-36 0-15,18 0 32,53 0-1,-18 0-16,88 18 17,-105-1-17,17 18 1,-17-35 0,-19 18-1,37 0 1,-19-1-1,-35-17-15,-17 0 16,17 0-16,36 18 16,-18 0-1,17-18 1,-34 0 0,-1 17 15,88 1 0,-17 0-15,-53-18 15,18 0-15,-1 0-1,-52 0-15,17 0 16,89 17-1,-36-17 1,35 0 0,-34 18-1,-1-18 1,18 0 0,52 0 15,-34 0-16,193 18 17,-228-18-32,-19 0 15,71 0 1,-35 0-16,106 0 16,-36 0-1,-17 0 1,-106 0-1,35 0 1,0 0 0,-17 0-1,35 0 1,-36 0 0,18 0 15,-70 0-31,123 0 31,-35 0-15,-18 0-1,0 0 1,-35 0-16,35 0 16,18 0-1,-35 0 1,-18 0-1,0 0 1,35 0 0,-18 0-1,19-18 1,-54 18-16,0 0 31,71 0 0,-71 0-31,18 0 32,71 0-1,17 18-15,-53-1 15,-35 1-16,35-18 1,0 0 0,-35 0-1,0 0 1,-35 0 15,-1 0-31</inkml:trace>
  <inkml:trace contextRef="#ctx0" brushRef="#br0" timeOffset="37242.46">794 14376 0,'17'0'125,"54"0"-93,-53 0-17,17 0 1,0 0-16,0 35 15,71 53 1,-88-35 0,0-18-1,-1 18 1,-17 35 0,-17-52-1,-36-1 1,35-35-1,18 18 1,-18-18 15,-17-18 1,-36 0-1,36-17-31,0 0 15,-18 0 1,18-1 0,-1-17-1,36 36 1,-35-19 0,35 1-1,0 0 1,0 17-1,0-17 1,18 17 0,17-52-1,53 17 17,-35 18-17,-18 35-15,54 0 16,-72 0 46</inkml:trace>
  <inkml:trace contextRef="#ctx0" brushRef="#br0" timeOffset="38112.94">1111 13688 0,'18'0'78,"0"0"-46,-1 0-1,1 0-15,-1 0-16,54 35 31,-36 0-16,-35-17 1,0 17 0,0 1-1,0 16 1,-17 19 0,17-53 15,0 17 0,70-35 94,107-35-94,-125 35-15,19 0 0</inkml:trace>
  <inkml:trace contextRef="#ctx0" brushRef="#br0" timeOffset="38766.37">1464 14552 0,'18'0'16,"-36"0"-16,106 0 15,-17 0 17,176 0-1,-106 0 0,-124 0-15</inkml:trace>
  <inkml:trace contextRef="#ctx0" brushRef="#br0" timeOffset="39474.58">1693 14693 0,'18'18'94,"17"-1"-78,-17-17-1,17 0 1,0 18-16,36-18 16,-18 0 15,35 0-16,-53 0 1</inkml:trace>
  <inkml:trace contextRef="#ctx0" brushRef="#br0" timeOffset="40649.11">2963 13811 0,'0'18'94,"0"17"-79,0 0-15,0 36 16,0 229 0,0-141-1,0-106 1,18-1 0</inkml:trace>
  <inkml:trace contextRef="#ctx0" brushRef="#br0" timeOffset="41313.18">2663 14781 0,'106'0'125,"0"0"-110,282 0 17,-194 0-17,-159 0 1</inkml:trace>
  <inkml:trace contextRef="#ctx0" brushRef="#br0" timeOffset="41910.31">2999 15363 0,'0'71'94,"0"88"-79,0 88 1,-18-212 0,0-35 77,-17-35-77,35-18 0,0 18-16</inkml:trace>
  <inkml:trace contextRef="#ctx0" brushRef="#br0" timeOffset="42454.38">3034 15328 0,'0'0'31,"18"0"16,52 18-31,36 70-1,-36-35 1,-17 70 0,0-34-1,18 16 1,-36-69-1,-35-19 1,-35-34 78,17-36-79,18-18 1</inkml:trace>
  <inkml:trace contextRef="#ctx0" brushRef="#br0" timeOffset="43094.78">3528 15258 0,'0'-36'78,"17"89"16,1 35-79,0-17-15,-18-36 32,0 124-17,0-53 17,17-88-1</inkml:trace>
  <inkml:trace contextRef="#ctx0" brushRef="#br0" timeOffset="45910.44">5345 14129 0,'-36'17'31,"-17"89"-16,18-35 1,17-18 0,1-18-1,17-17-15,-18 17 16,-17 35 0,17-52-1,1 17 16,17-17 48,0 17-64</inkml:trace>
  <inkml:trace contextRef="#ctx0" brushRef="#br0" timeOffset="46677.01">5062 14146 0,'18'18'125,"17"0"-109,1 35-16,-1 35 16,18-18-1,0 19 1,-36-37 0,19-16-1,-19-19 16</inkml:trace>
  <inkml:trace contextRef="#ctx0" brushRef="#br0" timeOffset="47892.16">5592 14499 0,'0'18'266,"0"17"-251,0-17-15,35 88 16,-35-18-1,0 18 17,0-54-17,0-16-15,0-19 16,0 19 0,17-36 124</inkml:trace>
  <inkml:trace contextRef="#ctx0" brushRef="#br0" timeOffset="49051.18">5733 14182 0,'0'17'15,"0"36"1,0-18 0,0-17-1,17-18 126,1 0 328,-36 0-313</inkml:trace>
  <inkml:trace contextRef="#ctx0" brushRef="#br0" timeOffset="49998.32">6103 14534 0,'53'0'234,"35"-17"-218,-17 17-1,17 0 1,-18 0 0,-34 0-1,-19 0 1</inkml:trace>
  <inkml:trace contextRef="#ctx0" brushRef="#br0" timeOffset="52505.53">6756 14834 0,'17'0'31,"1"0"0,0 0-15,17-17 0,0-36-1,18-35 17,-18 52-17,1-34 1,-19-1-1,1 1 1,-18-19 0,0 36-1,0 1 1,0 16-16,0 19 16,-18-19-1,18 19 1,0-1-1,-17 18 17,17 35 93,0 18-110,0 53 1,0-18 0,0-35-1,35 18 1,-17-18-1,-18 0 1,0-36 0,0 1 15,17-18-15,1 35-1,-1-35 1,36 0 46,-17-35-46,69-18 0,-34 18-1,-36-18 1,-17 18-1,-18-1 1,18 1 0,-1 35-1,-17-35-15,0-18 32,0 35-17,-17-17 1,17 0-1,-18 17 1,18 0 0,-18 1-1,18-1 1,0 0 0,0 1 15,-17 17-16,-1-18 1,18 0 0,0 1 15,0-1-15,0 1-1,0 52 95,18 88-79,35 36 0,-36-53 0,-17-71-31,36 18 32,-1-18-17,-35-17 1,17 17-1,1-17 17,-18 0-17,35-1 1,-17 18 0,0-17-1,-1 0 1,19-1-1,-36 1 1,17 0 0,1-1-1,-1-17 1,1 18 31,17-18-32,-17 0 1,0 0 47,-18-18 140</inkml:trace>
  <inkml:trace contextRef="#ctx0" brushRef="#br0" timeOffset="54305.4">4621 13776 0,'-17'0'203,"-1"0"-187,0 18-1,1 17 1,-1-17 0,1 17-1,-1-18 1,18 1 0,-18 0-1,18 17 1,-17-17-1,-1-1 1,18 1-16,-35 35 31,35-18-15,0 0 0,-18 1 15,0-19-16,1 19 1,17-1 0,0 0-1,0 0 1,17 18 0,-17-35-1,36 17 1,-1 18-16,0 0 15,18 0 1,-35-18 0,17 1-1,-17-19 17,-1-17 30,-17 18 16,0-1-62</inkml:trace>
  <inkml:trace contextRef="#ctx0" brushRef="#br0" timeOffset="55404.01">7655 14093 0,'18'0'110,"0"0"-95,17 0 1,35 36-1,19-1 1,-37 18 0,-16-18-16,17 18 15,53 71 1,-89-36 0,18-35 15,-17 17-16,-18 18 1,0-17 0,0 0-1,0-36 1,0-18 0,0 1-1,-18-18 79,-34 0-78</inkml:trace>
  <inkml:trace contextRef="#ctx0" brushRef="#br0" timeOffset="58303.15">4075 13794 0,'-36'0'172,"1"0"-156,0 0-16,-18 17 15,-53 1 1,53 0 0,18-18 15,17 0-16,1 35 32,-1-35-31,18 35 31,0 0-32,-18-35 1,18 18 47,36 17-17,16-17-14,-52 0-17,53 17 1,-17-35 0,-19 17-16,1 19 15,35-36 1,-36 17-1,1-17 1,17 18 15,1 0 32,-19-1-32,-17 1-15,0 0 46,0 17-46,0-18-1,-17 19 1,-1-19 0,0 19-1,-17-19 1,17 1 0,1 0 15,17-1-16,-18 1-15,1 0 32,-1-1-17,18 1 1,-18 17 0,18-17 15,0-1 0,0 1-15,-17 0-1,17 17 1,0-17 0,0-1-1,0 1 32,0-1-31,0 1 15,17 0 94,1-18-16,-18 17-62,18-17-31,-1 18 15,1-18 0,-1 0-15,1 18 0,0-18-1,35 0 16,-36 0-15,1 0-16,0 17 16,17-17-1,0 18 1,0-18 0,1 0-1,-36 18 220,35-1-220,-17 18-15</inkml:trace>
  <inkml:trace contextRef="#ctx0" brushRef="#br0" timeOffset="61319.23">3563 15363 0,'0'53'125,"18"-17"-109,-18 17-1,17-1 1,-17-34 0,0 0-1,0 17 1,0 0 15,0-17-31,0 0 16,0 17-1,0 0-15,0-17 32,0-1 30,0 36-31,18-17-15,0-19 15,-1 19 16,1-19-47,-18 1 16,18-1-1,-18 1 1,17-18 0,-17 18-1,0-1 1,-17-17 234,17-17-235,-53-19 1,35 19 0,0-18-1,1 17 1,17-17 15,-18 35-15,18-18 31,-18 0-32,18 1 1,0-1 15,0 0-15</inkml:trace>
  <inkml:trace contextRef="#ctx0" brushRef="#br0" timeOffset="70203.45">14058 2364 0,'0'70'500,"0"-52"-500,18 35 16,-18 0-1,0-18 1,0-17-1,0-1 1,0 18 125</inkml:trace>
  <inkml:trace contextRef="#ctx0" brushRef="#br0" timeOffset="70739.62">14499 2787 0,'0'0'0,"0"70"94,-17-34-78,-19 17-1,19-36 1,17 1 31</inkml:trace>
  <inkml:trace contextRef="#ctx0" brushRef="#br0" timeOffset="71844.97">15028 2381 0,'18'0'46,"0"0"-14,-1 0-17,1 0 1,17 18 31,-17 17-32,-18 0 17,17-17-17,-17 17 1,0 1 0,0-19-1,0 36 1,0-35-1,-35 17 1,18-35 15,52 18 110,18-1-125,-18-17-16,18 0 15,0 0 1,-36 0-1,1 0 1,-18 18 109,35 0-125</inkml:trace>
  <inkml:trace contextRef="#ctx0" brushRef="#br0" timeOffset="72311.64">15663 2752 0,'0'35'62,"-35"0"-46,-18 36 0,0-18-1,36-36 1,17 1-1,-18-18 64</inkml:trace>
  <inkml:trace contextRef="#ctx0" brushRef="#br0" timeOffset="73527.5">16104 2417 0,'18'0'78,"0"-18"-63,34 18 1,19 0 0,-18 0-1,-35 0 1,-1 0 31,-17 35-32,18-17 1,-18 17 0,-18 36-1,-52-18 1,52-36 0,0-17-1,36 0 141,0 0-140,17 0 0,0 18-1,-17 35 1,0 0 15,-18-36-31,0 19 16,0-1-1,-71-18 17,53 1-17,-35 0 1,36-18 109,-1-18-109</inkml:trace>
  <inkml:trace contextRef="#ctx0" brushRef="#br0" timeOffset="74261.8">16969 2699 0,'-36'35'31,"19"0"0,17 1 63,-18-19-78</inkml:trace>
  <inkml:trace contextRef="#ctx0" brushRef="#br0" timeOffset="75323.95">17339 2381 0,'-18'18'78,"-17"105"-62,35-70 0,0 53-1,0-88 1,0-1-1,18 1 1,-1-18 31,1 0-31,0-35-1,35-36 1,-36 18-1,1 71 142,-18 229-126,35-177 0,-35-34-15</inkml:trace>
  <inkml:trace contextRef="#ctx0" brushRef="#br0" timeOffset="75773.7">17992 2805 0,'-18'0'62,"-53"88"-31,36 0-31,35-53 32,0-17-1,-17-18 47</inkml:trace>
  <inkml:trace contextRef="#ctx0" brushRef="#br0" timeOffset="76938.23">18521 2328 0,'0'18'93,"0"0"-77,0 105 0,0-88 30,0 1-14,35-19-1,18 1-15,-35 0-1,52-1 1,-52 1-1,-1-1 1,1 1 31,0 17-31,-18 1 15,-18 17-16,-35-1 1,0-16 0,18-1-1,17-35 1,-17-35 156,17 17-157</inkml:trace>
  <inkml:trace contextRef="#ctx0" brushRef="#br0" timeOffset="77797.05">18521 2364 0,'17'0'93,"1"0"-77,35 0 0,18 0-1,17 17 1,-18 1 0,-34-18-1</inkml:trace>
  <inkml:trace contextRef="#ctx0" brushRef="#br0" timeOffset="82229.87">14076 3422 0,'17'18'62,"1"-1"-31,-18 1-15,18-18 0,-18 17-1,17-17 32,-17 18-31,18 0-1,53 52 17,17-34-17,0-1 1,18-17-1,0-18 1,17 0 15,-35 0-31,0 0 16,124 0 0,-71 0-1,-53 0 1,1 0-1,-19 0 1,18 0 0,36 0-1,17 0 1,35 0 0,-87 0-16,-37 0 15,19 0 1,-36 0-16,1 0 15,52 0 1,-53 0 0,124 0 15,-71 0-15,18 0-1,-36-18 1,36-17-1,-35 35 1,17-18 0,53 18-1,35 0 1,-70 0 0,-35 0-1,-53 0 1,34-18-1,1 18 17,106-17-17,-71 17 17,18 0-17,-53-18 1,-35 0-1,-1 1 1,1 17 15,17 0-15,-17 0-16,52 0 31,-17 0-15,18 0-1,-18 0 1,-18 0 0,-17 0 15,35 0-15,0 0-1,-1 0 1,-16 0-1,-19 0-15,1 0 16,0 0-16,-1 0 16,19 0-1,17-18 1,-18 0 0,0 1-1,-17 17 1,-1 0-1,1-18 1,0 18 0,-18-17 46,-18 17 1</inkml:trace>
  <inkml:trace contextRef="#ctx0" brushRef="#br0" timeOffset="83951.29">15134 4904 0,'18'0'16,"35"0"-1,-36 0-15,89 0 32,71-71-17,-125 0 17,-16 36-17,-19-18 1,-17 18-1,0 0 1,-35-1 0,17 36-1,1-17 1,-1-18 0,1 35 30,17-18-30,0 36 62,0 34-62,35 54 15,0 35 0,0-123-31,-17 17 16,17-17 0,-17-18 30,35 0-30,0 0 0,0-35-1,17-18 1,1 0 0,-18-35-1,0 35 1,-36 17-16,-17 1 31,18-18-15,0 0-1,-18 36 1,-18-1 31,18 71 47,0 18-79,0-1 1,70 71 15,1-53 0,-36-52-15,-17-19-16,17-17 31,1 0-31,-19 18 16,36 0-1,-53-1 1,18-17 0</inkml:trace>
  <inkml:trace contextRef="#ctx0" brushRef="#br0" timeOffset="84565.79">16810 4798 0,'106'-36'109,"0"19"-93,-54 17-1,37 0 1,-72 0-16,1 0 16</inkml:trace>
  <inkml:trace contextRef="#ctx0" brushRef="#br0" timeOffset="85222.7">16880 4921 0,'36'-17'140,"122"17"-109,-122 0-31,17 0 16,35 0 0,-71 0 31,1 0-1,-36 0 111</inkml:trace>
  <inkml:trace contextRef="#ctx0" brushRef="#br0" timeOffset="92140.71">18133 4286 0,'0'71'344,"17"-1"-328,1-17-1,-18 0 1,18-53 15,-36-53 94,0-17-109,1 17-1,-1-18 1,0 36 0,18 0-1,0 17 1,18 106 78,35 106-63,-35-53 0,-1-123-15</inkml:trace>
  <inkml:trace contextRef="#ctx0" brushRef="#br0" timeOffset="96171.64">18521 4092 0,'0'18'578,"0"17"-547,0 0-15,0 1-1,0-19 1,0 1-16,-18-18 15,18 35 1,-17-17-16,17 17 16,0-17-1</inkml:trace>
  <inkml:trace contextRef="#ctx0" brushRef="#br0" timeOffset="98503.78">18415 4427 0,'18'0'125,"35"0"-94,17-17 0,-35-1-15,18 18-1,-17 0 1,-1 0 0,-18 0-1,1 0 1,0 0 0,-18 18-1,53-1 1,-36 36-1,36 18 1,-53-54 0,0 36-1,0 0 17,-53-17-17,-17 16 1,-1-34-1,-17 0 1,0-18 0,35 0-1,35 0 1,1 0 15</inkml:trace>
  <inkml:trace contextRef="#ctx0" brushRef="#br0" timeOffset="99213.49">18486 4216 0,'0'-18'32,"17"18"15,18 0-32,195 0 16,-19 0-15,-34 0 0,-89 0-1</inkml:trace>
  <inkml:trace contextRef="#ctx0" brushRef="#br0" timeOffset="99954.17">18327 5115 0,'35'0'78,"71"0"-62,35 0-1,71 0 1,-1 0 0,-70 0-1,-123 0 1</inkml:trace>
  <inkml:trace contextRef="#ctx0" brushRef="#br0" timeOffset="100679.72">18927 5309 0,'-18'36'79,"18"-19"-64,-35-17 16,70 18 1,0 17-32,89 53 31,-107-52-15,1-36-1,-18 17 1,18 1-1,-18 17 1,-18 0 0,0-35-1,-52 36 1,17-1 15,18-35-31,17 0 16,0 0 46,18-18-15</inkml:trace>
  <inkml:trace contextRef="#ctx0" brushRef="#br0" timeOffset="101237.43">18927 5256 0,'52'0'62,"1"0"-46,18 0 0,-1 0-1,-17 0 1,-35 0 93</inkml:trace>
  <inkml:trace contextRef="#ctx0" brushRef="#br0" timeOffset="101706.64">19456 4780 0,'0'-18'15,"35"18"32,0 0-31,18 0-1,106 0 1,-36 0-16,36 0 16,-124 0-1</inkml:trace>
  <inkml:trace contextRef="#ctx0" brushRef="#br0" timeOffset="102221.27">19703 5027 0,'35'0'110,"88"-18"-95,-87 18 1,34 0-1,-52 0-15,-18-17 16</inkml:trace>
  <inkml:trace contextRef="#ctx0" brushRef="#br0" timeOffset="103536.01">20302 4374 0,'0'-17'47,"18"17"-31,0-18-16,35 18 15,70-17 1,-35-1 0,-35 18-1,-35 0 1,-1 0 15,1 0-15,0 35-1,17 0 1,-35 18 0,-18 36-1,-88-37 1,71-16-16,0-19 16,-18 19-1,71-54 79,158-17-63,-88 35-15,-70 0-1,0 0 1,-1 0 0,18 106-1,-17-54-15,-18 37 32,-18-36-17,-17 17 1,-35-52-1,-1-1 1,36-17 0,17 0 15,0 0 0,1-17 16</inkml:trace>
  <inkml:trace contextRef="#ctx0" brushRef="#br0" timeOffset="108870.74">23319 2170 0,'0'17'93,"0"54"-77,0-1 0,0 1 15,0-18-15,0-36-1,0 1 1,0 17 15</inkml:trace>
  <inkml:trace contextRef="#ctx0" brushRef="#br0" timeOffset="109674.14">23530 2452 0,'18'0'79,"17"0"-48,0 0 0,-17 0-15,17 0-1,-17 0 1,0 0 78,17 0-63,-17 0 0</inkml:trace>
  <inkml:trace contextRef="#ctx0" brushRef="#br0" timeOffset="111143.54">24042 2152 0,'0'18'16,"17"-18"31,1 0 0,0 0-32,-1 0 1,-17 17-1,18-17 1,-18 18 15,18-18-15,-1 35 15,-17-17-15,0 17-1,0 0 1,0-17 0,0 17-1,-17-17 1,-1 17 0,36-35 171,-18-17-171,35 17-1,-17 0 48,-1 17-32,18 54 0,-17-1-15,-18-34 0,0 34-1,-35 1 1,0-18-1,-1-36 1,36-34 156</inkml:trace>
  <inkml:trace contextRef="#ctx0" brushRef="#br0" timeOffset="111875.99">24518 2275 0,'35'36'125,"1"17"-110,17 105 16,-53-87-15,0 17 0,-53 0-1,0-17 1,0-1 0,35-52-1,0-18 32,1 0-16</inkml:trace>
  <inkml:trace contextRef="#ctx0" brushRef="#br0" timeOffset="113130.93">23142 2240 0,'-53'35'47,"18"18"-16,17-35-15,-17 35 0,17 0-1,18 17 1,0 36-1,53-18 1,0 1 0,0-1-1,0-18 1,-35-52-16,17 0 16,-17-1-1,-1-17-15</inkml:trace>
  <inkml:trace contextRef="#ctx0" brushRef="#br0" timeOffset="114297.45">24941 2646 0,'0'0'0,"53"0"16,35 0 0,1 0-1,-36 0 17,-36-18-17,1 18 1</inkml:trace>
  <inkml:trace contextRef="#ctx0" brushRef="#br0" timeOffset="114874.35">25082 2381 0,'36'18'47,"-1"123"-16,-35-70-15,0-1-1,0-17 1,0-18 0,18-17 15</inkml:trace>
  <inkml:trace contextRef="#ctx0" brushRef="#br0" timeOffset="115666.62">25717 2240 0,'0'35'63,"-17"1"-48,-1-19-15,18 1 16,-17 70 0,-1-35-1,18-18 1,0 1-1,0 17 1,0 17 0,0 1-1,18-18 17,-1-1-17,1 1 1,-1 0-1,1-35-15,0 17 16,-1-17 0,1-18-1,-18 18 17,35-18-17,-17 0 32</inkml:trace>
  <inkml:trace contextRef="#ctx0" brushRef="#br0" timeOffset="116838.19">26141 2417 0,'0'0'16,"0"-18"30,35 18 1,-17 0-31,-1 0 0,19 18 15,-36-1-16,35-17 1,-35 18 0,18 17-1,-18 18 1,0 18 15,-36-36-15,36 0-16,-17-17 15,-19 35 1,36-36 15,-17 1-15,34-18 125,19 0-126,-1 0 1,0-35-1,0 35 1</inkml:trace>
  <inkml:trace contextRef="#ctx0" brushRef="#br0" timeOffset="117627.28">26758 2663 0,'-17'0'47,"34"0"31,36 18-47,-18-18 1,-17 0-1,0 0-16,17 0 1,0-18 0,-17 1-16,-1-1 15,1 1 1</inkml:trace>
  <inkml:trace contextRef="#ctx0" brushRef="#br0" timeOffset="118820.82">26987 2346 0,'18'0'47,"0"0"62,17 35-78,0 1-15,-35 16-1,0-16 1,0 17 0,0 0-1,36-71 157,-1 0-156,18 18-1,0 0 1,-36 0 15,1 0-15,0 18-16,17 17 16,-17 36-1,-1-36 1,-17 36-1,0-1 1,-35-35 0,-18 36-1,0-53 1,18 17 0,17-17 15,1-18 31,-1 0-15,18-18-31</inkml:trace>
  <inkml:trace contextRef="#ctx0" brushRef="#br0" timeOffset="119620.55">27570 2311 0,'35'0'63,"35"53"-48,1 0 1,-18-1 0,0 37-1,-18-36 1,-35 35 0,0 18 15,-35-18-16,-18 0 1,-35 0 0,17 0-1,53-70-15,1-18 16,-1 0 78</inkml:trace>
  <inkml:trace contextRef="#ctx0" brushRef="#br0" timeOffset="120420.73">28293 2928 0,'17'0'32,"1"18"-17,17-18 16,-17 0-31,0 0 16,17 0 15,18 0-15,-36-18 0,1 18-1</inkml:trace>
  <inkml:trace contextRef="#ctx0" brushRef="#br0" timeOffset="120946.52">28416 2787 0,'0'53'47,"0"0"-47,0-18 16,0 106-1,0-106 1,0 1-1,0-19 1,18-17 0</inkml:trace>
  <inkml:trace contextRef="#ctx0" brushRef="#br0" timeOffset="121752.75">29034 2293 0,'-18'53'63,"-35"18"-48,18-1 1,-1 1 0,19-1-1,17 1 1,0-36-1,0 0-15,0 71 16,0-53 15,17 35-15,-17-52 15,36-19-15,-19 18-1,1-35 64,0 18-64,35 17 32,-36-35-31,1 0-16</inkml:trace>
  <inkml:trace contextRef="#ctx0" brushRef="#br0" timeOffset="122799.14">29228 2505 0,'-36'70'94,"19"18"-79,17 18 1,0-70-1,0-1 1,0 0 0,17-70 62,1 0-63,17 17 1,-17-17 0,-18 17 15,18 18-15,-18-18-16,17 71 171,1 106-124,35 0-15,-36-142-17,-17 1 1</inkml:trace>
  <inkml:trace contextRef="#ctx0" brushRef="#br0" timeOffset="123500.4">29722 2963 0,'52'-17'63,"37"17"-48,-19 0 1,-35 0 0,-17 0-1</inkml:trace>
  <inkml:trace contextRef="#ctx0" brushRef="#br0" timeOffset="124552.09">30004 2593 0,'17'0'46,"1"0"-30,17 0-16,-17 0 16,17 35-1,0-35 1,-17 0 0,17 0-1,-35 18 1,0-1 15,36 1-15,-36 35-1,0 0 1,-18 0 0,0-18-16,1-17 15,-1-1 1,0-17 46,1 0-15,17-35-16,17 35-15,1-18 15,0 18-15,-1 18 0,1 35-1,-18 18 1,0-18-1,-18 35 1,-17-35 0,0-36-1,17-17 1</inkml:trace>
  <inkml:trace contextRef="#ctx0" brushRef="#br0" timeOffset="125299.05">30533 2540 0,'18'0'110,"17"0"-95,71 71 16,-71 34-15,18 36 15,-53-70-15,0 0 0,-53 34-1,-18 1 1,36-88-1</inkml:trace>
  <inkml:trace contextRef="#ctx0" brushRef="#br0" timeOffset="126067.22">30992 3069 0,'35'0'63,"0"0"-47,18-35-1,-35 17 1,-18-17-1,17 35 1,19-18 0,-19 18 31</inkml:trace>
  <inkml:trace contextRef="#ctx0" brushRef="#br0" timeOffset="126547.4">31150 2840 0,'0'35'31,"0"0"-15,0 54 0,0-1-1,0-35 1,0-36 0,0 1-16,0 0 15</inkml:trace>
  <inkml:trace contextRef="#ctx0" brushRef="#br0" timeOffset="127318.42">31627 2593 0,'-36'88'109,"-34"71"-77,70-124-32,0 18 15,-18 0 1,18 18-1,0-1 1,35 18 0,-17-35-1,17 35 1,18-17 0,18-1-1,-1 1 1,-17-53-1</inkml:trace>
  <inkml:trace contextRef="#ctx0" brushRef="#br0" timeOffset="128325.67">31856 2787 0,'-18'18'78,"-17"70"-62,35-53-16,0 0 16,0 36-1,0-53 1,18-1-1,-18 18 1,17-17 15,1 0-15,-1-1 15,-17 1-15,18 17-16,0 36 31,-18 17-15,-36-35-1,36-35 1,-17-18 0,-1 17-1,1-17 79,34-35-32</inkml:trace>
  <inkml:trace contextRef="#ctx0" brushRef="#br0" timeOffset="129025.93">31979 2840 0,'-17'0'31,"17"17"16,17 1-32,19-18 1,-1 18 0,-18-18-1,1 0 32,0 0-16</inkml:trace>
  <inkml:trace contextRef="#ctx0" brushRef="#br0" timeOffset="129662.97">32156 3263 0,'17'0'31,"1"0"1,0 0-1,17 0-16,-17 0 1,17 0 0,0 0-1,18-17 1,-53-1 15,18 18 32</inkml:trace>
  <inkml:trace contextRef="#ctx0" brushRef="#br0" timeOffset="130908.9">32438 2928 0,'18'0'63,"17"-18"15,18 1-47,-36 17 1,1 0 14,-18 70-14,-18 19-17,-35-1 17,89-124 124,-19 36-141,107 0 17,-89 18-1,-17 53 0,-18 34 0,-53-34-15,-53-18 0,35-18-1,36-17 17,18-18 61</inkml:trace>
  <inkml:trace contextRef="#ctx0" brushRef="#br0" timeOffset="131897.79">32667 2716 0,'0'0'15,"18"0"1,-1-17-1,1 17 17,0 0 61,17 0-77,-17 0-16,17 0 16,36 70-1,34 1 1,-16 17 0,-19 0-1,-17-17 1,-35 17-1,-18 0 1,0-17 0,0 17-1,-53-35 17,17-53 77,1 0-109</inkml:trace>
  <inkml:trace contextRef="#ctx0" brushRef="#br0" timeOffset="134512.46">23424 3722 0,'18'17'47,"53"19"-32,-54-19 1,54-17 0,-36 0-16,18 18 15,35-18 1,-35 0-16,-35 0 15,105 0 1,-35 0-16,36 0 16,282 0-1,-248 0 1,372 0 0,-213 53 15,1-18-16,-54 18 1,1-53 0,70 18-1,-71-18 1,36 17 0,0-17-1,-176 0-15,-1 0 16,142 18-1,-142-18-15,1 35 16,-1-35-16,53 36 16,-17-19-1,35-17 1,18 18 15,35-1-15,-18-17-1,-17 0 1,-1 0 0,-16 18-1,-19-18 1,-88 18-16,36-18 16,211 17-1,-124-17 1,1 0-1,-36 0 1,18 18 0,-52 17-1,-90-35 1,-16 0 15,17 0-15,0 0-1,35 0 1,18 0 0,-36 0-1,1 0 1,17 18 0,-53-18-16,18 18 15,35-18 1,-35 0-1,18 0 1,-54 0 0</inkml:trace>
  <inkml:trace contextRef="#ctx0" brushRef="#br0" timeOffset="136379.15">27869 4339 0,'18'-17'16,"-18"34"140,-70 107-125,52-89-15,0 35-1,1-34 1,34-36 125,36-18-110,0-17 0,-35 35-15,-18-18-16,17 18 15,1 0 32,35 0-31,-35 0 0,17 35-1,-18 1 1,1-1-1,0 18 1,-18 0 0,0 0-1,0-18 1,-18 18 0,-35-18 15,36-17-31,-19-18 15,-17 0 17,18 0-17,-18-35 1,-35-1 0,53 1-1,-18 0 1,35 17-1,36 18 126,-1 18-125,1-1 15</inkml:trace>
  <inkml:trace contextRef="#ctx0" brushRef="#br0" timeOffset="137500.97">27834 4374 0,'18'-17'94,"-1"17"-79,1 0 16,70-35-15,0 35 0,-17-18-1,0 18 1,17 0 0,-35 0-1,-18 0 1</inkml:trace>
  <inkml:trace contextRef="#ctx0" brushRef="#br0" timeOffset="138969.1">22490 3739 0,'17'0'47,"54"-17"-16,-18 17-15,-36 0-1,107 0 1,-36 0 15,18 0-15,-18 0-1,-70 0-15</inkml:trace>
  <inkml:trace contextRef="#ctx0" brushRef="#br0" timeOffset="139555.7">22472 3881 0,'35'0'78,"18"0"-63,0 0 1,141 0 15,-123 0-15,-36 0 15,-35 17 47</inkml:trace>
  <inkml:trace contextRef="#ctx0" brushRef="#br0" timeOffset="140852.5">21096 2857 0,'35'0'78,"-17"0"-63,0-17 17,35 17-1,-1 0-16,1 35 1,0 36 0,-17-1-1,-19-34 1,-17-1 0,0 0-1,-17 0 1,-1-17-16,0-18 15,-35 35 1,36-17 0,-36-18-16,35 0 78,-17 0-63,17-35 17,1-1-17,17 1 1,-18 0 0,18 0-1,0-18 1,0 0-1,0 17-15,0 19 16,53-36 0,0 18-1,-36-18 17,36 35-17,0 0 1,-17-17-1,-1 17 1,-17 18 0,-1 0 15</inkml:trace>
  <inkml:trace contextRef="#ctx0" brushRef="#br0" timeOffset="142195.47">21643 2275 0,'18'0'94,"-18"-17"-79,35 17 1,-18 0 15,19 0-15,-36 17-1,35 19 1,-17-19 0,-1 19 31,-17-1-16,0-17-16,0 17 1,0 0 0,-17-17-1,-1 17 1,-17-17 0,17-1-1,-17-17 95,35 18-95,17-18 126,19 0-126,34 0 1,1-18 0,17-17-1,-35 35 17,-35 0-17,17 0 48</inkml:trace>
  <inkml:trace contextRef="#ctx0" brushRef="#br0" timeOffset="147473.97">21678 5027 0,'35'0'125,"54"0"-110,-36 0 1,-18 0 0,-18 0-1,1 35 1,0-17 0,-18 35-1,-36 17 16,19-52-31,-18 17 16,-18 1 0,-18-19-1,36-17 1,17 0 15,-17 0 0,-71-53 1,71 0-17,17 18 1,1 0 0,17 0-1,17-18 1,1 17-1,35-16 1,17 16 0,18 19-1,-35-1 17,53 18-17,-53 0 1,-35 0-1,-1 0 1,1 0 0,-18 18-1,18-18 1,-1 0-16,-17 17 219</inkml:trace>
  <inkml:trace contextRef="#ctx0" brushRef="#br0" timeOffset="148172.26">22419 5450 0,'18'-17'15,"-1"17"1,19 0 0,16 0-1,19 0 1,-18 0 0,-18 0-1,1-36 1,-19 36-1,18 0-15,-17 0 32</inkml:trace>
  <inkml:trace contextRef="#ctx0" brushRef="#br0" timeOffset="148875.34">22542 5556 0,'0'18'32,"0"0"46,36 17-47,-19-35 16,19 17-16,17-17 0,0 0-15,17 0 0,-17-17-1,-35 17 1,-1 0 0</inkml:trace>
  <inkml:trace contextRef="#ctx0" brushRef="#br0" timeOffset="149829.23">23266 4798 0,'-18'0'94,"0"35"-63,18 53-16,53 124 1,-17 17 0,-19-52-1,1-124 1,0 35 0,-18-71-1,-18-52 63,-106-106-46,124 123-32,-88-35 31,71 36-16</inkml:trace>
  <inkml:trace contextRef="#ctx0" brushRef="#br0" timeOffset="150671.31">23319 4798 0,'17'-18'78,"19"18"-62,34-18 15,18 18-16,36 0 1,105 0 0,71 0-1,-53 0 1,-35 0 0,-142 0-1,-52 0-15,-36 0 125</inkml:trace>
  <inkml:trace contextRef="#ctx0" brushRef="#br0" timeOffset="151928.1">23989 5450 0,'0'0'0,"35"-17"31,53-1-15,-52 18-1,34 0 1,-35 0 0,1 35-1,-19 1 1,1-1-1,-18 0 1,0 1 0,0-19-1,0 1 1,0-1 0,-18-17 15,1 0-31,-19 0 31,19 0-15,-18 0-1,-1-35 1,1 18 0,0-19-1,-18-17 1,35-17-1,-17 34 1,17 19 0,1-18-1,-1 17 1,18 0 0,0-17 15,0 17-16,35-17 1,18 17 0,-35 1-1,-1-1 1,19 18 0,-19-17-1</inkml:trace>
  <inkml:trace contextRef="#ctx0" brushRef="#br0" timeOffset="153021.5">24465 5151 0,'18'0'109,"17"-36"-93,-17 36 0,-1 0-1,1 0 32,-18 36-16,0 16-15,0-16 0,-18-19-1,1 19 1,52-36 187,-17 0-187,70 0-1,-18 0 1,-17 0-1</inkml:trace>
  <inkml:trace contextRef="#ctx0" brushRef="#br0" timeOffset="170037.56">25665 17004 0,'-18'0'32,"0"0"15,54 0-16,122 0 0,177 0-15,-158 0-1,-89 0 1,-70 0 0</inkml:trace>
  <inkml:trace contextRef="#ctx0" brushRef="#br0" timeOffset="188852.2">26529 13053 0,'18'0'109,"17"0"-93,-18 0 0,19 0 62,17 0-63,-18 17 1,0-17 0,53 0-1,-35 0 1,35 0-1,-17 0 1,88 0 0,52 0-1,-122 0-15,-19 0 16,142 0 0,0 0-1,87 18 16,-105 17-31,-123-17 32,88 0-17,-1-1 1,37-17 0,-90 0-1,19 0 1,-54 0-1,-34 0-15,17 0 16,17 18 0,-35-18-16,18 0 15,71 0 1,-36 18 0,53-18-1,35 17 1,36 1 15,0-18-15,-36 17-1,36-17 1,-71 0 0,18 0-1,-18 18 1,53-18-1,-124 0 1,-17 0-16,36 0 16,-19 0-1,1 18 1,17-18 0,-18 0-1,-17 0 16,53 0-31,-18 0 32,18 0-17,18 0 1,-54 0 0,36 0-1,-88 0 1,-36 0 31</inkml:trace>
  <inkml:trace contextRef="#ctx0" brushRef="#br0" timeOffset="191537.71">27252 12118 0,'0'35'109,"0"53"-77,18-35-17,17-17 1,0 52-1,1-53 1,-19 0-16,1 1 16,-18-19-16,0 19 15,0 69 1,0-52 0,0 0-1,0 18 1,17 17-1,1-35 1,-18 0 15,0 88-15,-35-71 0,35-17-16,-18 0 15,1 35 1,-19 54 15,1-54-15,0 0-1,35 0 1,0 0 0,-18-35-1,18 53 1,-18-18-1,-17 0 1,35-52-16,-35 52 31,35-17-15,0-19-16,0 37 16,-18 16 15,18-34-16,0 17 1,0 0 0,0-17-1,0-18 1,0 17 0,0 1-1,0 17 1,0-35-16,0-18 15,0 54 1,0-37 0,0-34 15,0 17-15,0 1-1,0 17 1,0-36-1,0 19 1,18-19 31,0-17 15</inkml:trace>
  <inkml:trace contextRef="#ctx0" brushRef="#br0" timeOffset="194874.45">26723 13388 0,'-18'0'47,"18"35"-16,0 89 1,0 34-1,0-105-15,0 0-1,0-35 1</inkml:trace>
  <inkml:trace contextRef="#ctx0" brushRef="#br0" timeOffset="195847.16">26705 14093 0,'18'0'94,"0"0"-79,-1 0 1,18 0 0,1 0-1,17 0 1,-36 18 0,-17 0 15,18 35-16,-18-36 1,0 36 0,-35 0-1,-1-18 17,36-17-17,0 0 1,36-18 124,-1 0-108</inkml:trace>
  <inkml:trace contextRef="#ctx0" brushRef="#br0" timeOffset="197216.53">26776 14746 0,'17'0'47,"1"0"-31,0 0 15,-1 0 0,1 18 16,0-18-31,-18 17 0,0 19-1,-18-1 1,0-17-1,-17-1 1,35 1 140,18-18-140,17 53 0,0-18-1,-35 0 1,18 1-1,-18-19-15,0 1 16,0 0-16,-35-1 16,-1 1-1,36-1 1,-17-17 171,-1 0-171</inkml:trace>
  <inkml:trace contextRef="#ctx0" brushRef="#br0" timeOffset="198246.28">26882 15610 0,'0'18'78,"35"141"-47,18-71 1,-53-106 30,-18-52-46,36 17 15,-1 35 0,1 18 47,-18 53-46,18 53-1,-18-35-16,0-36-15,35 53 16,-17 18 0,-1-18-1,1-53 1,-36-52 78</inkml:trace>
  <inkml:trace contextRef="#ctx0" brushRef="#br0" timeOffset="199195.69">26935 16545 0,'0'0'0,"17"0"16,18 0 15,-17 0 0,0 36-15,-1 34-1,1-17 1,17 0 0,1-18 15,-36 0-16,0 1 1,17-1 0,-17 18-1,0-35 1,0 17 0,-35 18-1,35-36 1,-18-17-1,18 18 1,0 0 62,0-1-62,-17-17 93,-1 0-93,0-17-1</inkml:trace>
  <inkml:trace contextRef="#ctx0" brushRef="#br0" timeOffset="199878.16">26952 16598 0,'18'0'94,"-1"0"-47,36-35-31,-17 17-1,-1-17 1,-17 35 62</inkml:trace>
  <inkml:trace contextRef="#ctx0" brushRef="#br0" timeOffset="201427.89">27111 15434 0,'0'18'47,"0"17"-31,0 35 0,0-17-1,0 18 16,0 17-15,0 0 0,18 1-1,-1-1 1,1-18 0,17 1-1,-17-18 1,-18 35-1,17-35 1,1 0 0,-18 35-1,18 0 1,17-35 0,-17 35-1,-1-52 16,1 52-15,0-18 0,-18 1-1,35 17 1,0 18 0,-17-71-1,17 71 1,-17-18-1,-1 18 1,1-71 0,0 36-1,-1-18 1,-17 0 0,18-36-1,-36-70 110,18 18-109</inkml:trace>
  <inkml:trace contextRef="#ctx0" brushRef="#br0" timeOffset="204187.87">28716 12030 0,'-18'0'47,"-17"17"-32,0 36 1,-18 18 0,53-36-16,-35 18 15,35 35 1,-36 36 0,19-36-1,-1-18 1,18-52 15</inkml:trace>
  <inkml:trace contextRef="#ctx0" brushRef="#br0" timeOffset="204880.98">28434 11942 0,'18'52'79,"34"54"-64,1 53 1,-17 0-1,-1-36 1,0-52 0,-17-36-1,-1 0 1</inkml:trace>
  <inkml:trace contextRef="#ctx0" brushRef="#br0" timeOffset="205330.67">28751 12541 0,'18'36'63,"0"16"-48,-1 1 1,-17 18-1,18-36 1,0-35 15</inkml:trace>
  <inkml:trace contextRef="#ctx0" brushRef="#br0" timeOffset="206487.77">28840 11395 0,'17'0'31,"1"-18"1,-1 18-1,36-18 0,-35 18 0,0 0 16,35 71-16,-53-36-15,0-17-16,0 52 16,0-17-1,-18 0 1,18 18 0,-18-36-1,18-17 1,-17-18 15,52 0 94,36 0-109,17 0-1,-18-18 1,-34 18 0</inkml:trace>
  <inkml:trace contextRef="#ctx0" brushRef="#br0" timeOffset="-213629.58">28434 13494 0,'0'88'172,"35"106"-141,36 0 0,-54-159-15,-17 18 15,18-53-15,-36-17 62,1 17-78</inkml:trace>
  <inkml:trace contextRef="#ctx0" brushRef="#br0" timeOffset="-212294.4">28293 14182 0,'0'35'141,"0"18"-125,0 0 15,35 53-15,18-18 15,-18-53 0,1-17-15,-19-1-1,18-17 1,-17-17 0,0 17-16,17-53 15,-35 18 1,0-18-1,0 17 1,0 19 0,0-1 15,0 0 0,18 54 125,-1 70-140,19-36 15,16 106 1,-52-123-32,18 36 31,0-72-16,-1-17 17,-34 0 46</inkml:trace>
  <inkml:trace contextRef="#ctx0" brushRef="#br0" timeOffset="-210925.83">28504 15240 0,'18'0'47,"-18"-18"16,0-52-48,0 17-15,-53 0 16,53 0 0,-17 0-1,-1 53 1,18 18 78,0-1-79,0 1-15,-18 0 16,18 35-1,-17-18-15,17 35 16,0-34 0,0-1-1,17-35 17,-34-18 30,17 1-46,0-36-1,0 35 1,35-17 0,0 0-1,-17 35 1,-1 0 109,1 53-110,-18 35 17,18 35-17,-18-70 1,17 18 0,36 34-1,-35-69 1,0 17-1,-1-53 79,-87-53 47,52 0-126,0 35-15</inkml:trace>
  <inkml:trace contextRef="#ctx0" brushRef="#br0" timeOffset="-209410.6">28522 16016 0,'0'53'78,"0"-35"-63,18 87 1,-18-34 0,0-18-16,0 0 31,0-18-16</inkml:trace>
  <inkml:trace contextRef="#ctx0" brushRef="#br0" timeOffset="-208296">28822 15998 0,'-18'0'93,"-17"18"-61,17 0-17,-17 17 1,35-17 0,0-1-1,0 19 1,0 16-1,18 19 1,-1-18 15,-17-18-15,18 1 0,35 34 15,-53-52-16,18-1 1,-1 1 15,1-18-15,-18-18-16,17 18 16,-17-17-16,18-1 15,-18-52 1,0 34-1,0 1 1,0 0 0,0 17 15,-18 0-15,1 18 15,17-17-16,-18 17 1,1 0 78,-19 0-79</inkml:trace>
  <inkml:trace contextRef="#ctx0" brushRef="#br0" timeOffset="-206847.33">28593 16951 0,'0'0'0,"35"18"16,-17-18 0,-1 0-1,1 0 1,35-36 15,35 1 0,-88 17-15,35 18 0,-17 0 15,-1 0-16,1 53 1,0 0 0,-1 35-1,-17-70 1,0 17 0,-17 18-1,17-35-15,-36 0 16,1 34-1,0-34 1,17 0 15,18-1 16,0 1-16,0 0-15,0-1 109,36 1-94,-1-18-15,0 0 0,0-18-1,1 18 1,-19 0-1,1 0 1,35-17 15,-35 17-15,-1 0 0,1 0 15,-1 0-16,1 0 1,-71-18 140,36 0-140,17-17-16</inkml:trace>
  <inkml:trace contextRef="#ctx0" brushRef="#br0" timeOffset="-205847.25">29051 16827 0,'18'0'31,"0"0"-15,-1 0 15,-17 71 0,0-36-15,18 71 0,-18-35-1,0-36 1,0 0-1,0-52 79,0-19-78,35 19-1,18-19 1,-18 36 15,-17 0-15,0 0 0,34 89 15,-16-36-16,52 52 1,-70-69 0,-18 17-1,0-18 1,-53 0 0,0-17-1,35-18 32,0 0-16,-17 0-15,18-18 0,-1 18 30,18-35 17,0 17-63</inkml:trace>
  <inkml:trace contextRef="#ctx0" brushRef="#br0" timeOffset="-204980.85">29192 16827 0,'18'0'62,"0"0"1,-1 0-32,1 0-15,17 0 15,53-17-15,-35 17-1,0 0 1,-18 0-1,-17 0 1,0 0 0,-18 35 140,0-17-156</inkml:trace>
  <inkml:trace contextRef="#ctx0" brushRef="#br0" timeOffset="-201085.12">27869 17780 0,'18'0'63,"17"0"-32,54 0-16,-1 0 1,0 0 0,35 0-1,107 0 1,-54 0-16,71 0 16,-18 0-16,36 0 15,476 71 1,-300-19-1,-159-16 1,-123-19 0,-124 1-1</inkml:trace>
  <inkml:trace contextRef="#ctx0" brushRef="#br0" timeOffset="-198916.75">28469 17974 0,'-17'0'94,"-36"18"-78,-18 17-1,18 0 1,18 18 0,35 159-1,35-71 1,0-106 46,107 0-30,-90-17-32,72-18 31,-89 0 0,-35 35 94,-35 1-109,17-1-1,-17 18 1,0-18 0,-1-17-1,36-1 1,0 1 15,0 0-15,0-1 15,18 1-15,-18 0-1,35-18 1,1 35 0,17-35-1,-1 0 1,37-18-1,-1 18 1,35 0 0,-34 0-1,-72 0 1</inkml:trace>
  <inkml:trace contextRef="#ctx0" brushRef="#br0" timeOffset="-198134.12">29616 18097 0,'-36'106'47,"19"-17"-31,17 34-1,-36-17 1,1-18 0,35-53-1</inkml:trace>
  <inkml:trace contextRef="#ctx0" brushRef="#br0" timeOffset="-197617.45">29281 18115 0,'17'18'62,"18"35"-46,1-18-16,-19 0 15,54 36 1,-53-36-16,34 18 16,1 18-1,36 17 1,-72-71 0,1-17-1</inkml:trace>
  <inkml:trace contextRef="#ctx0" brushRef="#br0" timeOffset="-197177.69">29845 18415 0,'0'18'31,"18"87"-15,17-34-1,0 35 1,-17-36-1,-18-17 1,17-35-16,1 0 16,0-18-1,-36 0 63</inkml:trace>
  <inkml:trace contextRef="#ctx0" brushRef="#br0" timeOffset="-196850.68">29951 18256 0</inkml:trace>
  <inkml:trace contextRef="#ctx0" brushRef="#br0" timeOffset="-195718.81">30039 17762 0,'35'0'125,"-17"0"-110,0 18 32,-1 0-31,18 35-1,-35-1 1,36 37 0,-19-1-1,-17-71-15,0 19 16,0 34-1,0-34 1,0-19 0,18-17 124,0 0-124,-1 0 0,36 0-1,0 0 1,-18 0-1,-17 0 1,0 0 0,17 0 62,-17 0-47,-18-17 141</inkml:trace>
  <inkml:trace contextRef="#ctx0" brushRef="#br0" timeOffset="-191397.93">31556 10037 0,'-18'0'109,"1"0"-93,-54 0-1,-17 35 1,17 18-1,18 17 17,36-52-17,17 0 1,0-1 0,17 18-1,1-35-15,35 53 16,-18-35-1,1 35 1,16-35 0,-16 17-1,-1-18 1,-17-17 0,17 36 15,-35-19-16,53 19 17,-53-19-17,0 19 1,0-1 0,0-17-16,0 17 15,-53 18 1,0 0-1,-53 0 1,53 17 0,-17-35-1,34 18 1,-34-17 0,52-36-1,18 17 16,18 1 16,0-18-31,-1 17 0,18 19-1,1-36 1,52 17-1,-35-17 1,35 0 0,18 0-1,-36-17 1,-34 17-16</inkml:trace>
  <inkml:trace contextRef="#ctx0" brushRef="#br0" timeOffset="-190772.08">32067 10319 0,'0'35'31,"-35"53"-15,35-35 0,-17 53-1,17-35 1,-18 34-1,0-34 1,1-36 15,-1 18-15</inkml:trace>
  <inkml:trace contextRef="#ctx0" brushRef="#br0" timeOffset="-190125.63">31856 10389 0,'53'53'31,"17"0"-15,-34 18 0,16-1-1,37 18 1,-54 18-1,0-53 1,1-35 0,-19-1-1,-17 1 1,18 0 0</inkml:trace>
  <inkml:trace contextRef="#ctx0" brushRef="#br0" timeOffset="-189455.55">32403 10619 0,'0'105'16,"35"1"15,-17-35-15,-1 17-1,1-53 1,-1-17-1,-17-36 64</inkml:trace>
  <inkml:trace contextRef="#ctx0" brushRef="#br0" timeOffset="-189137.81">32403 10389 0</inkml:trace>
  <inkml:trace contextRef="#ctx0" brushRef="#br0" timeOffset="-188073.49">32491 9754 0,'35'-17'62,"0"17"16,1 35-62,-1 18-1,-17 0 1,-18 17 0,0 1-1,0-18-15,0-18 16,0 0-16,-18 18 16,0 35-1,1-70 1,52-18 140,53 0-140,-17-18-1,-54 1 1</inkml:trace>
  <inkml:trace contextRef="#ctx0" brushRef="#br0" timeOffset="-186807.2">31080 11465 0,'35'0'141,"18"0"-110,-35 0-15,140 0-1,142 0 1,88 0 0,18 0-1,-53 0 1,-177 0-1</inkml:trace>
  <inkml:trace contextRef="#ctx0" brushRef="#br0" timeOffset="-185600.94">32015 11818 0,'0'18'47,"0"17"-31,0 0-16,-36 36 16,1 17-1,0-53 1,35-17-1,0-36 95,0 1-95,17-19-15,19 19 16,34-1 0,-17 18-1,-18 0 1,1 0 0,-1 35-1,0 1 1,1 34-1,-19-35 1,-17 18 0,-35-35-1,-71 17 17,53-35-17,0 0 1,36 0-1,-1 0 1,0 0 0,-17 0-1,17 0 1,1 0 0</inkml:trace>
  <inkml:trace contextRef="#ctx0" brushRef="#br0" timeOffset="-184900.99">31962 11677 0,'17'0'125,"89"0"-93,88 35-1,-123 0 0,-54-35 16</inkml:trace>
  <inkml:trace contextRef="#ctx0" brushRef="#br0" timeOffset="-179427.41">33143 11148 0,'53'0'63,"0"0"-48,-17 0-15,-19 0 16,1 0 0,35 0-1,-36 0 1,1 0 15,0 0-15</inkml:trace>
  <inkml:trace contextRef="#ctx0" brushRef="#br0" timeOffset="-178345.05">33302 10636 0,'18'0'31,"-1"0"-15,36 0 0,-17 0-1,34 0 1,-17 18 15,-53 0-15,18-1-1,35 54 1,-53-36 0,17 36-1,-17-19 1,0-16-16,0 17 15,0 0 1,-17-53 0,-1 0-1,53 0 142,-17 0-142,0 17 1,-18 1-1,35-1 1,-17 19 0,-1 17-1,-17 0 1,0 0 0,-35 17-1,17-70 1,1 35-16,-54 1 31,71-19-31,-18-17 47,1 0 47,-54-17-63,18 17-31</inkml:trace>
  <inkml:trace contextRef="#ctx0" brushRef="#br0" timeOffset="-177570.34">29316 10777 0,'35'0'63,"0"0"-47,54 0-1,-19 0 1,-35 0-16,1 0 15,70 0 1,-89 0-16,1 0 16,-1 0-1</inkml:trace>
  <inkml:trace contextRef="#ctx0" brushRef="#br0" timeOffset="-176886.13">29316 11060 0,'17'0'31,"36"17"-16,18-17 1,-1 0 0,36 0-1,-53 0 1,-17 0-16,-19 0 16,-17-17 15,35-1-16,1 18 17,-19 0-17</inkml:trace>
  <inkml:trace contextRef="#ctx0" brushRef="#br0" timeOffset="-174457.72">27728 10707 0,'71'0'47,"-36"0"-31,0-18-1,18 18 17,0 18-17,0 35 1,-18 17-1,-17-34-15,-18 16 16,0 54 15,0-53-15,-35 0 0,0-18-1,17-17 1,-17-18-1,17 0 64,0-18-48,-17 1 0,17-54 0,-17 1-15,18 34 0,17-17-1,0-17 1,35-18-1,35 35 1,1-53 0,35 18-1,0 35 1,-54 18 0,-16 35-16,-36-18 15,17 18 1</inkml:trace>
  <inkml:trace contextRef="#ctx0" brushRef="#br0" timeOffset="-173456.8">28363 10160 0,'18'0'46,"-18"-18"-14,18 18-17,17-17 1,18-1 0,-36 18-16,1 0 31,0 0-16,-1 0 1,19 53 0,-36 35 15,0-35-15,0 35-1,-18-35 1,18-18-1,0-17 1,0-36 125,71 1-110,-36-18-31,0 35 16,0-18-16,18 0 15,35 1 1</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5:41:21.020"/>
    </inkml:context>
    <inkml:brush xml:id="br0">
      <inkml:brushProperty name="width" value="0.05292" units="cm"/>
      <inkml:brushProperty name="height" value="0.05292" units="cm"/>
      <inkml:brushProperty name="color" value="#FF0000"/>
    </inkml:brush>
  </inkml:definitions>
  <inkml:trace contextRef="#ctx0" brushRef="#br0">4374 4604 0,'36'0'140,"-19"0"-124,54 53-1,-18-18 1,35 18 0,18 35-1,-53-70 1,53 35 0,-36-18-16,-17 18 15,53 17 1,0-34-16,105 17 15,19-18 1,17-18 0,17 19 15,1-36-15,123 35-1,35-35 1,36 18-1,52-18 1,1 0 0,-1 0-1,-70 17 1,-88 19 0,-194-1-1,-124-18-15,-17-17 16,-1 18 62,19 17-62,-1 54-1,-17-19 1,-1 36-1,19-18 1,34 0 0,-35 1-1,1-54-15,-1 18 16,0 0 0,-35-36-1,18 1 1,0-18 15,-1 53-15,18 0-1,18 35 17,18-35-17,35 70 1,0 36-1,-54-88 1</inkml:trace>
  <inkml:trace contextRef="#ctx0" brushRef="#br0" timeOffset="597.6">10883 6703 0,'53'0'31,"-18"0"-16,71 53 1,-18 35 0,1-53-1,-72-17 1,1-18 0,-18 17-1,18-17 16,-18-35-15,17-35 0,-17 17-1,0-53 17,0 71-17,0 17 1,-17 18 15,17-18-31</inkml:trace>
  <inkml:trace contextRef="#ctx0" brushRef="#br0" timeOffset="2612.05">6015 4198 0,'0'35'78,"53"18"-62,-18 18 0,18-1-1,35 36 1,-35-18-1,35-17 1,18-1 0,-35 1-1,34-18 17,-69-53-32,34 18 15,1 17 1,70-17-1,88 17 1,18 18 0,-17-53-1,69 35 1,1-35 0,-18 18-1,1-18 1,17 35-1,105-17 1,-175-18 0,34 0-1,-17 0 1,18 17 15,-18 1-15,0-1-1,-36-17 1,54 18 0,-54 17-1,19-17 1,-54 17 0,53-17-1,-140 0-15,-19-1 16,71 1-1,-105-1 1,69 19 0,-34-19-1,35 1 1,-36 53 15,1-18-15,17-1-1,-17-16 1,-1 34 0,18-17-1,71 88 1,18 71 0,-89-106-16,-18 35 15,-17-53-15,18 53 16,52 159-1,-70-159 1,0-70 0,0-1-1,-35-52 1,-1-18 15</inkml:trace>
  <inkml:trace contextRef="#ctx0" brushRef="#br0" timeOffset="3228.66">13988 6932 0,'35'0'31,"88"53"-15,-87-18-16,17 18 16,70 53-1,-70-88 1,-35-1 15,-18-34 16,17-72-31,1 1-1,0 18 1,-1 17 0,-17 35-1</inkml:trace>
  <inkml:trace contextRef="#ctx0" brushRef="#br0" timeOffset="5097.14">18715 4798 0,'-18'0'79,"1"53"-64,17 35 16,0 0-15,0 18 0,0 17-1,35 54 1,-18 70 0,19-124-16,-19 1 15,19 193 1,-19-211-1,-17-35 1,0-1 0,18-70-1</inkml:trace>
  <inkml:trace contextRef="#ctx0" brushRef="#br0" timeOffset="6234.03">18468 6227 0,'35'35'62,"36"18"-46,35 88 0,-54-88 15,-34 0-16,0-53 17,-18-36 77,53-87-93,17 35-1,-17 52 1,-18 1 0,1 0-1,-19 17 126,1 18-126,0 0 64</inkml:trace>
  <inkml:trace contextRef="#ctx0" brushRef="#br0" timeOffset="10772.87">11095 7832 0,'0'-18'47,"-18"18"-16,1 0-16,-1 0-15,-35 0 32,35-18-17,-17 1 1,0-1 0,0 0-1,-1 1 1,-17-1-1,0 1 17,1-1-17,16 0 1,-17 18 0,18 0-1,0 0 1,17-17-1,-70 17 1,35 0 0,-18 0-1,1 0 1,-18 0 0,70 0-1,0 0 1,-17 0-1,18 0 17,-1 0-17,0 17 48,-35 1-48,18 35 1,17-36 0,1 19-1,17-1 1,0 0 0,0 18-1,17-18 1,-17-17-1,0 35 1,36-35 0,-19 17-1,1 18 1,17-18 0,1 0-1,-1 1 1,-18-1-1,36-17 1,0 17 0,-35-17-1,17 34 1,0-34 0,-17 0-1,17-18 1,-17 17-1,17 1 17,18 0-17,-35-18 1,17 17 0,18 1-1,-18 0 1,1-18-16,-19 0 15,19 0 1,-19 0-16,18 0 16,54 0-1,-54 0 1,18-18 0,17 0-1,-34 18 1,-1-17-1,0-1 17,18 18-17,-35-18 17,-1-17-17,1 0-15,-18 17 16,0-17-1,0-18 1,0 35 0,0-35-1,-18 18 1,1 18 0,-19-36-1,19 17 1,-1 19-1,1 17 17,17-18-17,-18 18-15,18-18 16,0-35 203,-18 36-204,18-18 1,-17 17 0,17 0-1,0 1 282</inkml:trace>
  <inkml:trace contextRef="#ctx0" brushRef="#br0" timeOffset="14553.4">21431 7867 0,'36'0'312,"34"0"-281,71 0 1,36 0-1,-125 0-15,-16 0-1,-1 0 1,0 0-1,1 0 1,-19 0 0,36 0-1,-35 18 1,-1-18 0,19 17-1,-19-17-15</inkml:trace>
  <inkml:trace contextRef="#ctx0" brushRef="#br0" timeOffset="16393.58">21661 5574 0,'0'0'0,"-18"0"31,18 35 32,0 0-48,0 54 1,18 16-1,17 89 1,-18-88 0,-17-53-16,0-17 15,36 87 1,-19-88 0,-17-17-1,0 35 63,36 35-46</inkml:trace>
  <inkml:trace contextRef="#ctx0" brushRef="#br0" timeOffset="17514.09">21608 6403 0,'53'53'156,"-1"-18"-141,-34-17 1,17-1 0,-35 1-1,18 0 1,-18-1 46,18-17-46,-1 0 62,54-53-47,-18-52-15,0 52 0,-36 0-1,19 17 1</inkml:trace>
  <inkml:trace contextRef="#ctx0" brushRef="#br0" timeOffset="23580.14">24130 8026 0,'18'0'188,"-1"0"-157,1 0-16,35 0 1,-18-18 0,36 0-1,-1 1 1,36-1 0,-35 18-1,17-18 1,-35 18-16,17 0 15,18 0 1,-17 0 0,0 0-1,-1 0 1,18 0 0,-17 0-1,-1 0 16,19 0-15,-19 0 0,-35 0-1,1 0 1,-19 0-16,1 0 16,0 0-1,-1 0 1,1 0 203,35 18-188,-36 0-16,72-1 1,-1 1 0,-53-18-1,-17 0 1,17 18 0,0-1 15,-17-17 0,0 18-15,-1-18 156,1 0-157,105 35 16,-34-35-15,-1 18 0,-35-18-1,0 0 1,-36 0 0,1 0-1,17 0 1,0 0-1,1-35 1,-19-18 0,19 0-1,-19 17-15,1 1 16,0-88 0,-1 52-1,1-17 16,-18 0-15,0 35 0,-18-18-1,18 1 1,0-18 0,-17 17-1,-36-17 1,0-18-1,35 88-15,-35-35 16,-53-70 0,0 17-1,71 88 1,-35-70 0,-19 71 15,19-36-31,-18 35 31,0 0-15,35 18-1,-71 0 1,-52 0 0,-1 0-1,-34 0 1,122 0-16,-34 0 15,35 0-15,0 0 16,-71 0 0,124 18-1,-54 17 1,19-17 0,-18 17-1,35-17 16,-35 0-15,35-18 0,17 35-1,19-18 1,-1-17 0,0 0-16,18 36 15,-35-1 1,18 0-1,-19 1 1,19-19 0,-19 19-1,-17 16 1,-35 19 0,53-53-1,0 17 1,17-17 15,0-1-15,1 1-1,-1 17 1,0 0 0,18-17-1,0 17-15,0 36 31,0-36-15,36 0 0,-19 36-1,54-18 1,-53 0 0,34 0-1,-16 0 16,-1-18-15,0 18 0,-17 0-1,35-18 1,0-17 0,-36 17-1,19-17 1,-1-1 15,-35 1-15,53-18-1,-53 17 1</inkml:trace>
  <inkml:trace contextRef="#ctx0" brushRef="#br0" timeOffset="26129.46">13511 9525 0,'18'0'109,"17"0"-93,1 0 0,16 0-1,1 0-15,-17 0 16,52-35-1,-18 17-15,142 0 16,0 18 0,88 0-1,-36 0 1,54 0 0,-18 0-1,-53 0 1,-36 0 15,1 0-15,-36 0-1,18 0 1,-35 18 0,-71-18-16,-17 0 15,52 0 1,-52 0-16,-18 0 15,53 0 1,17 0 0,-17 0-1,53 0 1,-36 0 0,-17 0-1,0 0 1,0 18-1,-1-18 17,-34 17-17,17-17 1,-53 0-16,1 0 16,-1 0-16,18 0 15,53 0 1,-36 18-1,71-18 1,-35 0 0,18 0-1,-18 0 1,-36 18 0,36-18-1,-18 17 1,-35-17 15,35 36-15,-35-36-16,18 17 15,-18-17 1,35 18 0,-35-18-1,35 0 1,-53 0-1,18 0 1,-18 0 0,18 0-1,-35 0 1,17 0-16,1 0 16,-19 17-16,18-17 15,18 0 1,-17 18-16,-19 0 31</inkml:trace>
  <inkml:trace contextRef="#ctx0" brushRef="#br0" timeOffset="58794.55">24783 16051 0,'17'0'93,"-17"-17"-61,-35-1-32</inkml:trace>
  <inkml:trace contextRef="#ctx0" brushRef="#br0" timeOffset="64317.28">2787 15081 0,'-18'18'125,"18"70"-109,0 18-1,0-18 17,0 0-17,18 159 1,35 0-1,-36-123 1,-17-54 0,0-17-1,0 0 1,0-18 0,0-17-16,0 17 15,18 1 1,-18 16-1,0-34 1,0 17 0,18 1-1,-18-19 17,0 19-17,0-1 1,0 0-1,0 0-15,-18 1 32,0 34-17,18 1 1,-17-1 0,-1-34-1,18-19 1,0 1-1</inkml:trace>
  <inkml:trace contextRef="#ctx0" brushRef="#br0" timeOffset="66689.67">2787 15099 0,'18'0'187,"-1"0"-171,18 0-1,54-18 1,34 18 15,124 0-15,-35 0-1,-1 0 1,1 0 0,-71 0-1,0 0 1,-17 0 0,-1 0-1,-52 0 1,-54 0-16,1 18 15,35-18 1,-35 0-16,-1 0 16,19 0-1,16 0 1,54 0 0,35 0-1,71 0 16,-18 0-15,-17 18 0,140-18 15,-141 17 0,-193-17 172,-1 35-187,0 1 0,1 34-1,17 18 1,0-17-1,0 123 1,0-106 15,0 0-15,0 1 0,17-1 15,36 88-16,-53-88 17,53-17-17,-35 88 17,-18-71-17,35 0 1,-35-53-1,36-17 1,-19 35 0,1-18-1,-1-17 1,-17-1 0,18 1-16,0-18 31,-1 18 31,1-1-46,-18 1 0</inkml:trace>
  <inkml:trace contextRef="#ctx0" brushRef="#br0" timeOffset="69004.17">2857 17304 0,'36'0'109,"70"0"-93,-36 0 15,54 0-15,-36 0-1,35 0 1,36 0 0,17 0-1,36 17 1,0-17-1,-18 18 1,-53-18 0,-18 18-1,-34-18 1,-54 0 0,-18 0-1,1 0-15,17 0 31,-17 0 1,17 0-17,18 0 1,35 0 0,54 0-1,52 0 1,-71 17-1,-17-17 1,-36 18 0,-52-18 93,0 0-62,-1 0-31,1 18 62,0-1-63,-1-17 48,1 0-48,17 0 1,0 0 0,-17 0 15,0 0 156</inkml:trace>
  <inkml:trace contextRef="#ctx0" brushRef="#br0" timeOffset="71907.62">2822 15258 0,'0'17'15,"0"36"1,18 35 0,-1-35-1,1 0-15,0-18 32,-1 71-17,1-70-15,35 87 31,-35-52 1,-18-18-17,0-18 1,0 53 0,0-17-1,0-1 1,-18 18-1,0-35 1,18 0 15,0-35-31,0 35 32,0-18-17,0 0 1,-17 1-1,-1 52 1,18-18 0,-18-34-1,1 16 1,17-16 0,0 17-1,0-18-15,0 36 31,17-19 1,-17 1-1,0-35-15,0 0-1,18-1 1,0 19-1,17 16 1,0-16 0,-17-1-1,0-17 1,-1-1 0,1 19 46,-1-36-46,1 0-1,0 17 1,17-17 0,53 35-1,-17-35 1,-36 0-1,-17 0-15,-1 0 16,36 0 0,-35 0-16,52 0 15,1-17 1,0 17 0,17 0-1,-18 0 1,36 0-1,35 0 17,-53 0-17,-17 0 1,123 0 15,-159 0-31,-17 0 16,88-18-1,-53 18 1,52 0 0,-16 0-1,-36 0 1,35 0 0,-53 0-1,-17 18 1,-1-18 15,1 0-15,0 17-1,-1-17 1,54 0 0,-18 0-1,0 0 1,0 18-1,-1-18 1,37 18 0,-1 17-1,0 0 1,-70-35 0,17 0-1,-17 0 1,-1 0-1,1 0 1,35 18 15,-18-18-15,0 0 0,1 0 15,17 0-16,-1 18 1,-16-1 0,17-17-1,-53-17 157</inkml:trace>
  <inkml:trace contextRef="#ctx0" brushRef="#br0" timeOffset="73525.66">6050 15346 0,'-18'0'78,"18"176"-46,0-141-17,18 107 1,0-72 0,17 1-1,-35 17 1,35-18-1,-17-17 1,-18 36 0,35-37-1,-35-16 1,0-1 0,0 36 15,36 70-16,-36-53 17,0 0-17,0-35 1,0-18 0,0 36-1,0 17 1,0 18-1,0-36 1,0-17 0,0 18-1,0-18-15,0 0 16,0 70 0,0-70-1,0 0 1,0 35-1,0-35 17,0 18-17,0-18 1,17 0 0,1-18-1,-18-18 1,17-17 15</inkml:trace>
  <inkml:trace contextRef="#ctx0" brushRef="#br0" timeOffset="74893.75">3316 15716 0,'0'106'31,"18"-53"-16,17 53 1,0-53 0,-35 0-16,18 17 15,0-35 1,-1 18 0,-17-35-1,0 0 1</inkml:trace>
  <inkml:trace contextRef="#ctx0" brushRef="#br0" timeOffset="75949.03">3334 15663 0,'35'-17'62,"-17"17"-46,-1 0 0,19 0-1,-1 0 1,-18 17-1,1-17-15,17 0 16,-17 0 0,0 18-1,17 0 1,-17 17 0,17 0-1,-17 36 1,34-36-1,-52 0 1,18-17 0,0 17-1,-1-17 1,-17 35 0,-17-18-1,-1 18 1,-52 17-1,17-17 1,17-35 0,1-18-1,17 0 1,-17 0 0,17 0 15,-17 0-16,18 0 1,-19 0 15</inkml:trace>
  <inkml:trace contextRef="#ctx0" brushRef="#br0" timeOffset="76689.83">3898 15804 0,'0'0'15,"18"89"32,-18-19-31,35 1 0,-17 17-1,-1-35 1,1-18-1,-18 0 1,18-35 15</inkml:trace>
  <inkml:trace contextRef="#ctx0" brushRef="#br0" timeOffset="77540.14">4498 15716 0,'-18'0'31,"-35"0"-15,36 0 0,-1 0-1,-35 18 1,0 17 0,36-17-1,-1 17 1,0-17-1,18 35 1,0 0 0,0-1-1,18 1 1,35 0 0,-18 18-1,0-1 1,18 1-1,-35-53 1,0-1 0,-1-17 15,-17 18-15,18-18-1,0 0 1,34-18-1,-16 1 1,17 17 0,-18-18-1</inkml:trace>
  <inkml:trace contextRef="#ctx0" brushRef="#br0" timeOffset="78326.38">4621 15963 0,'-35'18'32,"35"70"-1,0 0-15,18-35-16,-1-35 15,54 88 1,-71-89-1,18 1 1,-1-18 47,36-35-32,0-71-16,-35 88 1,35-88 0,-53 18 15,-18 53-15,0 35-1,-17-35 1,17 35 15,1 0-15,-19 0 15,19 0 31</inkml:trace>
  <inkml:trace contextRef="#ctx0" brushRef="#br0" timeOffset="80105.85">5256 15840 0,'0'106'31,"0"-89"-15,0 36-16,0-18 16,36 89-1,-19-71 1,1-36-1,-18 1 1,18-18 0,-36-53 77,18 0-77,0 36-16,0-19 16,-18-17-16,18 18 15,0-71 1,0 71 0,0 0 15,0 17-16,0 0 1,0 1 0,18 17 62,0 35-63,52 36 1,-17 17 0,-18 0-1,-17-17 1,0-1 0,-18-35-1,17-17 1,-17-36 78,0-87-79,0 34 1,0 0-1,18-34 1,17 52 0,-35 35-1,0-17 1,18 88 93,-1 70-77,-17-70-32,18 18 15,17 17 1,1 0-1,-19-35 1,1-18-16,-36-35 125</inkml:trace>
  <inkml:trace contextRef="#ctx0" brushRef="#br0" timeOffset="81750.05">3457 16545 0,'35'0'109,"-17"0"-77,0 0-17,-1 0 1,36 0-1,36 0 1,-19 0 0,1 0-1,-18 0-15,35 0 16,88 0 0,-52 0-16,87 0 15,1 18 1,-18 17-1,-18-17 1,-70 17 0,-71-35-1,18 0 110,0 18-109,18-1 0,-18 1-1,0 0 1,-36-18-1,1 0 17</inkml:trace>
  <inkml:trace contextRef="#ctx0" brushRef="#br0" timeOffset="96363.5">7408 14728 0,'0'18'109,"18"282"-78,0-106 0,-1-159 1,-17-52 93,0-19-125</inkml:trace>
  <inkml:trace contextRef="#ctx0" brushRef="#br0" timeOffset="97567.3">7479 14781 0,'0'0'31,"18"0"16,17-35-31,-35 0 15,53 35-15,-53-35-1,35 35 1,-17 0 15,17 0-15,-17 17 15,-1 54 32,-17 52-48,-17-105 1,-1 52 15,0-70-31,36 0 203,35 53-171,-18 0-17,-35-17 1,0-1-1,0 35 1,0-34 0,-35-19-1,17-17 1,-17 0 0,17 0-1,-35 0 1,18 0-16,0 0 15,17 0 1</inkml:trace>
  <inkml:trace contextRef="#ctx0" brushRef="#br0" timeOffset="98463.43">7973 15064 0,'0'35'32,"0"53"-17,0-35 1,17-35 15,-17 35-15,18-53-1,0-36 64,-18 19-64,35-19 1,0-17-1,-17 36 1,-18-1 0,0-17-1,0 17 17,-18 1-1,1 17 16,17-18 46</inkml:trace>
  <inkml:trace contextRef="#ctx0" brushRef="#br0" timeOffset="99307.59">8290 14993 0,'0'18'63,"36"88"-32,-36-89-16,0 18 1,17-17 0,-17-36 77,0-140-61,0 69-1,0 54-15,18 35 46,-1 0-46,-17 18-1,53 70 1,0-17 0,18-1-1,-54 1 1,1-18-1,0-53 1,-1 17 0,-52-17 46,0-35-46</inkml:trace>
  <inkml:trace contextRef="#ctx0" brushRef="#br0" timeOffset="100278.1">8678 15117 0,'53'-71'31,"-106"142"-31,124-213 16,-53 89 0,-18 18-1,0 0 1,0 17 15,0 1-15,-18 17 77,0 17-61,18 1-17,-17 17 1,-1-17 0,18 17-1,0 0 1,0-17-1,0 0 1,18 17-16,-18 0 16,0 1-1,17 34 1,19-35 0,-36-17-1,35-18 1,-18 0 46,1 0 48,17 0-79,1 35-31</inkml:trace>
  <inkml:trace contextRef="#ctx0" brushRef="#br0" timeOffset="100864.93">9278 15117 0,'18'0'31,"-1"0"-16,1 0 1,17 0 0,18 0-1,18 17 1,-54-17-16,19 0 16</inkml:trace>
  <inkml:trace contextRef="#ctx0" brushRef="#br0" timeOffset="101363.49">9278 15346 0,'71'0'125,"34"0"-109,1 0-1,-35 0 1,-36 0 0</inkml:trace>
  <inkml:trace contextRef="#ctx0" brushRef="#br0" timeOffset="102760.21">9984 14905 0,'0'-18'110,"53"18"-63,-18 0-16,0 35 0,-17 18 0,-18-35-15,0 35 0,0-35-16,-53 17 15,123-35 173,1 0-173,-1 0 1,-70 18 31,18 52-31,0 1-1,-18-36 1,0 18-1,-88 53 1,52-53 0,19-36-1,-1 1 1,0-36 62,1 18-62,17-17-1,0-1 79,88-35-63,-53 53-31</inkml:trace>
  <inkml:trace contextRef="#ctx0" brushRef="#br0" timeOffset="105059.57">10636 15187 0,'-17'0'62,"-1"0"-46,-17 18 0,-1 17-1,19 18 1,17 0 0,0-18-1,0-17 1,0-1-1,17 19 1,1-36 0,-18 17 31,0-70 15,35 18-46,-17-35-1,-18 52 17,0 0-1,-18 18-16,18-17 1,-17 17 0,17-18 77,70-35-77,1 0 0,-36 0-1,-35 36 1,18 17 0,-1 0 15,-17 35 94,-17 71-110,17-36 1,0 1 0,0-54-16,17 19 31,19-1 0,-36-53 47,0-35-46,35 18-1,-35 0-16,0 17-15,0-17 16,0 17 15,0-17-15,-18 17 0,18 1 93,0-1-93,88 18 30,18-17-14,-88 17-1,0 0 16,-1 17-32,-17 1 1,0-1 0,0 36 93,-35 0-93,35 71 15,18-36-15,17-35-1,-35-88 48,0-18-48,0 0 1,0 35 0,17 0 15,1 18-16,-18-35 1,0 0 0,0 17 15,0-35-15,0 36-1,0-19 1,0 19-1,-18-1 17,1 18-1,17-17-15,-18 17-1</inkml:trace>
  <inkml:trace contextRef="#ctx0" brushRef="#br0" timeOffset="106891.97">7514 15981 0,'-35'0'125,"17"0"-109,-17 17-1,-18 72 1,53-36-1,0-1 1,18 1 0,-1-53 15,1 0 0,0 18-15,-18 0-1,17-1 17,-17 1-17,18-18-15,-18 18 16,0 35 0,0-36-1,0 18 1,-18 1-1,1-36 1,-1 17 15,0-17-15,-17 0 31,17 0-32,1 0 1,-1 0 0,36 0 140,70 0-156</inkml:trace>
  <inkml:trace contextRef="#ctx0" brushRef="#br0" timeOffset="107577.19">7602 16051 0,'0'36'78,"0"34"-63,18-35-15,-18 54 16,0-36 0,0-18-16,0 53 31,0-70-16,18-71 95,-1 18-95,-17 17 1</inkml:trace>
  <inkml:trace contextRef="#ctx0" brushRef="#br0" timeOffset="108376.51">7955 16157 0,'-35'18'125,"0"17"-110,-54 36 16,54-36 1,35-17 15,35-18 62,1 35-93,17 0 15,17 36 0,-52-71-31</inkml:trace>
  <inkml:trace contextRef="#ctx0" brushRef="#br0" timeOffset="108950.43">8114 16175 0,'18'0'16,"-18"106"15,0 35 1,0-18-17,17-87 1,-17-89 109</inkml:trace>
  <inkml:trace contextRef="#ctx0" brushRef="#br0" timeOffset="109274.49">8184 15857 0,'0'-17'31,"0"-1"32</inkml:trace>
  <inkml:trace contextRef="#ctx0" brushRef="#br0" timeOffset="110114.34">8343 16175 0,'0'17'31,"18"72"-15,-18-1 15,0-53-31,0-17 16,0 17-1,0-53 63,0-158-46,35 53-1,-35 105 0,35 53 16,-35-17-31,18 70-1,35-17 1,-35-1-1,-1-17 1,-17-35 0,0-1-1,18 1 1,-1-18 0</inkml:trace>
  <inkml:trace contextRef="#ctx0" brushRef="#br0" timeOffset="110836.17">9225 16422 0,'18'0'47,"17"0"-31,36 0-1,-18 0 1,-18 0-16,0 0 16,-35-18-1,18 1 17</inkml:trace>
  <inkml:trace contextRef="#ctx0" brushRef="#br0" timeOffset="111389.75">9296 16598 0,'17'0'47,"19"0"-16,-19 0-15,36-17-1,-35-1-15,17-17 16,-17 17 15,-1 18 0,-34 0 110</inkml:trace>
  <inkml:trace contextRef="#ctx0" brushRef="#br0" timeOffset="112638.62">10001 16069 0,'0'71'62,"-53"87"-30,53-140-1,53-36 63,35-52-79,-52 70 1,-19 0 15,1 17-15,0 19-1,-18 17 1,17 0 0,-17 35-1,-17-18 17,-36-17-17,35-18-15,0-35 47,-17 0-16,35-17 63,0-1-78,0 1-1,0-19 1</inkml:trace>
  <inkml:trace contextRef="#ctx0" brushRef="#br0" timeOffset="113328.58">10089 16016 0,'18'0'31,"53"53"-15,-54-53 15,19 18-15,16-18-1,-16 0 1,-19 0 0,1 0-16,0-18 15</inkml:trace>
  <inkml:trace contextRef="#ctx0" brushRef="#br0" timeOffset="114854.73">10583 16422 0,'0'0'0,"-17"0"16,-1 17-16,18 1 15,-18 0 1,18 17 0,18 0-1,0 1 1,-18-19 0,0 1-1,17-18 1,1 17-1,17 1 17,-17-18-17,0 0 1,52-53 15,-52 0-15,-18 0-1,0 36 1,0-36 0,-18 35-1,18-35 142,35 0-142,54 0 1,-19 53-1,18-35 1,-70 35 0,-18 18 77,0 88-61,-18-36-1,18 36 0,0-88-31,0-1 16,0 1-1,0-53 48,18-1-47,0-17-1,17 18 1,-35 18-1,0-1 1,0 0 0,-18 1-1,1-1 32,-1-17 31,18 17-46,0 0-17,-18 1 1,1 17-1</inkml:trace>
  <inkml:trace contextRef="#ctx0" brushRef="#br0" timeOffset="117485.02">7250 15064 0,'-18'0'94,"0"0"-78,18 70-1,-53 18 1,36-17-16,-1 17 15,0 36 1,18 34 0,0-52-1,-17-18 1,-1-35 0</inkml:trace>
  <inkml:trace contextRef="#ctx0" brushRef="#br0" timeOffset="118203.57">6914 15663 0,'18'0'47,"53"0"-32,-36 71 1,18 35 0,-18-18-1,-17-35 16,-18 0-15,17-124 93,89-88-77,-53 54-17,-35 69 1,17 1 0</inkml:trace>
  <inkml:trace contextRef="#ctx0" brushRef="#br0" timeOffset="121583.47">12471 14640 0,'17'0'63,"-70"0"15,36 0-62,-36 0 77,35 0-61,18 18 93,0 35-110,0-18 1,18 18 0,-18 18-1,0-19 1,17 19-1,-17 0 17,18-54-32,0 36 15,-18 53 1,0-35 0,0-19-1,0 37 1,0-1-1,0-18 1,17 1 0,1 0-1,0-1 1,17 36 0,-35-36-1,0-17 1,0 18-1,0 88 17,18-89-17,-1 1 1,-17-18 0,18 17-1,-18 1 1,0-18-1,0 35 1,0-18 0,0 1-1,18 0 1,-1-36 0,-17 18-1,0-36 1,18 36-1,-1-17 17,-17 34-17,18-35 1,0 18 0,-18 0-1,0-17 1,17-19-16,1 18 15,-18 1 1,18-1-16,-1-17 16,1-1-1,17 19 1,-35-1 0,18 18-1,-1-18 1,1-17 15,-18-1 0,18-17-15,-1 18 15,1-18 32,17 0-32,106 0 0,-52 0 0</inkml:trace>
  <inkml:trace contextRef="#ctx0" brushRef="#br0" timeOffset="123895.02">12894 14711 0,'0'-18'47,"18"18"-32,-1 0 32,1 0 16,0 0-48,-1 18 32,1-1-31,-1 19 15,-17-1-15,-17 18-1,-18 0 1,-1 17 0,1-52-1,35 0 1,0-1 0,0-34 124,18 17-124,-1 0 31,19 0-32,-19 0 1,18 0 0,-35 17-1,18 1 1,0 35 15,-18-35-15,0 17 15,0 0-15,-36 18-1,36-35 1,-17-1-1,-1-17 32,-17 0-31,17 0 0,-17 0-1,17-17 1,1 17-1,-1 0 1,53 0 140,-17 0-140</inkml:trace>
  <inkml:trace contextRef="#ctx0" brushRef="#br0" timeOffset="126747.43">13317 14887 0,'-17'0'94,"17"35"-63,-18 1-16,18-1 1,0 0 0,0 1 15,0-19 0,0 1-15,18 0-1,17-36 95,-35 0-95,35-35 17,-35 36-17,0-1 17,0 0 171,0-17-188,0 0 17,71 17-17,-36 1 1,-17 17-1,35 0 64,-36 0-64,19 0-15,-19 0 16,1 0-1,-1 0 95,-17 17-79,-17 36 0,-1-18-15,18-17 0,0 0-1,0-1 16,0 19-15,0-19 15,0 1-15,0 0-16,0-1 16,35 1-1,-35-1 1,18-69 78,17-1-79,1-18 1,-19 18-1,-17 35 1,0 1 15,0-18 157,53-18-157,-17 35-15,-1-17-1,-18 17 1,1 18 31,0 0-16,-1 18-15,-17-1-1,0 19 1,0-19 0,0 19-1,0 16 1,0 1-1,18-17 1,17 17 0,-35-18-1,36 0 1,-19-17 0,-17-36 46,18-17-46,-1 0-1,-17-18 17,0 35-17,0-53 1,0 54-1,0-1 1,0 1 78,-17-19-79,-18 19 1,17-1 0</inkml:trace>
  <inkml:trace contextRef="#ctx0" brushRef="#br0" timeOffset="128064.22">13458 15840 0,'0'70'63,"0"1"-32,0-36-15,0-17-1,18-18 79,88-36-78,-36 36 15,-34 0 0,-19 36-15,19-19-1,-36 36 1,0 0 0,0-18-1,-36 1 1,-17-1 0,36-35 15,-1 0 31,18-18-15,0 1-31</inkml:trace>
  <inkml:trace contextRef="#ctx0" brushRef="#br0" timeOffset="128546.53">13617 15787 0,'18'0'47,"35"-35"-16,-18 17-15,53 18 0,-35-18-1,0 18 1,-35-17-1,-1 34 95</inkml:trace>
  <inkml:trace contextRef="#ctx0" brushRef="#br0" timeOffset="129606.11">14076 15787 0,'0'17'31,"-35"72"-15,-1-1 0,19-35-1,17-18 17,0-17-1,35-124 16,18 18-32,-18 17 1,-35 18 0,0 18-1,-18 35 79,36-18 15,35 1-93,-53 34 31,53 36-32,-18 71 1,0-19 0,-17-52-1,-18 0 1,0-35 0,0-36 46,35-52-46,-17-1-1,0 1 1,17-1 0,-35 36-1,0 17 1,-35 1 109</inkml:trace>
  <inkml:trace contextRef="#ctx0" brushRef="#br0" timeOffset="130508.67">14076 16633 0,'-18'53'62,"18"0"-46,0 53 15,0-88-15,35-36 30,1-52-30,17-1 0,0 0-1,-18-17 1,-35 71 0,-18 17 109</inkml:trace>
  <inkml:trace contextRef="#ctx0" brushRef="#br0" timeOffset="131191.03">13688 17374 0,'35'36'47,"-35"105"-32,0-88-15,0 0 16,0 35 15,0-71-15,18-17 15</inkml:trace>
  <inkml:trace contextRef="#ctx0" brushRef="#br0" timeOffset="132476.84">14058 17410 0,'-17'0'47,"-1"52"-31,0-34 0,18 35-16,0 18 31,0-18-31,0-36 15,36 36 1,-19-53 0,36-53 46,-18-35-46,-17 53-16,0-54 15,-1 37 1,-17 34 0,-53 0 46,36 18-46,-1 0-1,18 18 32,18-18-31,-1 0 0,19 0-1,52-18 1,-18-17-1,-34 17-15,17 18 16,-18-17 0,-17 17 46,-18 17-31,0 19-15,0 17 0,0 17-1,-18 1 1,18-18 0,0-18-1,0-53 63,0-35-62,0 0 0,0 0 15,0 1-16,-18 52 1</inkml:trace>
  <inkml:trace contextRef="#ctx0" brushRef="#br0" timeOffset="133783.43">15205 15028 0,'35'0'32,"88"18"-1,-17 0-15,-18-18-1</inkml:trace>
  <inkml:trace contextRef="#ctx0" brushRef="#br0" timeOffset="134273.84">15487 15910 0,'53'0'63,"-18"0"-48,18 0 1,-18 0 0,1-17-1,-19 17 1,19 0-1,-19 0 1,1 0-16</inkml:trace>
  <inkml:trace contextRef="#ctx0" brushRef="#br0" timeOffset="134704.57">15628 16422 0,'35'0'62,"1"0"-31,-19-18-15,36 1 0,-35 17-1,-1 0 1,54 17 15</inkml:trace>
  <inkml:trace contextRef="#ctx0" brushRef="#br0" timeOffset="135243.4">15963 17110 0,'0'0'16,"53"53"-1,-53-36-15,35 1 16,-17-18-1,17 0 1,18 18 15,-18-18-15,-17-18 78,-18-17-94</inkml:trace>
  <inkml:trace contextRef="#ctx0" brushRef="#br0" timeOffset="136053.44">16827 15028 0,'36'0'47,"-19"0"-31,54 0-1,52 0 1,54 0-1,-54 0 1,-123 71 78</inkml:trace>
  <inkml:trace contextRef="#ctx0" brushRef="#br0" timeOffset="136547.26">16916 15716 0,'17'0'16,"36"18"15,35-18-15,-70 18 0,70-18-1,-17 0 1,-18 0-1,-36 0 32</inkml:trace>
  <inkml:trace contextRef="#ctx0" brushRef="#br0" timeOffset="137093.37">17357 16298 0,'35'0'78,"18"0"-63,17 0 1,36 0 0,-70 0-16,-19 18 15,-17 17 63</inkml:trace>
  <inkml:trace contextRef="#ctx0" brushRef="#br0" timeOffset="137515.43">17374 17074 0,'18'0'15,"-18"18"1,35 0 0,-17-1-1</inkml:trace>
  <inkml:trace contextRef="#ctx0" brushRef="#br0" timeOffset="139641.21">17392 14499 0,'35'0'47,"0"-17"-32,-17 17-15,17 0 16,18 0 0,0 0-1,0 17 1,-18-17 0,36 71-1,-53-54 1,-1 19-1,19 17 1,-19 52 15,1-34-15,17-1 0,-17 36-1,17-17 1,-17-37-16,-18-16 15,17 34 1,-17 1 0,18 35-1,0-53-15,-1-36 16,1 107 0,-1-1-1,1-35 1,17 36-1,-17-18 1,0 88 15,-18-18-15,17 0 0,-17-52-1,0-36 1,0 0-1,0-17 1,0-1 0,0-34-16,0 17 31,0-18-15,-53 35-1,0 19 1,1-19-1,34-35 1,18-17 15,-35 0-15,17-1 0,-53 54-1,54-53-15,-18-1 16,-18 19-1,-18-19 1,-17 1 0,35-18-1,0 17 1,35-17 0,1 0 93,-1 0-109</inkml:trace>
  <inkml:trace contextRef="#ctx0" brushRef="#br0" timeOffset="155749.84">21220 14623 0,'0'-18'47,"-89"18"-16,54 0-16,-18 0 17,0 53-17,18 17 1,17 19 0,18-1-1,0 0 1,18 36-1,0 34 17,-18-70-32,17 18 15,-17 71 1,0-19 0,0-34-1,0 105 1,0-123-1,0 0 1,0-18 0,0 0-1,0 18 1,0-35 0,18 17 15,0-18-16,-18-34 1,17 17 0,-17-18-16,0-17 15,35 52 1,1-52 0,-36-1-1,17 1 1,1 0-1,35 17 1,-35 0 0,52-17-1,-17-18 1,-35 0 0,-1 0-1,-17 17 1,18-17-1,-18 18 1,18 0 15,-1-18-31</inkml:trace>
  <inkml:trace contextRef="#ctx0" brushRef="#br0" timeOffset="156595.17">21784 14958 0,'0'-18'16,"35"159"62,-17 230-47,17-266 0</inkml:trace>
  <inkml:trace contextRef="#ctx0" brushRef="#br0" timeOffset="157848.24">23230 15258 0,'18'0'47,"35"0"-32,0 0 1,0 0-1,0 0 1,-36 0 0,1 0-1</inkml:trace>
  <inkml:trace contextRef="#ctx0" brushRef="#br0" timeOffset="158395.76">24007 14922 0,'0'18'46,"0"88"-30,0-35 0,0 17-16,0 53 15,0-71 17,17-34-32,1-19 31</inkml:trace>
  <inkml:trace contextRef="#ctx0" brushRef="#br0" timeOffset="161333.81">24077 14570 0,'18'0'62,"17"-18"-30,0 18-17,1-18 1,16 18-1,37 0 1,-54 0 0,-17 0 31,17 18-32,18 53 1,-18 34-1,0-16 1,-35 34 0,18 54-1,35 17 1,-35-36 15,-1-17-15,1 18-1,17-35 1,-17 34 0,-1 36-1,1-17 1,-18-107-16,18-17 16,-18-17-16,0 16 15,0 37 1,0-36-16,0 17 15,-18 18 1,-53 1 0,-17-37 15,0 37-15,0-36-1,70-53 1,1 0-1,-1 17-15,-17-17 16,17 0-16</inkml:trace>
  <inkml:trace contextRef="#ctx0" brushRef="#br0" timeOffset="162312.47">21855 16140 0,'17'0'109,"1"0"-93,35 0-1,0 0 1,35 0 0,18 0-1,-53 0 1</inkml:trace>
  <inkml:trace contextRef="#ctx0" brushRef="#br0" timeOffset="162778.75">21784 16722 0,'106'0'78,"-36"0"-63,-17 0-15,0 0 16,-35 0 0</inkml:trace>
  <inkml:trace contextRef="#ctx0" brushRef="#br0" timeOffset="163288.15">23566 16051 0,'0'0'0,"123"-17"16,-88 17-1</inkml:trace>
  <inkml:trace contextRef="#ctx0" brushRef="#br0" timeOffset="163577.56">23760 16722 0,'0'0'0,"17"0"16,1 0 15,-1 0 0,1-18 0</inkml:trace>
  <inkml:trace contextRef="#ctx0" brushRef="#br0" timeOffset="164945.64">19156 15064 0,'35'0'63,"-17"-18"-48,17 0 1,0 1 0,18-19-1,35-17 1,106-70 0,106-53-1,-106 52 1,265-140-16,176-1 31,53 53-31,229 18 16,-17 106-1,-54 88 17,248 88-1,-812 106 0,-211-141-15,-36 53-1,36 0 1,-19-53 0,37 53-1,-72-106 1</inkml:trace>
  <inkml:trace contextRef="#ctx0" brushRef="#br0" timeOffset="165892.84">26158 13652 0,'53'36'63,"-17"17"-48,17 17 1,17 54 0,-35-71-1,1 17 1,-36-35-16,17 18 15,-17-17 1,0 17 0,-53 17-1,-17 1 1,17-18 0,-18-36 15,-34 19-16,69-36 1,19 0 47</inkml:trace>
  <inkml:trace contextRef="#ctx0" brushRef="#br0" timeOffset="168109.65">26970 15222 0,'35'-17'94,"53"-54"-63,-70 71-15,0-17 0,-1 17-1,19 0 17,-1 0-17,18 17 1,0 36 15,-36-35-15,19 52-1,-36-17 1,0 0 0,0-18-1,0 18 1,-18-17-1,0-19 1,1 1 15,-19-1-15,1-17 0,17 0 30,-34-35 204,34 0-234,-35-36 0,35 1-1,-35-1 1,0 1 0,36-1-1,17 54 1,0-19-1,0-17 17,0 18-32,17 0 31,72-53 0,-1 70-15,0 18-1,36 0 17,-142 18 93</inkml:trace>
  <inkml:trace contextRef="#ctx0" brushRef="#br0" timeOffset="169642.03">27111 16792 0,'18'0'63,"17"-35"-32,71-124 0,-106 142-15,17-89 0,1 18-1,0 35-15,-1 17 16,-17-70 0,0 89-1,0-1 16,36 195 110,16-1-110,-34-141-15,17 36 0,-17-54-1,0-17 63,-1-35-62,36-141 15,35 52-15,-70 54-1,-18 34 1,0 19 0,0-1-1,-18 1 1,36 87 125,0-17-126,35 18 1,17 34-1,-17-16 1,-18-19 0,54 18-1,-37-52 1,-34-36-16,-36 0 109</inkml:trace>
  <inkml:trace contextRef="#ctx0" brushRef="#br0" timeOffset="170212.83">28187 16316 0,'18'0'31,"-1"0"16,1-18-32,-1 18 17,19 0-17,17 0 1,105 0-1,-52 0 1,-35 0 15,-89 0 47,1 0-62</inkml:trace>
  <inkml:trace contextRef="#ctx0" brushRef="#br0" timeOffset="170778.12">28293 16475 0,'0'17'78,"70"19"-47,-17-36-15,53 17-1,-71-17-15,-17 0 16,0 0 15,-1 0 32,-17 18-16</inkml:trace>
  <inkml:trace contextRef="#ctx0" brushRef="#br0" timeOffset="171458.72">29034 16228 0,'17'0'47,"-17"35"-16,0 36-15,0-18-1,0 17 17,18-52-1,70-18 16,-53-18-32,1 18-15,-19-35 16,1-36 0,-18-17-1,-18 0 1,-17 70 15,17 1 0,1 17 1,-1 0-1,0 0 0</inkml:trace>
  <inkml:trace contextRef="#ctx0" brushRef="#br0" timeOffset="172171.27">27781 15046 0,'0'18'31,"18"17"-16,17-35 1,-17 0 15,-1 0 32,36 0-32</inkml:trace>
  <inkml:trace contextRef="#ctx0" brushRef="#br0" timeOffset="172647.98">27869 15346 0,'0'17'47,"18"-17"15,17-17-30,142-36-1,-71 35 0,-89 18 0</inkml:trace>
  <inkml:trace contextRef="#ctx0" brushRef="#br0" timeOffset="173186.81">28734 14623 0,'17'0'47,"19"70"-31,-19 54 0,-17 34-1,18-34 1,0-18-1,-18-71 1</inkml:trace>
  <inkml:trace contextRef="#ctx0" brushRef="#br0" timeOffset="176505.28">29087 14129 0,'0'0'0,"-53"0"16,-53 0 15,0 0-15,-18 17-1,54-17 1,-18 0-16,-124 0 16,89 0-1,-1 0-15,18 0 0,-17 0 16,-177 0 0,176 0 15,1 18 0,17 17-15,53-35-1,-35 36 1,0-36 0,53 35-1,-18-35 1,0 17-1,17-17 1,19 36 0,-18-19-1,-18 54 1,17-18 15,1-18-15,17 0-1,18 18 1,0 0 0,0 35-1,0 1 1,0-1 0,0-18-1,0-17-15,0-17 16,18 69-1,0-52-15,-18-17 16,35 69 0,-17 19-1,-1-1 17,1 36-32,17 0 15,-17-106 16,-1 17-15,1 19 0,0-1-1,-1 0 1,-17-35 0,18 0-16,-18-36 15,0 125 1,0-72-1,0 36 1,0-18 0,0-17-1,0 35 1,0-36 15,0 1-15,0 17-1,0-35 1,18-53 15,-1 17-15,1-17 62,70 53-47,0 18 1,-35-54-17,88 1 16,18 35-15,0-35 0,35-1-1,18 1 1,229-18 15,-283 18-15,1-18-1,70 0 1,-17 0 0,-18 0-1,-106 0 17,-53 0-32,1 0 15,105 0 1,-71 0-1,-34 0 1,-1 0 0,18 0-1,-18 0 1,53 0 0,-52 0-1,-19 0 1,1 0-1,17-89 48,0 1-47,-35 0-1,18 35 1,0-53-1,-18-35 1,0-53 0,0 53-1,0-18 1,0 1 0,0 87-16,0 36 15,0-1-15,0-17 16,0-35-1,0 0 1,-18 18 0,18-1-1,-18-17 17,18 17-17,-17 1 1,17-36-1,-18 18 1,1-18 0,-1 18-1,0 52-15,1 19 16,-1-71 0,18 17-1,-18 36 1,18-18-1,-35 17 1,35-16 0,-18-1 15,1 0-31,-1 17 31,18 1-15,0 0-1,-35 17-15,17 18 47,18-17-31,-17-1 0,-36 0-1,-18 1 1,1-1-1,-19 0 1,1 1 0,0 17-1,17-18 17,-17-17-17,71 35 1,-1 0 124,-17-71-124,17-17 15,0 35 1,18 0-17,0 18 1,0 0-1,0 17 1,0 0 0,0 1-1</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5:44:49.019"/>
    </inkml:context>
    <inkml:brush xml:id="br0">
      <inkml:brushProperty name="width" value="0.05292" units="cm"/>
      <inkml:brushProperty name="height" value="0.05292" units="cm"/>
      <inkml:brushProperty name="color" value="#FF0000"/>
    </inkml:brush>
  </inkml:definitions>
  <inkml:trace contextRef="#ctx0" brushRef="#br0">6209 4145 0,'18'0'78,"34"18"-62,-34-1-1,17-17 1,18 0 0,-17 18 15,16-18-15,37 0-1,-1 0 1,-53 0-1,0 0 1,1 0 0,-19 0-1,36 0 1,-17 0 0,34 0-1,-35 0-15,18 0 16,71 0-1,-54 0 1,18 0 0,54 0 15,16 18-15,-52-1-1,53 1 1,-106 0-16,17-18 15,36 17 1,35 1 0,-105 0-1,-1-18-15,18 0 16,-36 0 46,19 0-30,34 0-1,1 0-15,17 0-1,-17 0 1,34 0-1,54 0 1,-53 0 0,17 17-1,-52-17-15,-36 18 16,159 17 0,-123 0-1,-1-17 1,19 0-1,-19 17 1,18-35 0,-17 18-1,0-18 17,34 0-17,-34 0 1,-1 0-1,-17 0-15,-35 0 16,105 0 0,36 0-1,-53 0 1,53 17 0,35-17-1,-18 18 1,-35-1-1,-35 1 1,-18-18 0,1 0 15,34 0-15,18 0-1,-35 0 1,-71 0-16,36 0 15,52 0 1,-87 0-16,34 0 16,18 0-1,18 0 1,18 0 0,52 0-1,-17 0 1,-53 0-1,-36 0 1,18 0 0,-17 0 15,-18 18-31,0-36 16,-18 18-16,18 0 15,35 0 1,-35 0-16,0 0 15,18 0 1,-1 0 0,18 0-1,-17 0 1,17 0 0,0 0-1,0 0 1,-35 0-1,71 0 1,-89 0 0,36 0-16,70 0 15,-71 0 1,71 0 0,18 0-1,18 0 1,-36 0-1,0 0 1,-18 0 0,-52 0-1,17 0 1,18 0 0,-36 0-1,1 0 1,-1 0-1,1 0 1,0 0 0,-18 0-1,-36 0-15,124 0 32,-35 0-17,-35 0 1,-1 0-1,36 0 1,-53 0 0,35 0-1,18 0 1,17 0 0,-34 18-1,52-18 1,-88 0-16,0 0 15,158 17 1,-70-17 0,53 0 15,18 0-15,0 18-1,-36-18 1,1 0-1,17 0 1,17 0 0,-123 0-16,1 0 15,34 0-15,-35 0 16,71 0 0,-71 0-16,124 0 15,0 0 1,-36 0-1,36 0 1,-36 0 0,36 0 15,-18 0-15,-18 0-1,0 0 1,-52 0-1,-36 0 1,0 0 0,-17 0-1,35 0 1,-53 0-16,-18 0 16,0 0-16,36 0 15,17 0 1,0 0-1,-17 0 1,-1 0 0,1 0-1,17 0 17,-35 0-17,0 0 1,17-18-1,1 18 1,17 0 0,-35 0-16,35 0 15,18 0 1,-53 0 0,0 0-1,-18 0 1,18 0-1,-18 0 1,1-17 0,52-1-1,-18 0 17,-34 1-32,-19 17 15,19 0-15,-1-18 16,53 1-1,-35-1 1,0 0 0,17 18-1,19-17 1,-19-1 0,18 0-1,-35 18 1,0-17-1,0-1 1,18 0 0,-36 18-1,-17 0 17</inkml:trace>
  <inkml:trace contextRef="#ctx0" brushRef="#br0" timeOffset="2670.96">23248 2099 0,'-35'0'31,"17"18"-15,-17 52 0,0-17-1,35-18 1,-18 1-16,0 17 16,-17 0 15,35 17-16,0 1 1,-18-18 0,18 141-1,0 0 1,0-89 0,0-16-1,0 16 1,0-16-1,0-54 1</inkml:trace>
  <inkml:trace contextRef="#ctx0" brushRef="#br0" timeOffset="3849.68">22825 2981 0,'17'18'78,"36"52"-47,-35-35-31,17 1 16,-35-19-16,18 1 31,-1-18-31,1 0 16,-18 18-1,18 17 1,-1-35 0,-17 35 15,18-35 0,0 0 32,-1 0-32,1 0-16,70-70 17,-53-1-17,1 18 1,-19 53 15,-17-53 79,36 53-95,-1-53 1,-17 36-1</inkml:trace>
  <inkml:trace contextRef="#ctx0" brushRef="#br0" timeOffset="5719.36">21890 3545 0,'17'0'47,"36"-17"-31,18-1-1,35 0 16,-71 1-31,36-18 32,-36 17-1,0-17-15,36 35-1,35-18 16,-36 18-15,36 0 0,-18 0-1,-17 0 1,-18 0 0,17 0-1,-52 0-15,17 0 16,0 0 15,18 0-31,106 35 31,17-17 1,-87 17-17,-19-17 1,1-1-1,-54-17 1,1 0 0,-18 18 15,35-18-15,1 0-16,34 35 31,-17-35-16,-18 0 17,71 0-32,-53 0 15,0 0 17,-18 0-17,18 0 16,0 0-31,0 0 32,-18 0-17,1 0 1,-19 0 31,1-17-16,17 17-15,0-18-1,1 18 1</inkml:trace>
  <inkml:trace contextRef="#ctx0" brushRef="#br0" timeOffset="12406.17">4075 3404 0,'17'0'125,"54"0"-94,123 0 0,370 0 1,1 0-1,-407 0-15,-122 0-1</inkml:trace>
  <inkml:trace contextRef="#ctx0" brushRef="#br0" timeOffset="29466.98">2893 6156 0,'17'0'406,"19"0"-390,-19 18 31,19-1 31,-1-17-47,-17 0-15,17 0 0,0 0-1,-17 0-15,35 18 31,0 0-15,-18-18 0,35 0-1,-17 0 1,35 0 0,1 0-1,-19 0 1,18 0-1,1-18 17,-72 0-32,19 1 15,16 17 1,1 0 0,-35 0 140,53 0-141,-19 0 1,-16 0 0,70 0-1,-18 0 1,-35 0 0,17 35-1,36-35 1,0 18-1,17-1 1,-34 1 0,16 17-1,-34-17 1,0-18 0,-36 0-16,18 0 15,35 0 1,-18 17-1,-34-17 1,-1 0 15,-17 0-15,-1 0 0,107 0 124,-36 0-124,18 0-1,70 0 1,18 0 15,-35 18-15,-18-18 0,-70 18-1,-54-18 1,1 0-1</inkml:trace>
  <inkml:trace contextRef="#ctx0" brushRef="#br0" timeOffset="37648.18">21978 7214 0,'71'0'406,"17"0"-390,0 0-1,-17 0 1,-19 0-16,1 0 15,-17 0-15,52 18 16,-35-18 0,35 0-1,0 0 1,0 0 0,-17 0-1,17 0 16,0 0-15,-17 0 0,-1 0-1,19 0 1,-19 0 0,-35 0-16,18 0 15,0 0 1,0 0-1,18 0 1,-1 0 0,-17 0-1,18 0 1,-18 0 0,17 0-1,1 35 16,-36-17-15,53-18 0,-35 0-1,35 35 1,-35-35 0,-17 18-1,-1-1 1,-18-17-1,1 18 1,0-18 0,35 0-1,-18 18 1,18-1 0,-18-17-1,-17 0 1,-1 0-1,1 0 1,0 0 0,-1 0 15,1 18-15,17-18-1,18 0 1,0 0-1,0 0 1,-35 0-16,-1 0 16,1 0-1</inkml:trace>
  <inkml:trace contextRef="#ctx0" brushRef="#br0" timeOffset="48242.32">17604 8184 0,'17'0'156,"1"0"-141,35 0 1,35 0 0,35-17-1,54 17 1,52 0 0,89 0-1,-89 0 1,18 0-1,-35 17 1,-54-17 0,-87 0-1,-18 18 17</inkml:trace>
  <inkml:trace contextRef="#ctx0" brushRef="#br0" timeOffset="49767.47">10195 8237 0,'71'0'187,"-36"0"-171,53 0-1,53 0 1,71 0 0,-53 0-1,-18-17 1,-88 17 0,-18 0-16</inkml:trace>
  <inkml:trace contextRef="#ctx0" brushRef="#br0" timeOffset="59574.51">14358 10231 0,'0'-18'391,"35"0"-375,89 1-1,-54 17 1,36-18-1,-35 18 17,-1 0-17,18 0 1,-52 0-16,17 0 16,17 0-1,-17 0-15,-18 0 16,89 0-1,-71 0 1,35 0 0,-17 0-1,-19 0 1,-16 0 0,34 0-1,-34 0 1,-19 0-1,36-18 17,18 18-17,-54 0-15,19 0 16,17 0 0,35 0-1,-71 0 1,19 0-16,34 0 15,-17 0 1,18 18 0,-18 0-1,0-1 1,-18-17 0,18 18-1,17-18 1,1 0 15,17 35-15,-17-35-1,-1 18 1,18-18 0,-17 0-1,-18 0 1,35 0-1,-53 17 1,18-17 0,0 0-1,-18 0 1,18 0 0,-35 0-1,17 0 1,-17 0-1,17 0 17,0 0 233,1 0-249,34 0 0,18 0-1,-35 0-15,18 0 16,70 0-1,-53 0-15,18 0 16,35 0 0,-53 0-16,-17 0 15,70 0 1,-88 0 0,35 18-1,-35-18 1,-18 0-1,18 0 17,-17 0-17,-19 0 17,18 0-17,36 0 1,-18 0-1,0 0 1,0-18 0,35 1-1,0-1 1,-17 18 0,-1 0-1,1-17 1,-18-19 15,17 36-15,1-17-1,-54 17-15,54-18 16,-53 0 0,87 18-1,-52 0 1,18 0-1,35 0 17,-36 0-17,-52 0 1,0 0 93,52 0 1,18 0-95,-35 0-15,18 0 16,-18 0-16,-18 0 16,18 0-16,0 0 15,70 0 1,-34 0-1,-1 0 17,0 0-32,-35 0 15,-36 0 1,36 0 125,0 0-126,0 0 1,71 0-1,-54-17 1,18 17 0,1 0-1,-19 0 17,-17 0-32,0 0 31,0 0-16,-35 17 1,-1-17 0,19 0 93,105 0-78,-88 0 1,-1 0-32,1 18 15,36 0 1,-1-1-1,0-17 1,-70 18-16,52 0 16,1-1-1,-18 1 1,0-18 0,-36 0-1,1 0 1,52 17 78,19 19-79,-1-19 1,0 1-1,88 0 17,-70-1-17,-18 19 1,1-19 0,-19 1-1,-17-1 1,0 1-1,-35-18 1,-1 0-16,71 0 109,54 0-93,-37 0 15,-34 0-15,-36 0-16,18 0 16,35 0-1,-35 0-15,53 0 16,-18 0-1,-35 0 1,-18 0 0,18 0 15,18 0-31,-1-18 31,-52 1-31,53-1 31,-36 18-15,18-17 0,-18 17-16,53-36 31,-70 36 141</inkml:trace>
  <inkml:trace contextRef="#ctx0" brushRef="#br0" timeOffset="70438.28">4410 11148 0,'17'0'437,"36"0"-421,35 0 0,-17 0-1,35 0 16,17 0-15,1-18 0,-18 0-1,-18 18 1,-53 0 0,36-17-1,-36 17 1,0 0-16,0 0 31,-17 0-15,0 0-1,-1 0 1,19 0 46,-19 0-46,1 0 0,17 0-1,1 35 360,69 18-343,89-18-17,-70 1 32,-107-36-31,54 17 62,-18-17-47,-53 18 250</inkml:trace>
  <inkml:trace contextRef="#ctx0" brushRef="#br0" timeOffset="72798.32">23830 8378 0,'0'89'62,"-18"-19"-46,18 89 0,36 300-1,-36-248 17,0-105-17,17-88 1</inkml:trace>
  <inkml:trace contextRef="#ctx0" brushRef="#br0" timeOffset="73883.73">23530 9102 0,'18'35'141,"0"-35"-125,52 88-1,-17-17 1,-18-18-16,-17 0 15,88 70 1,-89-52 0,19-54-1,-36 1 1,17-18 0,54-18 124,-36-17-124,18 0-1,18-18 1,-36 35 0,0 0-1,-35 1 1</inkml:trace>
  <inkml:trace contextRef="#ctx0" brushRef="#br0" timeOffset="84093.3">14041 13053 0,'17'0'1063,"1"0"-1048,-18 17 1,17 1 0,1 0-1,0-18 16,17 0-15,-17 0 0,35 17-1,-1-17 1,54 18 0,-17-18 15,-19 0-16,18 18 1,0-18 0,-35 0-16,-35 0 15,35 0-15,0 0 16,70 0 0,-70 0-1,35 0 1,1 0-1,-36 0 1,-1 0 0,-16 0-1,17 0 1,0 0 0,-18 0 15,18-18-16,-36 18-15,54 0 32,-36 0-17,-17 0 95,0 0 890,17 0-969,35 18 0,1-18 0,-18 17-15,17-17 0,-34 0-1,-19 0 1,-17 18 15,53-18 125,0 35-124,18-35-17,-1 0 1,-34 18-16,16-1 16,37 1-1,-54-18 1,0 0-1,0 18 1,-17-18 0</inkml:trace>
  <inkml:trace contextRef="#ctx0" brushRef="#br0" timeOffset="86587.15">19967 13088 0,'0'18'16,"18"-18"15,70 0 94,-17 0-109,-1 0-16,142 17 31,-1-17-15,54 18-1,-141 0-15,34-18 16,72 0 0,-19 35-1,-140-35-15,-18 0 16,17 0-1</inkml:trace>
  <inkml:trace contextRef="#ctx0" brushRef="#br0" timeOffset="90469.28">23319 13194 0,'0'18'47,"70"-18"78,89 0-109,17 0-1,71 0 1,-17 0 0,-19 0-1,36 0 1,-35 0-1,-1 0 1,1 0 15,-88 0-15,-36 17 0,-53-17-16,0 0 15,18 0 1,-35 0 265,0 0-62,17 0-157,124 0-30,-1 0-1,-34 0 0</inkml:trace>
  <inkml:trace contextRef="#ctx0" brushRef="#br0" timeOffset="101656.55">5627 11536 0,'17'0'15,"-17"17"95,0 19-95,0-19 1,0 36 0,0-17-1,0 34 1,18-17-1,-18-18 1,0 36 0,-18-18-1,18-36 1,-17 19 0,-1-1 30,18-17-14,-17-1-17,17 1 63,17-18-15,1 18-47,-1-1 15,1-17-16,0 0-15,-1 0 16,36 18 0,53 35 15,-18-53-15,18 17-1,-35-17 1,-1 0-1,-17 0 1,53 0 0,-35 0-1,-19 0-15,-34 0 16,194 0 31,-159 0-32,35 0 1,-18 0 0,89 0 15,-88 0-15,17 0-1,-35 0 1,123 0 15,-140 0-31,69 0 16,-16 18-1,-37-18 1,-16 18 0,17-18-1,-18 0 16,35 0-15,-17 0 0,-17 0-1,-19 0 1,1 0 0,-18-18-1,18 18-15,52 0 16,-17 0-1,53 0 1,-36 18 0,19-18-1,-19 0 1,-17 0 0,18 0-1,-1 0 1,1 0 15,-36-18-15,18 0-1,-35 18-15,35-17 16,35-1 15,-71 18-15,1-18-1,0 1 1,-1 17 0,-17-18 62,18-35-47,-18 18 0,0-18-15,0 18 0,-35-71-1,35 88 1,0-52-1,0 17 1,0 0 0,0 18-1,0 17 1,0 0 0,0-17-1,-18 35 16,0 0 204,1-18-204,-1 18 63,0-17-79,1 17 1,-18 0 0,17 0-1,-17 0 1,-18 0 0,-35 0 15,-1 0-16,19 0 1,-1 0 0,-35 0-1,18 0 1,-35-18 0,70 18-1,0 0 1,35 0-1,1 0 1,-36 0 62,-53-17-47,71 17-31,-36 0 32,-17 0-17,0 0 1,35 0 0,-18 0-1,18 0 1,0 0-1,-35 0 1,35 17 0,-35 1-1,17-1 1,1-17 0,70 18-1,-71-18 1,1 0-1,-18 0 1,17 0 0,0-18-1,19 18 1,34 0 0,-17 0-1,-18 18 1,35-18-1,-17 0 1,-18 0 0,18 0-16,17 0 15,-35 18 1,18-18 0,0 0-1,-1 17 16,19-17-15,-19 0 0,19 0-1,-19 0 48,-34 0-48,17 0 1,35 0 140,-17 0-31,-53 18-93,70-18 358,-17 0-343,0 0-16,17 0 1,0 0 468</inkml:trace>
  <inkml:trace contextRef="#ctx0" brushRef="#br0" timeOffset="103666.04">9507 11871 0,'53'0'313,"18"0"-298,17 18 1,-17-18 0,-1 0-16,18 17 15,89-17 1,34 0-1,-17 0 1,-105 0-16,16 0 31,-34 18 1</inkml:trace>
  <inkml:trace contextRef="#ctx0" brushRef="#br0" timeOffset="106131.67">9842 11624 0,'-52'18'141,"-37"52"-110,36-70-31,-52 35 15,69-17 1,-34 0 15,35-1-15,70 1 390,-18 17-390,72 1-1,-54 17 1,0-18 0,-17-18-1,-1-17 17,36 71 93,88 35-110,-105-53 1,17-18-1,-36-35 1,-34 0 109,-19-18-94</inkml:trace>
  <inkml:trace contextRef="#ctx0" brushRef="#br0" timeOffset="121109.73">11730 11536 0,'0'70'110,"-18"-52"-95,18 0 1,-17-18 78,-1 0-63,36 0 31,17 17-46,53 36 0,-35 35-1,0-35 1,0 0-1,-53-17 17,0-19-17,0 1-15,0-1 32,-18-17-17,1 0 16,-19 0-15,36-17 109,-17-1-125</inkml:trace>
  <inkml:trace contextRef="#ctx0" brushRef="#br0" timeOffset="121587.98">11783 11483 0,'0'-18'78,"0"1"-63,17-1-15,72 18 32,-72 0-17,1 0 1,0 0 46</inkml:trace>
  <inkml:trace contextRef="#ctx0" brushRef="#br0" timeOffset="122087.85">12524 11606 0,'-18'53'47,"18"0"-32,-18 0 1,18 0 0,-17 0-1,-1-53 63</inkml:trace>
  <inkml:trace contextRef="#ctx0" brushRef="#br0" timeOffset="122407.74">12330 11518 0</inkml:trace>
  <inkml:trace contextRef="#ctx0" brushRef="#br0" timeOffset="122700.93">12771 11924 0</inkml:trace>
  <inkml:trace contextRef="#ctx0" brushRef="#br0" timeOffset="123272.75">14411 11536 0,'18'0'78,"-1"106"-62,1-36 15,17 18-16,-35-52 1</inkml:trace>
  <inkml:trace contextRef="#ctx0" brushRef="#br0" timeOffset="123941.04">14728 11765 0,'18'18'234,"0"105"-218,-18-52-1,-18 17 1,18-53-1,-18-35 95</inkml:trace>
  <inkml:trace contextRef="#ctx0" brushRef="#br0" timeOffset="124357.29">14605 11994 0,'-35'-35'31,"17"35"-16,18-35 1</inkml:trace>
  <inkml:trace contextRef="#ctx0" brushRef="#br0" timeOffset="124698.73">14870 12030 0,'17'0'63</inkml:trace>
  <inkml:trace contextRef="#ctx0" brushRef="#br0" timeOffset="126240.81">13529 11959 0,'18'0'47,"-1"0"-31,-17 35 31,0 1-16,18-1-16,35 18 1,-53 0 0,17-53-1</inkml:trace>
  <inkml:trace contextRef="#ctx0" brushRef="#br0" timeOffset="127172.22">15363 11942 0,'0'17'125,"0"18"-94,0 1 1,0-19-17</inkml:trace>
  <inkml:trace contextRef="#ctx0" brushRef="#br0" timeOffset="131798.1">11289 11148 0,'-18'0'47,"54"0"16,105 0-32,-36 0-31,372 0 31,-72 0-15,89 0-1,-70 0 1,-54 0 0,18 17-1,-212-17-15,71 36 16,-88-36 0,-53 0-1,-53 0 1,-18 0-1,18 17 95,-18-17-95,1 18-15,-1 0 16,18-1 0,-35 1 15,-1 0-15,1 34-1,35 37 1,-18-19-1,18 54 1,0 17 0,0-35-1,17-18 1,1 0 15,-36-53-31,-17 1 16,-18-19-1,-36 1 142,-34 17-126,-54-17 0,72-18-15,-37 0-1,54 0 1,-88 0 0,-1 0-1,-35 0 1,-17 0 0,-36 0-1,-70 0 1,212 0-1,-1 0 1,36 0 0,-89 0-1,36 0 1,-18 0 15,-53-18 0,71 18-15,18-18 0,17 18-1,-35-17 1,35 17 0,35 0-16,-35 0 15,0-18-15,36 18 16,-36-17-16,-36-1 15,-16 18 1,34 0 0,1-18-1,-1 18 1,-35 0 15,53 0-15,-17 0-1,52 0 64,-35 18-48,0-18-16,36 0 64,-1 0-48,0 0-16,1 0-15,-1 0 16,-35 0 0,35 0-1,-17 0 1,18 0 0,-19-18-1,1 18 16,-18 0-15,18 0 0,-18 0-1,35 0-15,1 0 16,-19 0 15,19 18-15,-1-18-16,-17 0 15,-1 0 1,36-18 78,0 1-79,-17-54 1,17 1 0,0 52-16,0-35 15,-35-71 1,35 72 0,0-19 15,-53 36-16,35-36 1,-17 54 0,17-1-1,18-17 1,-18 17 0,1 18-1,17-35 1,-18 17-1,18-17 1,0 0 0,-17 35-1,17-18 1,-18-17 0,18-1 30,0 1 95,0 17-110,0 1-15,0-1 0,0 0 374,18 1-374,-1-1-16,-17 1 234</inkml:trace>
  <inkml:trace contextRef="#ctx0" brushRef="#br0" timeOffset="143345.62">4498 16104 0,'-18'0'31,"54"0"282,52 0-297,-88 36-1,123-36 1,-52 0-1,35 0 1,52 0 0,-52 17 15,-71-17-31,18 0 16,71 18-1,-89-1 1,0-17-1,18 0 1,-35 18 0,17-18-1,36 0 1,-1 0 0,-34 0-1,-1 0 1,0 0-1,36 0 1,-18 0 0,-18 0-1,0 0-15,-17 0 32,-1 0-17</inkml:trace>
  <inkml:trace contextRef="#ctx0" brushRef="#br0" timeOffset="148468.96">22648 15240 0,'18'0'235,"17"0"-220,1 0 1,-1 0 0,0 0 15,18 0-16,0 0 1,70 0 0,-52 0-1,-18 0 1,35-18 0,-17 1-1,17 17 1,71 0-1,-36 0 1,-35 0 0,0 0-1,1 0 1,-1 0 0,-35 0 15,0 0-16,0 0 1,-53-18-16,17 18 16,1 0-1,-1 0 235,72 0-234,16 18 0,-34-1-1,88 1 1,35 0-1,-124-18-15,71 0 16,-35 0 0,-35 35-1,-18-35 1,-36 0 0</inkml:trace>
  <inkml:trace contextRef="#ctx0" brushRef="#br0" timeOffset="150460.31">24148 13088 0,'0'71'78,"0"52"-62,-18 71-1,-35 0 1,18-70 0,17-54-1,1-52 1,34 17 140,1-17-125</inkml:trace>
  <inkml:trace contextRef="#ctx0" brushRef="#br0" timeOffset="151438.65">23830 13705 0,'35'36'78,"18"52"-63,-35-35 1,0-18 0,-1 36-1,1-71 1,0 17 0,17-17 109,88-106-94,-87 106-16,16-35 1,-34 18 0</inkml:trace>
  <inkml:trace contextRef="#ctx0" brushRef="#br0" timeOffset="162566.66">6209 17216 0,'-18'-18'15,"36"18"173,105 18-157,107-18 0,175 0 0,-175 0 1,-107 0-17,106 0 1,-52 17 15,-18-17-15,-71 0-1,-35 0-15,0 0 16,35 0 0,-35 0 15,-36 0 31,1 0 1,-18-17 171</inkml:trace>
  <inkml:trace contextRef="#ctx0" brushRef="#br0" timeOffset="184852.44">21661 17321 0,'-18'0'172,"-70"-17"-141,-124 17 0,-123-88-15,-124-18 15,142 35-15,17 54 0,35 17-1,54-36 1,-266-52 15,301 88-15,-36 0-1,1 0 17,87 0-17,71 0-15,0 0 16,-17 0-1,17 0 17,-35 35-1,17-17-15,-88 17 15,142-17-31,-36 0 15,-18-1 1,-17 1 0,35-1-16,0-17 15,-35 18 1,53 0 0,-18-1-1,18 1 1,-1-18-1,-34 0 1,17 35 15,-18-17-15,36-18 0,17 0-16,-35 35 31,36-35-31,-1 18 15,1-18-15,-19 17 16,-17-17 0,-17 18-1,35 0 1,-1-1 0,19 1-1,-1-18 1,-35 0-1,0 35 17,36-17-17,-89 35 1,88-18 15,18-17-15,0-1-1,0 1-15,0 17 32,0-17-17,18 17 17,52 18-1,-34-35-16,-1 17 17,0 0-17,18 1 17,-35-19-17,-1-17-15,1 0 16,0 18-1,-1 0 17,18-1 30,-17 1-31,17-1 1,18 1-17,-35-18 1,35 18 0,88 17 15,-70-17-16,-1-18 1,-17 0 0,53 35-1,-53-17 1,35 17 0,18-18-1,-18-17 1,18 36-1,0-19 17,-53 1-17,-1-18 1,1 18 0,18-18-1,-36 17 1,18 1-1,35 0 1,-17-18 0,17 0-1,-53 0-15,-17 0 16,88-18 0,0 18-1,-36 0 1,-17 0-1,35 0 1,-35 0 15,71 18 1,-54-18-1,-34 0-16,-1 0 1,53 0 0,-35 0-1,53 0 17,-53 0-17,17 0 1,-17 0-1,18 0 17,-18 0-32,17 0 31,-35 0-15,71 0-1,-88 0-15,0 0 31,70 0 1,-71 0-17,19 0 1,-1 0 0,-17 0-1,35 0 1,-36 0 15,1 0 0,17-18-31,-17 18 32,52 0-1,-52-18-16,17 18 1,0-17 0,1 17-1,-19-18 17,1 18-1,0-18-16,17-17 1,-17 35 15,-1 0-15,36-35 0,0 0-1,-18-1 1,54 1-1,-37 35 1,1-35 0,0 17-1,-35 0 1,0 18 0,-1-17-1,18-1 1,18 1-1,-35-1 1,17 0 15,18-35 1,0 36-32,-35-1 31,-1 0-16,19 18 1,-36-17-16,17-1 16,1 1-1,17-19 1,-17 1 15,0 17-15,-1 18-1,36-70 1,0 52 0,-35-17-1,-1 17 48,1 1-48,-18-1 95,0 0-79,-18 1-15</inkml:trace>
  <inkml:trace contextRef="#ctx0" brushRef="#br0" timeOffset="188873.8">10566 16157 0,'-36'0'125,"36"35"-110,-17 1-15,17 34 16,0 1 15,-18-1 0,36-70 141,52 0-156,-17-17 0,0 17-1,0 0 1,-18 0-1,1 17 17,17 1-17,-36-18 1,1 35 0,-18-17 15,0 0-16,0-1 1,-35 19 0,-36-19-1,18 1 1,18-18 0,-18 0 15,35 0-16,-52 17 1,17-17 0</inkml:trace>
  <inkml:trace contextRef="#ctx0" brushRef="#br0" timeOffset="189882.15">10548 16069 0,'18'18'47,"35"-1"0,-18-17-32,53 18 1,-35-18 0,0 0-16,-18 0 15,89 0 1,-89 0 0,-17 0-1</inkml:trace>
  <inkml:trace contextRef="#ctx0" brushRef="#br0" timeOffset="190499.81">11695 16316 0,'0'0'0,"-71"123"16,18-52-1,18-18 17,35-35-32,-18-1 15</inkml:trace>
  <inkml:trace contextRef="#ctx0" brushRef="#br0" timeOffset="190808.74">11412 16263 0</inkml:trace>
  <inkml:trace contextRef="#ctx0" brushRef="#br0" timeOffset="191159.3">11783 16669 0,'0'0'0,"17"35"15</inkml:trace>
  <inkml:trace contextRef="#ctx0" brushRef="#br0" timeOffset="192086.84">10513 17039 0,'88'0'172,"476"0"-141,-52 0 0,-459 0-15,0 0-16,-36 0 31</inkml:trace>
  <inkml:trace contextRef="#ctx0" brushRef="#br0" timeOffset="192521.49">12241 16880 0,'18'0'63,"-18"36"-32,-18-19 0</inkml:trace>
  <inkml:trace contextRef="#ctx0" brushRef="#br0" timeOffset="193171.37">12753 16245 0,'18'71'47,"17"70"-31,0-53 0,0 18-1,-35-71 1,0-17-1</inkml:trace>
  <inkml:trace contextRef="#ctx0" brushRef="#br0" timeOffset="193586.76">14093 16404 0</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5:48:35.398"/>
    </inkml:context>
    <inkml:brush xml:id="br0">
      <inkml:brushProperty name="width" value="0.05292" units="cm"/>
      <inkml:brushProperty name="height" value="0.05292" units="cm"/>
      <inkml:brushProperty name="color" value="#FF0000"/>
    </inkml:brush>
  </inkml:definitions>
  <inkml:trace contextRef="#ctx0" brushRef="#br0">4075 5309 0,'0'18'141,"35"35"-125,0 88-1,0-53 1,-35 0 0,0-52 15,0-19-16,0 1 1,0-71 93,0-18-93,18 19 0,-18 16-1,18 19-15,-18-19 16,17 19 15,-17-1 0,0 0-15,0 1 0,18 17-1,17-18 1,-17 18 15,0 0-15,-1 0-1,1 0 1,-1 18 0,1-1-1,17 54 1,1 0 15,-19 17-15,-17-18-1,18-17 1,-18-18 0,0-52 124,0-89-108,18-70-1,17 140-16,0 1 1,-35 0 0,18 35-16,-1-18 31,19 53 63,17 107-63,-36-107-31,1 71 31,-1-71-15,1 0-16,0 18 31</inkml:trace>
  <inkml:trace contextRef="#ctx0" brushRef="#br0" timeOffset="1485.76">4886 5768 0,'53'18'47,"17"17"-32,-52 0 1,35-35 0,-35 18 15,17-18-16,18 0-15,17-71 16,1 1 0,-36-19-1,0 37 1,-35-19 0,0 0-1,0 18 1,-17 36-1,-1-18 1,1 35 0,-1 0-1,-17 0 1,17 0 15,0 0-15,-17 0 15,17 17-15,18 36 15,-17-18-15,17 1-1,0 17 1,0-36-1,0 19 1,0-1 0,0 0 15,0-17-15,0-1-1,0 1 16,17 35-15,-17-18 0,18-35-1,0 53 17,17-18-1,-17-17 0,17 17-15,0-35-1,18 0 1,18-53 0,-18 18-1,-36 17 1,-17 1 140,0-18-140</inkml:trace>
  <inkml:trace contextRef="#ctx0" brushRef="#br0" timeOffset="2122.67">5592 5062 0,'0'36'47,"52"228"-15,-16 71-17,-19-211 16,1-54-15,0-52 0,-1 0-1,-34-36 79,-1 0-78</inkml:trace>
  <inkml:trace contextRef="#ctx0" brushRef="#br0" timeOffset="2659.58">5521 5450 0,'35'0'109,"53"-17"-93,36-36-1,-54 53 1,-70-18 0,18 18 77</inkml:trace>
  <inkml:trace contextRef="#ctx0" brushRef="#br0" timeOffset="3590.51">5891 5592 0,'36'0'47,"-1"-36"-16,-17 36-15,-1 0 0,1 0-16,-1 36 15,54 52 1,-53 0 0,-1 0-1,-17-53 1,0-17-1,0 0 1,-17-36 78,-1-88-63,18 71-15,0-18-1,71-18 1,-1 36 0,36 18-1,-35 17 1,17-18-1,-53 18 1,-17 0 0</inkml:trace>
  <inkml:trace contextRef="#ctx0" brushRef="#br0" timeOffset="4157.87">6456 5574 0,'17'0'31,"19"70"-15,-19 1 0,1 52-1,-18-34 1,35-19 0,-35-35-1,0-70 95,-17-53-95</inkml:trace>
  <inkml:trace contextRef="#ctx0" brushRef="#br0" timeOffset="4439.5">6632 5292 0</inkml:trace>
  <inkml:trace contextRef="#ctx0" brushRef="#br0" timeOffset="5373.31">7073 5556 0,'0'0'0,"-35"-17"15,35-1-15,-35 18 16,-1-18 0,1 18-16,17 0 15,-34 18 1,16 35 0,1 35-1,-18-17 1,53-1 15,0 18-15,0-52-1,0-1 1,0 0 0,35 0-16,-17-35 15,17 18 1,18 17-1,35-17 1,-35-18 0,0 0-1,-18 0 1,-17 0 0</inkml:trace>
  <inkml:trace contextRef="#ctx0" brushRef="#br0" timeOffset="6386.68">7338 5627 0,'-36'17'94,"19"1"-63,17 0 0,0 17-15,0-17 15,0-1-15,17 19 15,1-36-15,17 17-1,1 1 1,-36-1 0,35 1-1,-17 17 1,17 1 15,-17-1-31,-18-17 16,17 34-1,-17 1 1,0-35 0,-17 35-1,-1-53 1,-17 0-1,17 0 1,0 0 15,1 0 1</inkml:trace>
  <inkml:trace contextRef="#ctx0" brushRef="#br0" timeOffset="7648.5">7585 5009 0,'0'-17'63,"17"17"-48,160-18 17,-89 1-17,106-19 1,-35 1 0,-106 17-16,0 18 15</inkml:trace>
  <inkml:trace contextRef="#ctx0" brushRef="#br0" timeOffset="8313.44">7743 5098 0,'36'0'94,"70"17"-79,-36-17 1,18 0-1,-17 0 1,-1 0 15,-34 0-15,-19-17 0</inkml:trace>
  <inkml:trace contextRef="#ctx0" brushRef="#br0" timeOffset="9755.08">8819 4286 0,'-17'-17'94,"-71"-1"-63,70 0-15,0 18 0,18 36 93,0 17-78,0-18-15,0 53-1,0 0 1,0 0 0,0-35-1,0 18 1,0 17 0,0-70-16,0 35 15,0 0 1,0-18-1,0 18 1,0-18 0,0 18 15,0-35 0,0-1-15,18 1-1,-18 17 1,0 0 0,18 1-1,-18-19 1,17-17 0,-17 18-1,18 0 1,17-1-1,0-17 1,18 0 0,-17 0 15</inkml:trace>
  <inkml:trace contextRef="#ctx0" brushRef="#br0" timeOffset="10672.45">9137 4604 0,'18'0'46,"-1"0"-14,1 0-17,-18-36 1,17 1 0,-17 0-16,18 17 15,0-17-15,-18-18 16,35-17-1,-17 52 1</inkml:trace>
  <inkml:trace contextRef="#ctx0" brushRef="#br0" timeOffset="11209.07">9102 4498 0,'0'-18'16,"0"1"-1,35-19 1,18 1-1,-36 0-15,36 17 16,-17-17-16,-19 17 16,1 18-1</inkml:trace>
  <inkml:trace contextRef="#ctx0" brushRef="#br0" timeOffset="12384.34">9578 4833 0,'0'-35'15,"0"70"-15,0-106 16,0 54 0,0-1 15,-35 1 0,-1 17 0,19 0-31,-36 0 32,0 70-17,53 1 1,-18-18-1,18-36 1,0 36 0,18-35-1,0-1 17,-18 1-32,35 0 31,-18-1-16,36-17 1,0 0-16,-17-17 16,69-71-1,-52 52 1,-53-17 0,0 18-1,0 17 1,0 36 109,18 53-94,0 52 0,17-70-15,-35-35 0,0-1-1,17-17 16,1 0 1,-18-17-17,18-1 1</inkml:trace>
  <inkml:trace contextRef="#ctx0" brushRef="#br0" timeOffset="13051.76">10107 4727 0,'-18'0'62,"1"18"-46,17 17-16,-18-35 16,-17 71-1,35-36 1,0 18-1,0-18 1,18 0 0,-1-17-1,1 17 17,17-35-17,18 18 1,18-18-1,-19 0 1,1 0-16,-35 0 16</inkml:trace>
  <inkml:trace contextRef="#ctx0" brushRef="#br0" timeOffset="13639.48">10530 4780 0,'-35'0'15,"-18"0"1,0 0 0,0 53-1,36-35 1,-1 17 15,18-17-31,0 17 16,0 18-1,0-36-15,0 54 16,0-53 0,35 17-1,1 0 1,17 0 0,17-35-1,-35 0 1,-17 0-1</inkml:trace>
  <inkml:trace contextRef="#ctx0" brushRef="#br0" timeOffset="14384.58">10619 4762 0,'17'18'62,"-17"17"-46,18 1-16,0-1 15,-1 36 1,-17-36-16,18 71 16,-1-53-1,19-18 1,-19-18 0,1-17 15,0-52-16,17-19 1,0 0 0,0-17-1,-17 18 1</inkml:trace>
  <inkml:trace contextRef="#ctx0" brushRef="#br0" timeOffset="14795.84">10954 4710 0,'0'0'0,"0"52"109,70 143-77,-34-37-1,-1-87 0</inkml:trace>
  <inkml:trace contextRef="#ctx0" brushRef="#br0" timeOffset="15612.3">11165 4886 0,'53'35'15,"-35"1"1,35 140 15,-35-106 1,-1-70-1,-17-52 31,0-37-46,0 72-16,0-36 16,0-18-1,18 54 16,-1-1-31,19 18 32,-1 0-1</inkml:trace>
  <inkml:trace contextRef="#ctx0" brushRef="#br0" timeOffset="16495.93">11924 4798 0,'-35'0'31,"-18"106"0,35-36-15,18-17-1,0-18 1,18 1 0,-18-19-1,35 19 1,-17-36 0,17 0-1,0-18 1,-17 0-1,17 1-15,0-89 32,-35 88-17,0 1 1,18 17 62,0 17-62,-1 71-1,19-52 1,-1-19 15,-18 1 0,1-18-15,0-18 0</inkml:trace>
  <inkml:trace contextRef="#ctx0" brushRef="#br0" timeOffset="17116.47">12347 4798 0,'-35'17'62,"-18"89"-46,0-53-1,53 0 1,0-18 0,0 18-1,0-17 32,18-19-31,-1-17-1,-17 18 1,0-1-16,18-17 16,0 18-1,17-18 1,-17 0-1,17 0 1,-18 0 0</inkml:trace>
  <inkml:trace contextRef="#ctx0" brushRef="#br0" timeOffset="18167.93">12488 4939 0,'36'0'16,"-19"35"0,1 36-1,17-36 1,-17 0 0,-18-17 15,17-18-16,19-35 32,-1-1-31,-17-34 0,-1 17-1,19 18 1,-36-18-1,0 106 110,0 0-109,35-1 0,-18 54-1,-17-70-15,0 87 16,0 53 0,36 18-1,-36-35 1,0-71-1,0-35 1,0-35 0,0 0-1,-53-18 1,18 0 0,-1-18 15,-34-53-16,34 18-15,19 1 16,17-54 0,0 0-1,17-18 1,36 54 0,18-18-1,-53 52 1</inkml:trace>
  <inkml:trace contextRef="#ctx0" brushRef="#br0" timeOffset="18765.73">13053 4445 0,'35'35'47,"-35"18"-31,0 0-1,0 18 1,0-36 0</inkml:trace>
  <inkml:trace contextRef="#ctx0" brushRef="#br0" timeOffset="19162.4">13370 4392 0,'18'53'47,"-18"-18"-31,18 18 0,-1-35-1,-17-1 1,0 1 46,0 0-30,0-1-32</inkml:trace>
  <inkml:trace contextRef="#ctx0" brushRef="#br0" timeOffset="20144.68">13564 4251 0,'18'0'31,"17"0"-16,-17 0 1,35-18 0,-36 1 15,1 17 16,70-18-32,-35 18 1,-35 0 47,17 88-48,0 0 1,-17 1-1,-18-36 1,0 35 0,18 70 15,-18-87-15,17 53-1,1-36 1,-18 0-1,18 0 17,-1 18-17,-17-88 17,-17 17-1,-54 18-16,18-36 1,-53 1 0,-53 0-1,-70-1 1,176-17-16</inkml:trace>
  <inkml:trace contextRef="#ctx0" brushRef="#br0" timeOffset="21048.19">9631 5750 0,'35'0'47,"106"0"-31,300 0-1,88 0 17,-176 0-17,-194 0 1</inkml:trace>
  <inkml:trace contextRef="#ctx0" brushRef="#br0" timeOffset="25872.04">18256 4427 0,'18'89'78,"0"122"-47,-1-17 1,-17-123-1,0-54-15,35 1-1</inkml:trace>
  <inkml:trace contextRef="#ctx0" brushRef="#br0" timeOffset="26964.74">18009 4851 0,'18'0'375,"17"17"-359,53 54-1,1-18 1,-54-36 0,-35 1 15,18-18 63,52-70-63,18-89 0,-70 106-15</inkml:trace>
  <inkml:trace contextRef="#ctx0" brushRef="#br0" timeOffset="27904.55">19632 4480 0,'0'36'47,"53"158"-16,-35-106 0,-1 0-15</inkml:trace>
  <inkml:trace contextRef="#ctx0" brushRef="#br0" timeOffset="28783.94">19509 4727 0,'141'106'125,"-71"-18"-109,18 18 15,-88-71 0,53-70 63,-35-18-63,17 18-31,18 0 16,18-36 15</inkml:trace>
  <inkml:trace contextRef="#ctx0" brushRef="#br0" timeOffset="30265.88">16827 6809 0,'0'17'46,"0"1"-30,18 88 0,17 0-1,1 70 1,34-35 0,-52-106-16,0-17 15,17 53 1</inkml:trace>
  <inkml:trace contextRef="#ctx0" brushRef="#br0" timeOffset="31136.99">16951 6826 0,'-35'0'16,"-36"53"-1,18 0 1,-53 18-1,71-18 1,0-36 0,52-17 77,36-53-77,36-88 15,-72 106-15,18 17 15,-17 1-15,53 34 31,-1 36-32,36 18 1,-53-18 15,0-18 0,-35-35-15</inkml:trace>
  <inkml:trace contextRef="#ctx0" brushRef="#br0" timeOffset="31830.03">18256 6950 0,'0'0'0,"0"106"15,36-18 1,-1 123 15,-18-105-15,36-53 0</inkml:trace>
  <inkml:trace contextRef="#ctx0" brushRef="#br0" timeOffset="32342.4">18239 7020 0,'-18'106'31,"36"-212"-31,-36 265 16,18-88 15,53-89 94,0-70-110,0 35 1</inkml:trace>
  <inkml:trace contextRef="#ctx0" brushRef="#br0" timeOffset="32622.34">18556 6950 0,'18'0'47,"17"53"-31,-35-18-16,35 0 15,36 71 17,-71-88-1</inkml:trace>
  <inkml:trace contextRef="#ctx0" brushRef="#br0" timeOffset="33313.07">19826 6914 0,'18'89'16,"-1"-19"-1,19 124 1,-1-88-1,-17-35 1,-18-36 0</inkml:trace>
  <inkml:trace contextRef="#ctx0" brushRef="#br0" timeOffset="33807.33">19791 6862 0,'0'17'31,"-18"36"-15,1 0-1,17 0 1,0-35 0,0-1-1,52-87 110,-16 34-109</inkml:trace>
  <inkml:trace contextRef="#ctx0" brushRef="#br0" timeOffset="34067.92">20038 6914 0,'0'0'0,"53"18"16,-18 17-16,18 1 15,35 52 1,-70-88-1,-1 0 1</inkml:trace>
  <inkml:trace contextRef="#ctx0" brushRef="#br0" timeOffset="34740.37">21467 6932 0,'0'71'16,"17"-36"0,-17 35-1,35 36 1,-17-70-16,0-1 16,-1 18-1,1-53-15,-18 17 16,18-17-1</inkml:trace>
  <inkml:trace contextRef="#ctx0" brushRef="#br0" timeOffset="35497.41">21484 6967 0,'-17'53'16,"34"-106"-16,-87 194 15,70-88 1,0-17 0,0-72 109,17-105-94,19 124-16,-19-19 17,36 36 61,18 53-77,-18 0 0,88 53 15,-124-106-31,1 0 16</inkml:trace>
  <inkml:trace contextRef="#ctx0" brushRef="#br0" timeOffset="38876.87">27199 4851 0,'53'70'62,"-35"36"-46,-18-71-16,17 1 16,19 34-1,-1 18 1,-17-52 0,-18-19-1</inkml:trace>
  <inkml:trace contextRef="#ctx0" brushRef="#br0" timeOffset="39606.6">26776 4621 0,'35'0'141,"-17"0"-125,88 18-1,123-18 16,-35 0 1</inkml:trace>
  <inkml:trace contextRef="#ctx0" brushRef="#br0" timeOffset="40590.53">27587 5115 0,'0'0'0,"18"53"15,17 0 1,18 35-1,-18-52 1,-35-19 0,-17-70 77,17 0-77,0 18-16,-18-18 16,18 18 15,0 17 0,0 1 16,18 17-31,52 0 15</inkml:trace>
  <inkml:trace contextRef="#ctx0" brushRef="#br0" timeOffset="41871.18">27781 5080 0,'0'18'31,"36"70"-15,-19 18 15,18-53-15,-17-53 78,0-36-79,-1-17 1,1-17 0,-18 17-1,0 35 1,0 1-1,35 52 79,1 0-78,-19 0-1,18 18 1,-17-53-16,-18 36 16,35-19-1,-17 19-15,0-36 16,17 17 0,-17-52-1,17 0 1,-18-18-1,-17 17 1,0 19 0,0-1 15,0 1-15,-17 17 15,17-18-16,0 0 1,-18 1 0,1 17-1,34 70 110,1-17-109,-1 0 0,19 35-1,17-53 1,-36-17-1,19 0 1,-19-18 0,54-53-1,-18-18 1,-36 36-16,-17 17 31,-17 18 32</inkml:trace>
  <inkml:trace contextRef="#ctx0" brushRef="#br0" timeOffset="42703.18">25964 5838 0,'18'0'94,"35"0"-78,106 0-1,194 18 1,176-18 0,141 0-1,106 0 1,-141 0-1,-88 0 1,-159 0 0,-300 0-1,-53 0-15,-17 0 32,-36 0 14</inkml:trace>
  <inkml:trace contextRef="#ctx0" brushRef="#br0" timeOffset="43356.38">27834 6244 0,'18'0'46,"52"124"-14,-52-89-32,17 35 15,89 195 1,-124-194 0,17-36-1,1-17 1</inkml:trace>
  <inkml:trace contextRef="#ctx0" brushRef="#br0" timeOffset="43908.59">27587 6350 0,'53'0'47,"35"0"-32,18 0 1,0 0 0,-18 0-1,-70 0 1</inkml:trace>
  <inkml:trace contextRef="#ctx0" brushRef="#br0" timeOffset="44769.11">28134 6720 0,'0'18'32,"18"17"-17,-18-17-15,35 53 16,18-19-1,-36-16 1,19-19 0,-19-17 15,1-53 0,0-17-15,-18-1-1,0 1 1,-71-36 0,53 88-16,1 1 31,-1 17-15,-17 0-1,17 17 1,18 1-1,0 17 1,0-17 0,0-1-1,18 1 1,-18 0 0,18-1-1,-18 1 16,17-18 16,18 0-31,1 0-16</inkml:trace>
  <inkml:trace contextRef="#ctx0" brushRef="#br0" timeOffset="45190.58">28416 6332 0,'0'71'47,"36"-1"-31,-19-17-16,18 53 15,18 0 1,-17-53 0,-1 18-1,-17-54 17,-71-52 14</inkml:trace>
  <inkml:trace contextRef="#ctx0" brushRef="#br0" timeOffset="45555.36">28381 6579 0,'53'-17'63,"0"17"-48,35-36 1,0 36-1,-17-35 1,-54 35 0,1 0 46,17 0-46,1 0-16</inkml:trace>
  <inkml:trace contextRef="#ctx0" brushRef="#br0" timeOffset="46700.98">28910 6473 0,'-18'0'16,"-17"0"-1,0 36 1,35 17-1,0 0 1,18 17 0,34 36-1,1-35 1,0-1 15,-35-52-15,0-106 31,-18 35-32,0-18 1,-18 0 0,18 36-1,-18 35 1,18 35 78,53 54-63,0-19-16,-35-34 1,-1-36 0,19 17-1,-19-17 1,19-35 0,-19-18-1,1-53 1,35 53-1,-53 18 1,0-36 0,0 36-1,-18 0-15,-17-36 16,17 71 15,1-17-15,17 34 46,17 36-46,1 35 0,35 36-1,70 52 1,-123-140-1,36-19-15,16 36 16,-34-53 0,0 0-1,-36-18 17,0-17-1,1 18-16,-1-1-15</inkml:trace>
  <inkml:trace contextRef="#ctx0" brushRef="#br0" timeOffset="50925.73">26370 5115 0,'-18'0'62,"-34"0"-46,-1 0-16,35 0 16,0 18-1,1-18 1,17 18 0,17-1-1,1 18 1,35-17-1,-35 17 1,34 1 0,19-1-1,-18 0 1,-18-17 0,1 17 46,-19-17-46,-17 17-1,18 0 1,-18 18 0,0 18-1,-18-1 1,-35-34-1,36-1 1,-19 0 0,36-17-16,53-18 156,-35-18-140,88-17-1,-36 17 1,-52 18-1,0 0 17</inkml:trace>
  <inkml:trace contextRef="#ctx0" brushRef="#br0" timeOffset="60659.97">23054 4057 0,'-18'0'32,"-52"0"14,17 0-30,0 0 0,-35 0 15,35 0-31,0 0 0,-35 18 31,35-1-31,18-17 16,-89 53-1,54 18 1,-19-36 0,19 36-1,-36 34 1,88-34 0,-35 35-1,36-18 1,-36 53-1,18 35 1,17-105 0,18-36-16,-18-35 15,18 18 17,0 35 30,0 17-46,-17-34-1,-19-1 1,1 0 0,-53 53-1,35-52 1,-18 17-1,71-36 1,-17-17 0,17 18 15,0 0 0,-18-18-15,1 17-1,-36 1 48,-18 17-47,36-35-16,-18 0 31,18 0 94,35 18-110,-18-18-15</inkml:trace>
  <inkml:trace contextRef="#ctx0" brushRef="#br0" timeOffset="62377.09">21361 5221 0,'0'35'125,"0"36"-94,0-36-31,-36 53 31,19-52-15,-1-1-1,0-17 1,1-1 0,-1 19-1,-17-1-15,17-35 16,-17 17 0,17 19-1,1-36 1,-1 17-1,18 1 1,-18 0 15,18 17-15,-17-35 46,17 18-46,17-18 140,1 17-109,35-17-31,-18 0-1,18 18 1,-18-1 0,18 1-1,0 0 1,-17-1 0,52 1-1,18 17 1,-53-17-1,-1-18 1,37 35 0,-54-35-16,53 18 15,-53-1 1,-17 1 15</inkml:trace>
  <inkml:trace contextRef="#ctx0" brushRef="#br0" timeOffset="77199.32">21449 8767 0,'0'17'125,"-35"1"-109,-1 17-16,-34 0 15,17 18 1,-35 18 0,17-36-1,1 18 1,-107 70 15,124-87-31,18-1 16,-53 18-1,17 0 1,36-35 0,17-1-16,-35 36 0,36-35 31,-19-1-31,-52 89 31,35-35-15,-17-36-1,-1 0 1,18 18 0,-35-35-1,35 17 1,-17-17-1,52-1 1,18 1 0</inkml:trace>
  <inkml:trace contextRef="#ctx0" brushRef="#br0" timeOffset="78743.23">20020 9525 0,'0'35'94,"0"1"-79,-18-19-15,18 1 16,0 17 0,0-17-16,0-1 15,-17 19 1,17-19-1,0 1 17,0 0-17,0-1 1,0 1 0,0-1 109,17-17-79,1 0 1,53 18-31,-36 0-16,0-18 31,53 17-15,-35 1-1,-17-18 1,-19 18 0,19-18-1,-1 0 1,-18 0 125</inkml:trace>
  <inkml:trace contextRef="#ctx0" brushRef="#br0" timeOffset="82370.47">18327 11377 0,'17'0'203,"36"18"-188,71-1 1,-18 1 0,-1-18-1,1 18 16,18-18-15,17 0 0,-88 17-16,0-17 15,88 0 1,-88 0 0,53 0-1,-36 0 1,-17 0-1,-18 0 1,-17 0 0,17 0-1,1 0 1,-19 0 0,18 0 15,1 0-31,-1 0 0,18 0 31,-18 0-15,18 0-1,-35 0 1,-1 0 0,19 0-1,-19 0 1,1 0-1</inkml:trace>
  <inkml:trace contextRef="#ctx0" brushRef="#br0" timeOffset="93144.6">10019 12065 0,'53'0'141,"0"0"-126,17 0 17,-17 0-17,18 0-15,-18 0 16,176 0-1,-17 18 1,-1-18 0,-52 17-1,17-17 1,-105 18 0,35-18-1,-53 35 1,35-17-1,-35-18 1,-18 0 0,0 0-1,-17 0 1,53 0 0,-36 0-1,18 0 1,35 0-1,-17 0 1,52 0 0,18 0-1,-35 0 1,17 0 0,-87 0-1,34 0 1,-17 17-16,-18-17 15,89 18 1,-54 17 0,1-17 15,-36-18-15,36 0-1,35 0 1,-53 18-1,17-18 1,-17 0 0,0 0-1,18 0 1,-1 0 0,-17 0-1,18 0 1,-18 0-1,-1 0 1,37 0 0,-19 17-1,-17-17 17,18 0-17,-54 18 1,54-18-1,-18 18 1,0-18-16,-18 0 16,53 0-1,-17 0 1,-1 0 0,1 0-1,-1-36 1,-17 36-1,0-17 1,0-1 0,0 18-1,0 0 17,-18 0-17,89-18 16,-18-35 1,-54 53-17,37 0 1,-36 0 0,35 0-1,0 0 1,-35 0-1,0 0 1,17 0 0,-52-17-1,17-1 1,-17 18-16,35 0 16,0 0-1,-36 0 1,36 0 15,18 0-15,17-17-1,0 17 1,18 0 0,-53 0-1,18-18 1,34 18-1,36 0 17,-88 0-32,0-18 15,18 18 1,-36 0-16,71 0 31,35-17 0,18-1 1,0 18-1,-71 0-15,-18 0-1,19 0 1,-19 0-1,-35 0-15,1 18 16,17-18-16,17 17 16,18-17-1,-17 36 1,-1-36 0,19 0 15,-1 0-16,-35 0 1,53 17 0,-36-17-1,1 0 1,-18 0-16,-18 0 16,0 0-16,18 0 15,35 0 1,-52 0-1</inkml:trace>
  <inkml:trace contextRef="#ctx0" brushRef="#br0" timeOffset="95671.86">24924 12171 0,'0'0'0,"35"0"172,18 0-156,-35 0-1,87-18 1,-16 18 0,-1-17-1,35 17 1,54 0 0,34 0-1,1 0 1,17 0-1,-17 0 1,194 35 0,-318-35-1,18 0-15,0 0 16,193 0 15,-175 0-15,17 0-1,-70 0 1,17 0 0,35 0-1,-70 0 1,18 0 0,34 0-1,-34 0 1,0 0-1,-36 0-15,0 0 16,106 0 0,-53 0-1,36 0 1,17 0 0,-53 0-1,-17 0 16,35 0-15,-36 0 0,36 0 15,88 0 0,-141 0-15,0 0-1,17 0 1,-52 0-16,70 0 16,0 0-1,-17 0 1,0 0 0,34 0-1,-16 0 1,-1 0 15,71-18 0,17 18 1,18-17-1,-141 17-16,35 0 1,0 0 0,-35-18-1,0 18 1,18 0 0,-1-18-1,1 18 16,52-17 1,-70 17-17</inkml:trace>
  <inkml:trace contextRef="#ctx0" brushRef="#br0" timeOffset="100121.59">1711 12841 0,'0'18'78,"35"-1"47,159 1-93,159-18-17,141 0 32,-88 0-31,-283 0-1,89 0 1,-1 35 0,1-17-1,0-18 1,-18 18 0,-88-18-1,-18 17 1,0-17-1,-17 18 1,34-18 0,-87 0-16,35 0 15,18 0 1,52 0 0,-70 0-1,35 0 16,0 0-31,-17 0 32,105 0-1,-105 0-15,17 0-1,18 0 1,-71 0-16,18 0 15,0-18-15,-18 18 16,71-35 0,-53 35-1,35 0 1,0 0 0,-17 0-1,-1 0 1,-17 0-1,36 18 17,52-18-1,-35 0-15,-18 17-1,-53-17-15,-17 0 16,105 18-1,-17-18 1,0 0 0,-36 0-1,36 17 1,-71-17 0,54-17-1,-1 17 1,-18 0-1,1 0 1,-18 0 15,0 0-15,-18 17 15,18-17 0,-35 0-15,-1 0 0,19 0-1,-1 0 1,53 0 0,-35-35-1,-18 35 1,-17-17 15,17 17 78,-17 0-93,17 0 0,0 0-1,-17 17 1</inkml:trace>
  <inkml:trace contextRef="#ctx0" brushRef="#br0" timeOffset="113154.15">25488 8784 0,'71'0'203,"52"0"-187,-35 0 0,106 0-1,-88 0 1,-53 0-1</inkml:trace>
  <inkml:trace contextRef="#ctx0" brushRef="#br0" timeOffset="113769.78">25770 8625 0,'0'36'46,"18"17"-30,0 0-16,-1-1 16,19 54-1,-19-35 1,1-18 0,-18-18 15,0-17-31</inkml:trace>
  <inkml:trace contextRef="#ctx0" brushRef="#br0" timeOffset="114393.35">26335 8678 0,'17'0'78,"89"36"-62,71-19-1,70 1 1,-36 17 0,-70-35-1,-105 0 1</inkml:trace>
  <inkml:trace contextRef="#ctx0" brushRef="#br0" timeOffset="114978.92">26899 8537 0,'0'35'62,"36"54"-46,-19 34-1,1 36 1,17-89 0,-17-52-1,-18 0-15,17-1 32</inkml:trace>
  <inkml:trace contextRef="#ctx0" brushRef="#br0" timeOffset="115501.62">27764 8784 0,'0'0'0,"70"0"47,124 0-32,-70 0-15,-1 0 16,124-35 15,-212 17 0</inkml:trace>
  <inkml:trace contextRef="#ctx0" brushRef="#br0" timeOffset="116024.87">28222 8484 0,'0'53'31,"0"18"-15,88 317 0,-52-318 15,-19-17-15,1-35-1</inkml:trace>
  <inkml:trace contextRef="#ctx0" brushRef="#br0" timeOffset="116566.62">29087 8802 0,'35'0'32,"35"17"-17,160-17 1,17 0 0,-71 0-1,-105 0 16</inkml:trace>
  <inkml:trace contextRef="#ctx0" brushRef="#br0" timeOffset="117286.63">29492 8520 0,'18'17'47,"-1"1"-32,19 70 1,-19-17 0,19-1-1,-19 1 1,1-36-16,-18-17 16,18 87-1,-1-87 1</inkml:trace>
  <inkml:trace contextRef="#ctx0" brushRef="#br0" timeOffset="120406.58">30321 8943 0,'18'0'78,"141"-18"-47,-106 18-15,35 0-1,0-17 1,-35 17-1,-36 0-15,19 0 63,52-18-32,-53 18 0</inkml:trace>
  <inkml:trace contextRef="#ctx0" brushRef="#br0" timeOffset="122178.24">25859 10037 0,'17'0'78,"36"0"-62,53-36 15,-71 36 0</inkml:trace>
  <inkml:trace contextRef="#ctx0" brushRef="#br0" timeOffset="122765.08">25964 9878 0,'0'17'93,"0"72"-77,0-19 0,18 18-1,0-52 1,-18-1 0,0 0-1</inkml:trace>
  <inkml:trace contextRef="#ctx0" brushRef="#br0" timeOffset="123278.08">26670 10001 0,'18'0'63,"52"0"-47,1 0-1,140 0 1,89 0-1,-141 0 1</inkml:trace>
  <inkml:trace contextRef="#ctx0" brushRef="#br0" timeOffset="123811.29">27270 9860 0,'0'35'47,"0"107"-31,0-54-1,35 0 1,-17-35-1,-1-18 1,-17-53 78</inkml:trace>
  <inkml:trace contextRef="#ctx0" brushRef="#br0" timeOffset="124332.56">28099 9931 0,'35'0'47,"141"35"-31,-123-35-1,159 0 1,-106-18 0,0 1-1,-89-1 17,1 18 30</inkml:trace>
  <inkml:trace contextRef="#ctx0" brushRef="#br0" timeOffset="124780.72">28751 9842 0,'0'18'62,"36"106"-46,-36-107 0,35 89-1,-35-88-15,0 35 16,0-36-1,18-17 17</inkml:trace>
  <inkml:trace contextRef="#ctx0" brushRef="#br0" timeOffset="125346.17">29492 9913 0,'0'18'47,"18"-18"-32,17 0 1,18 0 0,0 0-1,88 0 17,-35 0-17,-71 0 1</inkml:trace>
  <inkml:trace contextRef="#ctx0" brushRef="#br0" timeOffset="125834.9">29880 9807 0,'0'35'32,"0"18"-17,0-17-15,0 34 16,0 1-1,0-1 1,0-17 0,0-35 15</inkml:trace>
  <inkml:trace contextRef="#ctx0" brushRef="#br0" timeOffset="126841.78">30850 10125 0,'18'-36'110,"53"1"-79,-54 18-16,36 17 1,0-18 0,-18 18-1,-17 0 1,70 0 0,-17 0-1,17 0 1,0 18-1,-53-18 1</inkml:trace>
  <inkml:trace contextRef="#ctx0" brushRef="#br0" timeOffset="127772.62">31238 9878 0,'0'35'78,"18"89"-62,0-72 0,-18 19 15,0-18-16,0-18 1,0-17 0,0-1-1,17-17 17,1 0 218,0 0-188</inkml:trace>
  <inkml:trace contextRef="#ctx0" brushRef="#br0" timeOffset="133187.71">20902 11165 0,'18'0'63,"17"-35"-48,18 17 1,0 18 0,-18 0-16,-35-17 15,18 17 1,-1 0 15</inkml:trace>
  <inkml:trace contextRef="#ctx0" brushRef="#br0" timeOffset="133667.73">20937 11307 0,'18'0'110,"0"0"-95,52-18 1,-17 0-1,0 18 1</inkml:trace>
  <inkml:trace contextRef="#ctx0" brushRef="#br0" timeOffset="134350.75">21043 10971 0,'18'0'94,"70"18"-63,-35 35-15,-35-53-1,-18 18-15,52 52 32,-34 36-17,-18-53 1,-35 17 15,35-52 0,-18-18 63,1 0-78</inkml:trace>
  <inkml:trace contextRef="#ctx0" brushRef="#br0" timeOffset="135395.54">21837 10619 0,'18'0'78,"-18"17"-63,0 1 1,0 0 0,0 17-1,0-18 1,0 1-16,0 0 31,0-1 63,35-17-63,71 71 0,52 17 1,-122-35-1,-36-35-15,0-1-16,0 36 31,-36-35-16,19-1 17,-1-17-17,1 0 17,-1-17 77,0-18-109</inkml:trace>
  <inkml:trace contextRef="#ctx0" brushRef="#br0" timeOffset="136046.34">22066 10689 0,'18'0'78,"0"-17"-62,-1 17-16,36 0 15,-18 0 1,-35-18 31,18 18-16,0 0-15,-18 18-1</inkml:trace>
  <inkml:trace contextRef="#ctx0" brushRef="#br0" timeOffset="137119.57">21361 10301 0,'17'0'203,"36"0"-188,35 0 1,283 0 15,-195 0-15,-52 0 0,-107 0-16,1 0 15</inkml:trace>
  <inkml:trace contextRef="#ctx0" brushRef="#br0" timeOffset="138169.44">21819 9366 0,'0'18'63,"0"52"-48,0 54 16,0-89-15,0-17-16,0 17 16,0 18-1,0-18 1,0-17 0,18-18-1,0 0 1,-1-18-1,1 1 1,-18-1 0,0-35 15,17 53-31,1-53 31,0 53 47,-1 53-62,-17 0 0,36 18-1,-19-19-15,1-16 16,-18 17-1,0-36 17,0 1-1</inkml:trace>
  <inkml:trace contextRef="#ctx0" brushRef="#br0" timeOffset="138876.81">20902 10266 0,'18'0'78,"-1"-18"-62,54 1 0,-53 17-1,-1 0 1,1 0 46,-1 0-46</inkml:trace>
  <inkml:trace contextRef="#ctx0" brushRef="#br0" timeOffset="139453.23">20973 10372 0,'0'17'15,"17"-17"126,1 0-125,0 0 46</inkml:trace>
  <inkml:trace contextRef="#ctx0" brushRef="#br0" timeOffset="146348.81">2611 13511 0,'0'18'94,"35"0"-79,35-1 1,-17 1 0,18-18-1,-18 0 16,0 0-31,17 18 16,54-18 0,-36 0-16,35 0 15,71 0 1,-88 17 0,-35 1-1,-1-1 1,1-17-1,-36 18 1,18-18 0,-18 0-1,18 0 1,-17 0 0,34 0-1,-35 0 1,124 0 15,-124-18-15,54 18-1,16 0 1,-52 0 0,53 0-1,-35 18 1,17-18-1,-17 0 1,-19 0 0,37 18-1,-1 17 1,-35-35-16,0 0 16,70 18-1,-70-18 1,35 0-16,212 17 31,-88-17-15,-89 18-1,-35-18 1,-52 18 0,-19-18 46</inkml:trace>
  <inkml:trace contextRef="#ctx0" brushRef="#br0" timeOffset="153006.87">17057 14587 0,'-18'0'15,"53"36"126,1 34-110,-1 1 16,18-18-31,-35-36 15,-1 36-15,1-18-1,35-17 1,17 35-1,1 0 1,35 0 15,-71-35-15,-17-1-16</inkml:trace>
  <inkml:trace contextRef="#ctx0" brushRef="#br0" timeOffset="153742.76">17410 15169 0,'0'0'0,"-18"-17"62,36 17 16,-1 0-47,1 17-31,17 19 32,0-19-17,1 19 1,-36-19 0,0-34 46,0-1-46,0-53-1</inkml:trace>
  <inkml:trace contextRef="#ctx0" brushRef="#br0" timeOffset="154041.34">17551 14870 0</inkml:trace>
  <inkml:trace contextRef="#ctx0" brushRef="#br0" timeOffset="155484.97">17639 16757 0,'18'0'204,"17"0"-189,-18 0-15,54 0 16,-18 0-1,-18 0 1,18 0 0,-35 0-1,-1 0 79,1 0 15</inkml:trace>
  <inkml:trace contextRef="#ctx0" brushRef="#br0" timeOffset="156800.57">19068 16775 0,'0'0'0,"17"0"47,1 17 47,52-17-79,54 35 17,-18-35-17,-18 0 1,-17 0 15</inkml:trace>
  <inkml:trace contextRef="#ctx0" brushRef="#br0" timeOffset="172059.73">20302 14570 0,'-35'0'46,"-18"35"-14,53 0-17,-53 18 1,18 18 0,17-71-16,-35 35 15,-17 36 1,35-36-16,-1-18 15,-52 36 1,53-35-16,-18 70 16,-18-35-1,18 0 1,18-35 15</inkml:trace>
  <inkml:trace contextRef="#ctx0" brushRef="#br0" timeOffset="173372.43">19597 14817 0,'0'70'63,"-18"-17"-48,18-35 1,0 88 0,0-53-1,0-36 48,35-34 30,36-1-61,-36-17-17,-17 35-15,-18-18 32,18 18-17</inkml:trace>
  <inkml:trace contextRef="#ctx0" brushRef="#br0" timeOffset="181169.28">24253 14323 0,'53'0'172,"53"0"-141,-71 0-31,54 35 32,-1-17-17,-70-18 1,17 17 78</inkml:trace>
  <inkml:trace contextRef="#ctx0" brushRef="#br0" timeOffset="181886.7">24236 14076 0,'17'70'94,"36"19"-79,0 16 17,-17-34-17,-19-18-15,-17-35 16,0 34 0,0-34-1</inkml:trace>
  <inkml:trace contextRef="#ctx0" brushRef="#br0" timeOffset="182910.12">25259 14429 0,'18'0'156,"105"0"-125,-70 0-15,35 0 0,-35 0-16,-18 0 15,1 0 1</inkml:trace>
  <inkml:trace contextRef="#ctx0" brushRef="#br0" timeOffset="183694.31">25488 14217 0,'0'18'78,"18"70"-62,-18 0-1,35 0 1,-17-17-1,-18-18 1,0-36-16,0 1 16,17 0-1</inkml:trace>
  <inkml:trace contextRef="#ctx0" brushRef="#br0" timeOffset="184978.44">22243 14005 0,'0'36'79,"17"52"-64,1 0 1,0 0-1,34 0 1,-16-17 0,-19-36 15,54 36-15,-53-36-1,17-17 1,0-1 15,-17-17 0,-1 0-15,1 0 0,0 0 15,-1 0-16</inkml:trace>
  <inkml:trace contextRef="#ctx0" brushRef="#br0" timeOffset="185528.3">22066 14323 0,'88'0'78,"89"17"-46,-71-17-1,-89 18 0,-34 0 32</inkml:trace>
  <inkml:trace contextRef="#ctx0" brushRef="#br0" timeOffset="186695.29">22842 14446 0,'0'0'0,"-35"-17"15,17 17 1,-17 0 0,18 17 31,34 54-32,1-1 1,-18-17-1,35 0 1,0-18 0,1 1-1,-19-36 1,1 0 0,0 0-1,-1-53 1,18 0-1,-35 35 1,0 1 0,0-1-1,0 36 79,0 17-78,0 35-1,18 54 1,17 35 0,1-71-1,-36 18 1,17-53-1,-17 0 1,0-18 0,-17-35-1,-1 0 17,-35 0-17,-17-18 1,17-70-1,-18 17 1,36 19 0,35-1-1,0-18 1,0-17 0,17 17-1,19 36 1,-36 0-16</inkml:trace>
  <inkml:trace contextRef="#ctx0" brushRef="#br0" timeOffset="187322.14">23160 13899 0,'0'71'31,"35"88"-15,-17 17 0,-1-35-1,1-70-15,0-18 16,52 53-1,-70-89 1,18-17 15</inkml:trace>
  <inkml:trace contextRef="#ctx0" brushRef="#br0" timeOffset="187752.2">23089 14358 0,'36'0'46,"16"0"-30,1 0 0,18 0-1,-53-18-15</inkml:trace>
  <inkml:trace contextRef="#ctx0" brushRef="#br0" timeOffset="188410.2">23654 14658 0,'35'0'63,"18"0"-48,0 0 1,-36 0 15,1 0-15,0 0 15,-1 0 0</inkml:trace>
  <inkml:trace contextRef="#ctx0" brushRef="#br0" timeOffset="188951.76">23760 14834 0,'0'18'32,"17"-18"108,18 0-108,-17 0-17,17 0 1</inkml:trace>
  <inkml:trace contextRef="#ctx0" brushRef="#br0" timeOffset="189857.46">26123 14429 0,'18'0'46,"35"35"-30,0-17-16,0-18 16,52 0-1,37 0 1,-107 0 0,18 0-16,-36 0 31</inkml:trace>
  <inkml:trace contextRef="#ctx0" brushRef="#br0" timeOffset="190315.15">26441 14376 0,'17'70'78,"-17"18"-63,36-17 1,-19-18 0,19 0-1</inkml:trace>
  <inkml:trace contextRef="#ctx0" brushRef="#br0" timeOffset="190856.41">27093 14552 0,'18'0'63,"17"0"-48,89 0 1,-71 0 0,17-18-1,-17 1 1,-35 17 0</inkml:trace>
  <inkml:trace contextRef="#ctx0" brushRef="#br0" timeOffset="191226.23">27340 14393 0,'0'89'46,"0"-72"-30,0 89 0,0-35-1,0-36 1,18 0 0</inkml:trace>
  <inkml:trace contextRef="#ctx0" brushRef="#br0" timeOffset="191708.11">27922 14552 0,'71'0'46,"-53"0"-30,105 0 0,18 0-1,106 0 1,-88 0 0,-124 0-1</inkml:trace>
  <inkml:trace contextRef="#ctx0" brushRef="#br0" timeOffset="192236.19">28575 14499 0,'0'35'78,"0"107"-47,0-125-15,0 71-1,0-70 1</inkml:trace>
  <inkml:trace contextRef="#ctx0" brushRef="#br0" timeOffset="193224.36">28522 14323 0,'35'70'47,"1"-17"-31,-1 0 0,-17 35-1,-18-52 1,0-19-1,0 1 1,0 0-16</inkml:trace>
  <inkml:trace contextRef="#ctx0" brushRef="#br0" timeOffset="194778.31">22419 15716 0,'71'36'32,"-54"69"-17,18 1 1,1 35 0,-19-88-16,1 0 15,0 35 1,-1-35-16,1 0 15,-18-35 17</inkml:trace>
  <inkml:trace contextRef="#ctx0" brushRef="#br0" timeOffset="195439.81">22842 15769 0,'53'0'15,"-106"0"-15,159 0 16,-71 0 15,-35 18 0,18 52-15,-18-17 0,-70 0-1,34-35-15,-52 35 16,-18-36 0,53 1-1,18-18 1,17 0-1,1 0 48</inkml:trace>
  <inkml:trace contextRef="#ctx0" brushRef="#br0" timeOffset="195953.84">23089 15998 0,'36'89'31,"-72"-178"-31,160 319 16,-124-195-1,17 0 1,1-35 62,-18-123-47,18-1 1,-18 89-17,0 17 16,-18 1-31</inkml:trace>
  <inkml:trace contextRef="#ctx0" brushRef="#br0" timeOffset="196634.72">23372 16281 0,'35'17'31,"53"19"0,-35-19-15,0-17-1,-18-35 1,0-36 0,-17 1-1,-18-18 1,0-1 0,-35 72-1,-1-18 1,19 17 15,-36 18 0,53 35 16,0 0-31,53 71 15,0-18-15,-36-35 15,1-35-15,0 0-1,-1-1 1,1-17 31,0 0-32</inkml:trace>
  <inkml:trace contextRef="#ctx0" brushRef="#br0" timeOffset="197458.16">23971 16034 0,'-123'17'31,"246"-34"-31,-317 140 15,194-52 1,0-1 0,53-17-1,-18-35 1,54-53 46,-54-71-46,35-35 15,-52 70-15,-18-35 0,-18 53-1,18 18 1,-17 17-1,-1 18 1,36 53 62,17 141-47,18-17 1,35-89-17,-35 0 1,-18-35 0,1-35-1</inkml:trace>
  <inkml:trace contextRef="#ctx0" brushRef="#br0" timeOffset="197955.5">24659 16016 0,'53'18'31,"-18"-18"0,18 17-15,18-17-1,52 0 1,-35 0 0,1 0-1,-72 0 1</inkml:trace>
  <inkml:trace contextRef="#ctx0" brushRef="#br0" timeOffset="198349.83">24730 16351 0,'17'0'78,"36"0"-62,18 0-1,17 0 1,-17 0-16,-19 0 16,37 0-1</inkml:trace>
  <inkml:trace contextRef="#ctx0" brushRef="#br0" timeOffset="198845.81">25982 16051 0,'18'18'15,"-1"-18"-15,54 0 32,-18 0-17,35 0 1,0 0 0,-35 0-16,35-18 15</inkml:trace>
  <inkml:trace contextRef="#ctx0" brushRef="#br0" timeOffset="199296.66">26282 15910 0,'0'106'47,"-18"-35"-31,18-1-1,0 71 1,0-105-1,0-19 1</inkml:trace>
  <inkml:trace contextRef="#ctx0" brushRef="#br0" timeOffset="199729.87">26688 16122 0,'53'0'31,"88"0"0,-53 0-15,0 0 0,18 0-1</inkml:trace>
  <inkml:trace contextRef="#ctx0" brushRef="#br0" timeOffset="200171.69">26970 15998 0,'0'71'47,"0"17"-31,0 18 0,17-18-1,1-17 1,0-36-1,-18-53 79</inkml:trace>
  <inkml:trace contextRef="#ctx0" brushRef="#br0" timeOffset="200641.51">27675 15963 0,'36'0'16,"-19"18"15,19-1-15,-1 1 0,35 0-1,-17-1-15,0 1 16,88 0-1,-105-18 1,-36 17 47</inkml:trace>
  <inkml:trace contextRef="#ctx0" brushRef="#br0" timeOffset="201031.7">28028 15981 0,'0'53'31,"0"88"1,0-106-17,0 36 1,0-1-1,18-70 1</inkml:trace>
  <inkml:trace contextRef="#ctx0" brushRef="#br0" timeOffset="201603.52">28504 16051 0,'18'0'141,"70"18"-126,36-18 1,34 0 0,-16 0-1,-72 0 1</inkml:trace>
  <inkml:trace contextRef="#ctx0" brushRef="#br0" timeOffset="202045.8">28822 15963 0,'18'35'63,"34"124"-32,-52-124-15,18 107-1,0-107 1,-1-35-1</inkml:trace>
  <inkml:trace contextRef="#ctx0" brushRef="#br0" timeOffset="202917.26">29933 15998 0,'-53'53'31,"53"-35"48,36-18-64,16 0 1,-34 0-1,0 0 1,17-18 0,-17 18-1,-18-17 1,17 17 0</inkml:trace>
  <inkml:trace contextRef="#ctx0" brushRef="#br0" timeOffset="204090.84">28116 14305 0,'0'35'94,"0"124"-79,0-71 1,0 18-1,0-35 1,0-18 0,18-36-1</inkml:trace>
  <inkml:trace contextRef="#ctx0" brushRef="#br0" timeOffset="205561.21">29880 16051 0,'36'18'63,"34"-18"-32,-17 0-15,0 0-1,17 0 1,-34 0-16,-19 0 16,1 0 15,0 0-16,-1 0 1,1 0 0</inkml:trace>
  <inkml:trace contextRef="#ctx0" brushRef="#br0" timeOffset="207387">30339 15646 0,'-18'0'31,"36"0"-31,-124-18 16,71 18-1,-36 0 1,18 0 0,-17 0 15,34 0-31,1 0 31,-35 53-15,-1-35-1,-17-1 1,70 1 0,1-18-16,17 35 15,-18 0 1,18 18 0,0-17-1,0 17 1,0 17-1,0-35 1,0 1 0,0 34-1,-35-17 1,35-35 0,0 17 15,0-17-16,35 17 1,0 0 0,1 1-1,-1-1 1,18 18 0,17-18-1,18 18 1,-17 17-1,17-52 1,-70-18 0,-1 0-1,19 0 1,-1-18 15,71-52 0,-88 35-15,34-36 0,1 36-1,-35-36 1,0 1 0,-18-19-1,0 19 1,-18 35-1,0-18 1,1 35-16,17 0 16,-53-34-1,53 34 1,-18 0 0,18 1 15,-17-19 0,17 1 0,0-18 1,0 36-17,0-1 48</inkml:trace>
  <inkml:trace contextRef="#ctx0" brushRef="#br0" timeOffset="-210652.32">25929 16510 0,'-17'0'31,"17"18"47,17 17-62,1 0-1,17 0 1,-17-17 0,-1 17-1,19-17-15,34 35 16,-35-35 15,1-1-31,-1 1 16,124-18-1,70 0 17,247 0-1,-229 0-16,-17 0 1,17 0 0,176 0 15,-264 0-15,-54 0-1,-52 0 1,36 0-1,-37 0 1,-16 0 0,-1 0-1,-17 0-15,52-18 16,-35 18 15,54-17-15,-19 17-1,1 0 1,-18 0 0,-53-36 156,0-17-157,0 36 1,35-54-1,-17 71 17</inkml:trace>
  <inkml:trace contextRef="#ctx0" brushRef="#br0" timeOffset="-207803.35">19491 16933 0,'0'18'31,"53"-18"16,70 0-32,-17 0 17,53-53-1,-71 53-16,-35 0 1,18-18 0,-54 1-1</inkml:trace>
  <inkml:trace contextRef="#ctx0" brushRef="#br0" timeOffset="-206308.87">19650 16810 0,'0'17'109,"17"-17"-46,1 0-47,35 53 15,-18 18-16,-17-71-15,-1 35 16,19-35 0,17 18-1,0 35 1,-53-18 0,52 0-1,19-35 1,35 18-1,-18 0 17,18-1-17,-71 1-15,36-18 16,17 18-16,0-18 16,353 52-1,-265-52 16,-52 18-31,70 0 16,-18-1 0,-17-17-1,35 18 1,18 0 0,-1-18 15,-34 0-31,70 17 15,0 19 1,-36-19 15,-122-17-31,246 0 32,300 53-1,-353 0-16,-17-18 1,87-35 0,1 18-1,18-18 1,-1 0 0,-17 0 15,35 0-16,-88 0 1,-71 0 0,-141 0-16,18 0 15,53 0 1,-1 0 0,-122 0-1,17 0-15,53-18 16,-36 18-1,1-17 1,52 17 0,18 0-1,0-18 1,53-53 15,-53 36-31,-52 18 31,34-19-15,-52 19-16,-36-1 16,-17 18-16,-1 0 15</inkml:trace>
  <inkml:trace contextRef="#ctx0" brushRef="#br0" timeOffset="82177.65">17851 15593 0,'-53'-18'110,"0"18"-95,-35 0 1,-89 0-1,-87 0 1,-89 0 0,18 0-1,17 35 1,18-35 0,-17 0-1,35 0 1,88 0 15,105-17-15,54 17-1,35-36-15,0 54 16,0-18 0,18 0 15</inkml:trace>
  <inkml:trace contextRef="#ctx0" brushRef="#br0" timeOffset="83077.2">17268 15346 0,'71'53'47,"0"-18"-32,17 36 1,-18-1 15,19-35-15,-1 18-1,-53-35 1,-17 0 15,-18-1-15,0 19-1,0 52 1,0-35 0,0 0-1,0-18 1,0-18 0</inkml:trace>
  <inkml:trace contextRef="#ctx0" brushRef="#br0" timeOffset="83796.7">17268 16686 0,'-17'0'47,"-1"18"-31,-17-18-16,-159 141 31,-18-17-15,-17 17-1,0-71 1,52 18 0,107-70-1,70 0 1,35-54 31</inkml:trace>
  <inkml:trace contextRef="#ctx0" brushRef="#br0" timeOffset="84674.28">16810 16722 0,'17'0'63,"1"0"-48,53 17 1,87 19-1,36-36 17,-17 0-17,-142 0 1,0 0-16,-35 17 94,0 36-79,0-18 1,-53 36 0,18 0-1,18-54 1,-1-17-1,0 0 79</inkml:trace>
  <inkml:trace contextRef="#ctx0" brushRef="#br0" timeOffset="85300.82">18909 16757 0,'0'35'15,"-35"53"17,-89 212-1,54-18 0,70-264-15,0-36 46,0-17-62</inkml:trace>
  <inkml:trace contextRef="#ctx0" brushRef="#br0" timeOffset="85986.51">18591 16951 0,'71'-35'31,"52"-36"1,-52 36-17,17 35 1,-53-18 0,-17 1 15,0 34 47,-1 54-62,1-36-16,0 36 15,-1 34 1,36-122-1</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5:52:40.911"/>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00B050"/>
    </inkml:brush>
  </inkml:definitions>
  <inkml:trace contextRef="#ctx0" brushRef="#br0">3828 4516 0,'17'0'781,"1"17"-765,0-17 15,-1 0-15,18 0-1,-17 0 1,17 0 0,18 18 15,-35-18 0,17 17-15,-35 1-1,18-18 1,-1 0 15,1 0 141,17 0-156,1 0-1,17 0 1,0 18 0,-1-18-1,1 0 1,36 0-1,-1 0 17,0 0-17,18 0 1,-18 0 0,-17 0-16,17 17 15,70-17 1,-69 0-1,-1 0 1,-18 0 0,19 18-1,16-18 1,-16 0 0,-36 0-1,17 0 1,-17 0-1,-18 0 17,-17 0-17,70 0 1,-35 0 0,-18 0-1,-17 0 1,17 0-1,18 0 1,0 0 0,0 0-1,0 0 1,35 0 0,-17 0-1,-36 0-15,0 0 16,18 0-16,0 0 15,71 0 17,-72 0-17,1 0 1,-17 0 0,-1 0-1,-35 18 79,106-18-63,-53-18 0,0 18 1,-36 0-1</inkml:trace>
  <inkml:trace contextRef="#ctx0" brushRef="#br0" timeOffset="2456.66">8784 4374 0,'18'0'265,"-1"0"-218,19 18 31,-1 0-62,-17-18 15,17 17-15,-17-17-1,-1 0 17,18 18-17,36 0 1,-36-18 0,1 0-1,16 0 1,1 0-1,0 0 1,0 0 0,35 0-1,-17 0 1,17 0 0,-17 17-1,-18-17-15,52 0 16,54 0-1,18 0 1,-19 0 15,19 0-15,-18 0 0,-1 0-1,54 0 1,0 18-1,-1-18 1,-17 18 0,-17-18-1,-36 17 1,35-17 0,-70 0-1,35 18 1,-70-18-1,-36 0 1,0 0 0,-17 0 15,35 17-15,0-17-1,0 0 1,35 0-1,0 0 1,0 0 0,-17 0-1,17 0 1,-70 0-16,70 0 16,-18 0-1,-17 0 1,-35 0-1</inkml:trace>
  <inkml:trace contextRef="#ctx0" brushRef="#br0" timeOffset="5923.61">15928 3440 0,'18'-36'94,"-1"19"-63,1-19-16,-36 36 126,1 0-125,-36 36-1,0 17 17,0-1-17,0 19 1,35-53-16,-17 17 15,35 18 1,-35-35-16,-1 34 16,36 1-1,-17-17 1,-19 52 0,1-18-1,0 36 1,35-35-1,-18-1 1,18-17 0,0 35-1,18-35 1,0-17 0,-18 17-16,17-18 15,18 35 1</inkml:trace>
  <inkml:trace contextRef="#ctx0" brushRef="#br0" timeOffset="7314.94">15346 4304 0,'53'35'234,"0"0"-218,-18 1 0,-17-1-1,17 0 1,-18 1 0,1-19-1,-18 1 1,18-18-1,-1 0 126,1 17-110,53-34-15,-18-36 0,17-35-1,-35 35 1,18 18-1,-53 17 1</inkml:trace>
  <inkml:trace contextRef="#ctx0" brushRef="#br0" timeOffset="8253.28">17833 3369 0,'-35'35'62,"-1"36"-46,-69 52-1,69-52 1,19-1 0,17 1-1,0 0 1,-36 17 0,19 0 15,17 88 0,0-158-31,0 35 16,0 17-1,0-52-15,17 17 16,19-35 31</inkml:trace>
  <inkml:trace contextRef="#ctx0" brushRef="#br0" timeOffset="9157.93">17198 3933 0,'35'36'79,"36"17"-64,-1 17 1,-17-35-1,0 18 1,-18-17 0,1 17-1,-19-36 17,19 1 61,-1-18-77,18 18 0,-36-18-1,1 0 32,0 0-31,-1 0-1,1 0 1</inkml:trace>
  <inkml:trace contextRef="#ctx0" brushRef="#br0" timeOffset="12149.42">19985 5697 0,'17'0'219,"19"-17"-188,105-1 1,-71 0-17,1 18 1,17 0 0,-35 0-1,18 0 16,-1 0-15,36 0 0,-71 0-16,1 0 15,122 0 1,-105 0 0,53 0-1,-18 0 1,-17 0-1,35-17 1,-18 17 0,-18 0-1,-17-18 1,36 18 0,-19 0-1,1 0 1,17 0-1,-71 0-15,36 0 32,0 18-32,-17-1 15,122 19 1,-17-1 15,-70-17-15,-18-1-1,0 1 1,-18 0 0,36-1-1,-1 1 1,1-18 0,-54 0-16,36 17 15,36 1 1,-37 0-16,1-1 31,124 19 0,-89-19-15,18-17 0,53 18 15,-71-18-16,-18 0 1,18 0 0,-17 0-1,0 0 1,17 0 0,0-18-1,-35 1-15,0-1 31,88-17-31,-88-1 32,35 36-1,-35-35 0,0 35 0,17-17 1,-17 17-17</inkml:trace>
  <inkml:trace contextRef="#ctx0" brushRef="#br0" timeOffset="16408.24">12823 5556 0,'18'0'94,"0"18"-79,-1-18-15,19 18 32,17-1-17,-18 1 1,0-1-1,0-17 1,-17 18 0</inkml:trace>
  <inkml:trace contextRef="#ctx0" brushRef="#br0" timeOffset="20889.48">9437 5662 0,'17'0'172,"19"0"-157,-1 0-15,-17 0 16,87 35-1,37-35 1,34 18 0,36 0-1,-1-18 1,1 0 0,-53 0-1,-89 17 1,-34 1-1,-19-18 1,71 0 109,18 0-109,18 0-1,-36 0 1,-35 0 0</inkml:trace>
  <inkml:trace contextRef="#ctx0" brushRef="#br0" timeOffset="24225.52">8008 2628 0,'-18'0'94,"-70"0"-63,18 18-16,52-1-15,0-17 16,-35 18-16,-17-18 16,-71 18-1,88-1-15,-53 54 16,71-53 0,-18 17-16,0 0 15,0 36 1,0 17-1,0 0 1,18 0 0,35-52-1</inkml:trace>
  <inkml:trace contextRef="#ctx0" brushRef="#br0" timeOffset="25328.24">6862 2875 0,'17'35'94,"-17"-17"-79,35 88 1,-17-36 0,0 36-1,-1-53 1,19 0 0,-36-35-1,0-1-15,17 1 16,1 0 15,-18-1 0,18-17-15,-1 0 0,18 18 15,36-18-16,35 18 1,-53-18-16,0 0 16,123 0-1,-105 0-15,34 0 16,-69 0 0,-19 0-1</inkml:trace>
  <inkml:trace contextRef="#ctx0" brushRef="#br0" timeOffset="43448.6">2646 7761 0,'17'0'516,"36"0"-500,88 0-1,-105 0 1,87 0 0,-35 0 15,-17 0-16,17 0 1,-35 0 0,0 0-1,-35 0 110,70 0-109,-18 0 0,-17 0 15,53 0-16,-35 0 1,-1 0 0,1 18-1,-54-1-15,54-17 16,-18 0 15,0 18-15,-36-18-1,19 18 1,17-18 0,0 17-1,0 1 1,35-18 15,0 18-31,-18-18 31,1 0-15,17 0 0,-70 0-16,17 0 15,36 0 1,-36 0 0,0 0-1,1 0 1,-19 0-1,1 0 32</inkml:trace>
  <inkml:trace contextRef="#ctx0" brushRef="#br0" timeOffset="64565.81">2081 10248 0,'53'0'157,"106"0"-126,282 0 0,0 18 0,-124-18 1,-70 0-17,-123 17-15,-1 1 16,177 17 0,-106-35-1,-35 18 1,-36 0-1,1-18 1,-53 0 0,-54 0-1,1 0 1,-1 0 15,36 0 16,0 17-31,-17-17-1,16 0 1,-16 0 0,-19 0 15,1 0 125,123 0-125,-88 0-15,106 0 15,-53 0-15,-71 18-1,0-18 1,-17 0 0,17 18 124,106-1-108,0 18-1,0 1-16,-52-19 1,-1 1 0,-18 0-1,-34-1 1,-19-17 0,1 0 15,17 18 94,0-18-110,124 53 17,-53-53-1,-71 18-31,-17-18 16,17 0-1,-17 0 1</inkml:trace>
  <inkml:trace contextRef="#ctx0" brushRef="#br0" timeOffset="66878.16">11412 10213 0,'53'0'141,"88"0"-110,-35 0-15,35 0-1,71 0 1,0 0-1,17 0 1,-17 0 0,35 0-1,52 0 1,-210 0 0,34 0-1,-88 0-15,18 0 16,53 0-1,-18 0 1,36 0 15,-54 0-15,19 0 0,16 0-1,-52 0 1,-17 0-1,-1 0 1,-18 0 0,1 0-1,17 0 17,-17 0-17,17 0 48,1 0-32,-19 0-15,19 0-1,16 18 1,-34-1-1,17-17-15,18 18 32,-35-18-17,0 0 1,-1 0 0</inkml:trace>
  <inkml:trace contextRef="#ctx0" brushRef="#br0" timeOffset="70530.09">14975 11924 0,'0'18'125,"-70"123"-94,-36 17 0,71 19 1,17-107-17,0 1 1,1-1-1,17-17 1,-35 0 0,17 18-1,0-36-15,18 0 16,0 89 0,-17-71-1,17 0 1,0 17-1,0 18 1,0-35 0,0 36-1,17-37 1,19-16 15,-1 34-15,0-34-1,0 16 1,54 54 0,-37-53-1,19 18 1,0-18 0,34 0-1,-34-18 1,0 0-1,-19-35 1,1 18 0,-35-18-1</inkml:trace>
  <inkml:trace contextRef="#ctx0" brushRef="#br0" timeOffset="73833.77">14534 14323 0,'0'17'78,"0"19"-47,0-19-15,0 36 0,0-35-1,0 17 1,0 18-1,0 0 1,0 0 0,0 0-1,0-18 1,0 18 0,0 18 15,0-54-31,0 18 15,0 36 1,18-18 0,0 0-1,-18 0 1,0 17 0,0-17-1,0 18 1,-18-18-1,0 0 1,18 17 0,0 1-1,0 17 1,0-17 0,0-36 15,0 0-16,0 0 1,0 18 0,0-17-1,0-1 1,0 18 0,0-18-1,0-17-15,0-1 16,0 19-1,18-1 17,0 0-17,-18-17 1,35 17 15,-17-17-31,-18 17 31,17-17-15,1-1 0,0 1-1,17 0 1,0-1 0,-17 1-1,-1-18 1,1 17-1,17 1 1,36 17 0,-1-17-1,19 17 1,-19 1 0,18-19 15,-17 18-31,17-17 31,-53-18-31,36 0 31</inkml:trace>
  <inkml:trace contextRef="#ctx0" brushRef="#br0" timeOffset="101969.13">22772 11130 0,'-18'0'62,"-17"0"-30,17 0-32,1 0 15,-107 88 1,71-52 0,-70 34 15,-107 54-31,-34 34 31,-177 142-15,229-176-1,53-54 17,36 1-17,88-54-15,17 1 16</inkml:trace>
  <inkml:trace contextRef="#ctx0" brushRef="#br0" timeOffset="103345.39">21167 11695 0,'0'-18'31,"-18"18"32,0 18-16,-17-1-32,0 18 1,0 36 0,-1-18-16,19-35 15,-19 35-15,19-18 16,-36 35 0,35-34 15,-17 17-16,17-18 1,-17 0 0,17 0-1,18-17 110,36 17-93,-1-17-17,-17 0 1,70 34 15,-35-16 0,35-1 1,-53-35-32,-17 18 15,52-18 1,-34 0-1,-19 0 1</inkml:trace>
  <inkml:trace contextRef="#ctx0" brushRef="#br0" timeOffset="111488">21643 16016 0,'106'0'47,"141"0"-32,194-106 1,-53 36 15,-177-1-15,-122 54-1,-142 17 17</inkml:trace>
  <inkml:trace contextRef="#ctx0" brushRef="#br0" timeOffset="112358.63">22507 15416 0,'-17'36'46,"-19"17"-30,-17 17 0,-35-17-1,18-18 17,-1 1-17,-17 17 1,35-18-1,-35 18 17,70-36-17,0 1-15,1 0 16,-1-18 0,18 17 62,0 1-47,88 52-15,18-17 15,-88-53-31,35 36 15,53 52 1,-1-35 0,-87-53-1,-18 17 79,53 1-63,18 0-31</inkml:trace>
  <inkml:trace contextRef="#ctx0" brushRef="#br0" timeOffset="113674.86">23301 15505 0,'18'0'15,"35"35"1,-18 141-1,0 1 1,-17-19 0,-1-69 15,-17-54-15,18-35-1,-36-35 32,-17-159-16,35 17-15,0 71 0,0 36-1,18 17 1,-1-18-1,1 18 1,-18 0 0,18-17-1,35 17 1,-18 35 15,0 1 0,71 123 1,-53 35-1,-53-53-15,-35-18-1,-36-34 1,18-19-1,18 1 1,17-18 0,53 0 109,36 35-94,52 159-15,-34 0 15,-36-106 0,-53-52-15,-18-54 46,-17-17-46,-18-36-1</inkml:trace>
  <inkml:trace contextRef="#ctx0" brushRef="#br0" timeOffset="114441.5">24148 15505 0,'0'0'0,"-18"0"16,0 0-16,1 0 15,-19 0 1,36 52 0,0 1 15,0 36-15,0-1-1,0-18 1,0 19-1,36-37 1,-36-16 0,17-36-1,1 17 1,17-17 15,18 0-15,53-17-1,-35 17 1,-54 0 0</inkml:trace>
  <inkml:trace contextRef="#ctx0" brushRef="#br0" timeOffset="115041.23">24342 15628 0,'0'71'78,"-36"105"-47,1-105-15,35-1-1,-18-17 1,1-35-1,-1-18 64,18-36-64</inkml:trace>
  <inkml:trace contextRef="#ctx0" brushRef="#br0" timeOffset="115726.52">24783 15610 0,'-71'18'78,"53"0"-63,-17 52 1,18 18 0,-1-17-1,18-18 1,0-18-16,0 0 16,18 1-1,-1-19 1,18 1-1,18 0 1,18-18 0,-1 0-1,36 0 17,-70 0-17,-19 0 1,-17-18 46</inkml:trace>
  <inkml:trace contextRef="#ctx0" brushRef="#br0" timeOffset="117255.56">25135 15610 0,'-35'0'16,"-35"71"0,34 0-1,1 17 1,35-35-1,0 52 1,35-52 0,-35-17-1,36-36 17,-1 0-17,35-53 1,19-18-1,-54-17 1,-17 35 0,-18 18-1,0 88 63,35 123-46,18-105-1,-36-71 16,19-71-32,-1-17 1,-17 35 0,-18 18-1,0-36 1,0-35 0,0 53-1,-18 18-15,0 17 16,1 1-1,17 87 64,0 107-48,17-107-16,1 54 1,52-1 0,-34-70-16,-1-18 15,-17-17 1,-1 0-16,1-18 16,0-36-1,-1-34 1,-17-18-1,0 35 1,0-35 0,0 35-1,0-18 17,-17 71-32,17-17 15,0-1 1,0 71 93,35 53-93,0 52-1,0-17 1,36-52 0,0-19-1,-19-34 17,-34-36-17,-36 0 79</inkml:trace>
  <inkml:trace contextRef="#ctx0" brushRef="#br0" timeOffset="183693.06">24412 11130 0,'-35'0'282,"0"18"-267,17-18 1,-35 53-1,18-36-15,-18 19 16,18 17 0,17-53-1,0 0 1,18 17 0,18 18-1,0 18 1,17-35-1,0 17 17,71 36-1,-88-71-31,17 35 31,0-17-15,0 17-1,18 53 1,-35-70 0,17 17-1,-35 0 1,0 1 15,0-19-15,-35 1-1,17 0-15,1-18 16,-19 0-16,1 17 16,-88-17-1,52 0 1,1 0 0,-19-17-1,72 17 1,17-18-1</inkml:trace>
  <inkml:trace contextRef="#ctx0" brushRef="#br0" timeOffset="184780.81">24677 11553 0,'0'18'141,"35"158"-110,-17-87-15,-1 52-1,1-71 1,0 19 0,17-37-1,-17 1 16,-1-53-15</inkml:trace>
  <inkml:trace contextRef="#ctx0" brushRef="#br0" timeOffset="185430.41">24677 11430 0,'17'-18'32,"36"18"-1,0 0-16,-17 18 17,-19 17-17,-17 18 1,0 0 0,0 35-1,-35 0 1,35-70-1,-18-18 1</inkml:trace>
  <inkml:trace contextRef="#ctx0" brushRef="#br0" timeOffset="186454.13">25241 11624 0,'18'0'109,"0"-18"-93,34-35-1,-52 1 1,18 34-16,-18-17 16,0 17-1,0 0 16,-18 1-15,1-1 0,-1 0 15,1 18-15,-1 0-1,-17 0 16,17 0-15,-17 0 0,17 36-1,18-19 1,0 19 0,0-1-1,0 18 16,0 0-15,0-18 0,18 36-1,-1-36 1,36 0 0,-17 0-1,-19-17 1,18-18-1,1 0-15,-1 0 16,36 35 0,-1-52-1,-52 17 1</inkml:trace>
  <inkml:trace contextRef="#ctx0" brushRef="#br0" timeOffset="187546.51">25982 11236 0,'0'0'15,"0"-18"1,-18 18 156,1 18-156,-1 0-1,1 35 16,-1-18-15,18 18 0,0-18-1,0 18 1,18 17 0,-1-34-1,1-1 1,-1-17-1,-17-1 1,53-17 0,-17 18-16,17-18 15,-18 0 1,0 0 0</inkml:trace>
  <inkml:trace contextRef="#ctx0" brushRef="#br0" timeOffset="201099.08">26476 11148 0,'-18'0'31,"54"70"63,-19 36-78,1-35-1,0-18 1,-1-18 0</inkml:trace>
  <inkml:trace contextRef="#ctx0" brushRef="#br0" timeOffset="201406.19">26458 10724 0</inkml:trace>
  <inkml:trace contextRef="#ctx0" brushRef="#br0" timeOffset="202069.91">26899 10866 0,'-35'17'47,"0"36"-32,-1 35 1,36 0 0,0 1-1,0 34 1,36 106-1,-1 18 1,-17-17 0,17-36-1,-35-71 1,18-105 0</inkml:trace>
  <inkml:trace contextRef="#ctx0" brushRef="#br0" timeOffset="202536.4">26793 11695 0,'53'0'47,"-35"0"-32,35 0 1,17-36-1,-34 19 1,-1-19 0</inkml:trace>
  <inkml:trace contextRef="#ctx0" brushRef="#br0" timeOffset="203144.04">27323 10954 0,'0'17'47,"-36"19"-32,19-1 1,-19 35 0,19 1-1,17-18 1,0 0-16,0-35 16,0 34-1,17-34 16,1 0-15,17 17 0,18-35-1,0-35 1,-18-1 0,-17 1-1</inkml:trace>
  <inkml:trace contextRef="#ctx0" brushRef="#br0" timeOffset="203575.98">27552 11007 0,'-18'105'46,"18"-16"-30,0 17 0,36-36-1,-19-52 1,-34-18 62</inkml:trace>
  <inkml:trace contextRef="#ctx0" brushRef="#br0" timeOffset="203847.66">27446 10654 0</inkml:trace>
  <inkml:trace contextRef="#ctx0" brushRef="#br0" timeOffset="204984.14">27764 10460 0,'0'88'78,"0"18"-63,0 53 1,17-1 0,-17-69-16,18-19 15,88 54 1,0-71-1,-36-36 1,-17-52 15,18-142 1,-54 107-17,-17 52 1,18 18 15,35 124 0,-36-71-31,19 0 16,17-36 0,-18-34-1,-17-54 1,-1 18-1,-17-53 17,0 36-17,0 52 1,0 71 31,0-18-32,0 1-15,0 34 16,18 212 0,-1-17-1,-17-18 1,-17-53 0,-54-35-1,36-106 1,-36-36-1,54-17 1,-19 0 15,19 0-15,-54-176 0,54 158-16,17-17 15,0-71 16,0 71-15,0 0 0,17-1-1,19-17 1</inkml:trace>
  <inkml:trace contextRef="#ctx0" brushRef="#br0" timeOffset="205722.62">28328 10813 0,'18'0'110,"-1"0"-79,89-36 0,-35-17-15,-36 36-16,18-18 16,17-1-1,-70 19 1</inkml:trace>
  <inkml:trace contextRef="#ctx0" brushRef="#br0" timeOffset="207516.72">27058 10954 0,'0'35'62,"0"53"-31,35 0-15,-17-17 0,-18-18-1,0 0 1,0-36-16,0 1 31,0 0-15</inkml:trace>
  <inkml:trace contextRef="#ctx0" brushRef="#br0" timeOffset="207893.96">27164 10442 0</inkml:trace>
  <inkml:trace contextRef="#ctx0" brushRef="#br0" timeOffset="208929.24">23901 9913 0,'0'35'47,"35"283"-16,53 158-15,-70-370 31,-36-194 15</inkml:trace>
  <inkml:trace contextRef="#ctx0" brushRef="#br0" timeOffset="209540.67">24130 9807 0,'18'0'15,"-36"0"-15,71 0 31,-35 71-15,-18-1 0,0-17 15,-53 35-15,-53-35-1,53-17 1,35-36-1</inkml:trace>
  <inkml:trace contextRef="#ctx0" brushRef="#br0" timeOffset="210045.6">24342 10248 0,'0'0'15,"35"159"1,-35-106 15,18-53 32,-18-18-48,0-70 1,0 35 0,0-17-16,17 52 15,18-70 1</inkml:trace>
  <inkml:trace contextRef="#ctx0" brushRef="#br0" timeOffset="210823.1">24783 10319 0,'0'0'16,"105"-36"0,-69 1-16,17-18 15,35 0 1,-53 18-1,-35 0 1,0-18 0,-18 18 15,1-1-15,-18 19-1,35-1 1,-18 18-1,-17 0 17,17 0-17,0 0 1,1 71 0,-1-18-1,18 17 1,0 1-1,18-1 1,17 18 0,-17-52-1,17-1 17,-17 0-1,17-35-16,-18 0-15,19 0 16,52 0 0,-53-17-1,-35-19 48,0 1-48,18 17 1</inkml:trace>
  <inkml:trace contextRef="#ctx0" brushRef="#br0" timeOffset="211856.02">25453 9842 0,'-18'0'94,"18"18"-79,-17 0 1,-1 17 0,18-17-16,-18 17 15,18 18 1,0-18-16,0 18 15,0-18 1,18-17 0,-18 0 31,18-1-32,17 1 1,-35 0-1,18-1 1,-1 1 0,1-18-16,17 0 15,18 0 1,0-18 0,-35-35-1,17-53 1,-35 18-1,0 18 1,0 17 0,0 35-1,0 0 17,0 1-1,70 52 31,-17 89-46,-35-36 0,17-53-1,-35-17 1,0-1-1,-17-17 32</inkml:trace>
  <inkml:trace contextRef="#ctx0" brushRef="#br0" timeOffset="212095.31">25735 9490 0</inkml:trace>
  <inkml:trace contextRef="#ctx0" brushRef="#br0" timeOffset="212959.09">26158 9578 0,'0'18'16,"-17"-18"-16,-1 17 15,1 1 1,-1 17-1,18-17 32,0-1 0,35 1-31,0 0-1,-17 17 1,0-17 0,-18-1-1,0 36 1,-36 18 0,-34-36-1,-1 0 1,54-17-1</inkml:trace>
  <inkml:trace contextRef="#ctx0" brushRef="#br0" timeOffset="213470.1">26317 9631 0,'35'35'47,"-17"53"-32,0 18 1,17 0 0,-17-71-1</inkml:trace>
  <inkml:trace contextRef="#ctx0" brushRef="#br0" timeOffset="213688.12">26388 9384 0</inkml:trace>
  <inkml:trace contextRef="#ctx0" brushRef="#br0" timeOffset="214405.18">26635 9684 0,'0'0'0,"17"53"16,1-18-1,35 53 1,-35-70-1,17-18 1,53 17 0,-35-17-1,-53-35 1,0 0 15,0 0-15,-18-1-1,1 19 1,-19-1 0,19 18-16,-1 0 15,0 0 1,18-18 93,0-17-93,36 17 15,17 1-31</inkml:trace>
  <inkml:trace contextRef="#ctx0" brushRef="#br0" timeOffset="-214641.75">27040 9543 0,'18'0'47,"17"70"-31,1-17 0,-36 18-1,35-1 1,-17-35-1,-54-87 64,36-19-64,-17-17 16,17 53-15,17 35 15,71 105-15,106 72 0,-88-54-1,-35-52 1,-54-71-1,-17 17 1,0 1 0</inkml:trace>
  <inkml:trace contextRef="#ctx0" brushRef="#br0" timeOffset="-214008.42">25735 10495 0,'18'0'46,"70"18"-30,159-18 0,106-53-1,-18-18 1,-141 18 0,-141 53 15,-53-17-16</inkml:trace>
  <inkml:trace contextRef="#ctx0" brushRef="#br0" timeOffset="-210299.27">24518 16598 0,'-35'0'94,"-71"53"-79,-35 88 1,88-53 15,35-35-15,89 0-1,-18-35 1,53 70 0,-18-35-1,123 35 1,-87-17-1,-89-36 1,-17-35-16,-18 18 16,0-1 31,-106 19-32,35-19 16,-17-17-15,-18 0 0,71 0-1,17 0 48</inkml:trace>
  <inkml:trace contextRef="#ctx0" brushRef="#br0" timeOffset="-209493.43">24906 17374 0,'0'0'0,"35"0"15,1 0 1,-1 0-1,18 18 1,0-18 0,35-18-1,18-70 17,35-71-1,-141 106-16,-18 1 1,-17 52 0,0 0-1,-18-18 1,18 18 0,-1 0-1,1 0 1,35 35-1,-18-17 1,18 17 0,0-17-1,0 17 17,0-17-32,0-1 15,0 1 1,89 105 15,-19-105-15,-17 70-1,35 0 1,-35-52 0,0-1-1,0-35 1,17 0 15,1-53-15,-53 0-1,-36 35 1</inkml:trace>
  <inkml:trace contextRef="#ctx0" brushRef="#br0" timeOffset="-208362.82">25788 17092 0,'18'88'62,"-1"0"-46,-17-35 0,18 0 15,-18-141 47,0 0-62,88-18-1,18 71 1,-53 17-1,-18 18 17,18 88-1,0 89 0,-35-89 0,-18-70 1,0-71 15,-18 0-32,18-18 1,0 1-1,35-19 17,-17 72-17,70 140 32,-53-105-31,1 52-1,-19-17 1,-17-17 0,18-36-1,0 0 157,-36 0-78</inkml:trace>
  <inkml:trace contextRef="#ctx0" brushRef="#br0" timeOffset="-207677.77">26564 16916 0,'0'-18'16,"-17"0"0,17 1-1,-18 17 48,0 0-48,-35 0 1,53 35 0,0-17-1,-17 52 1,17-52 0,0 0-1,0-1 1,0 1 15,0-1 63,0 1-63</inkml:trace>
  <inkml:trace contextRef="#ctx0" brushRef="#br0" timeOffset="-207129.55">26987 16933 0,'-17'0'31,"-1"18"-15,1 88-1,17-18 17,0-35-32,0 0 15,0 0-15,17 0 16,1-36 0,-1-17-1,-34-17 48,-1-19-48,18-17-15</inkml:trace>
  <inkml:trace contextRef="#ctx0" brushRef="#br0" timeOffset="-206915.84">26882 16704 0,'-18'0'63</inkml:trace>
  <inkml:trace contextRef="#ctx0" brushRef="#br0" timeOffset="-206412.22">27058 16510 0,'18'0'47,"17"88"-32,-17 89 1,17 52-1,-17-141 1,-18-17-16,52 34 31,-34-69-15,0-36 0,-18-18 46</inkml:trace>
  <inkml:trace contextRef="#ctx0" brushRef="#br0" timeOffset="-205780.26">27129 17022 0,'17'0'32,"1"0"-17,35 0 1,35-18-1,0 0 1,53 1 0,-123 17-16,17 0 15,-35-18 110,0 36-31,18 52-78,17 18-1,0 71 1,-35-141 0,-17-36 46</inkml:trace>
  <inkml:trace contextRef="#ctx0" brushRef="#br0" timeOffset="-205496.46">27640 16528 0,'0'-18'31</inkml:trace>
  <inkml:trace contextRef="#ctx0" brushRef="#br0" timeOffset="-204947.01">27852 16845 0,'35'18'16,"-17"-18"0,17 88-1,18 35 1,-18-17 0,18-18-1,-53-123 48,18-18-48,-18 18 1,35-18 0,-17-35-1,-18 70 1,-18 1-16</inkml:trace>
  <inkml:trace contextRef="#ctx0" brushRef="#br0" timeOffset="-204617.43">28310 16933 0,'0'0'0,"36"18"31,34 88-15,-34 0-1,-1-53 1,18-1-1,-53-34 1,-71-71 47</inkml:trace>
  <inkml:trace contextRef="#ctx0" brushRef="#br0" timeOffset="-204413.72">28363 16739 0</inkml:trace>
  <inkml:trace contextRef="#ctx0" brushRef="#br0" timeOffset="-203564.75">28522 16334 0,'18'0'47,"-1"0"-32,19 53 1,34 141 0,36 88-1,-18-18 1,-17-140-1,-54-89 1,19-105 47,-19-1-48,-17 53 1,18 18-1,0 71 1,35 88 0,-18-54-1,0-175 48,-35-71-32,0 88 0,0 194 1,0 71-17,18-1 1,-18-34-1,-18-107 1,-17-34 0,17-36-1,18 17 1,-17-17 15,-36-70-15,17 17-16</inkml:trace>
  <inkml:trace contextRef="#ctx0" brushRef="#br0" timeOffset="-203072.22">28928 16633 0,'17'0'32,"19"0"-32,-1-35 15,36 18 1,-1-36-1,-35 17 1,-17 36 31,0-17 0,-1 17-32,1-18 1</inkml:trace>
  <inkml:trace contextRef="#ctx0" brushRef="#br0" timeOffset="-156284.92">16898 15187 0,'71'0'93,"17"35"-77,-18-17 0,89 0-1,-71-1-15,-17-17 16,88 0-1,-71 0 17,-71 0-1,19 0 16,34 0-32,-17 18 1,-18-18 0</inkml:trace>
  <inkml:trace contextRef="#ctx0" brushRef="#br0" timeOffset="-155675.75">17621 15011 0,'18'0'46,"35"17"-30,53 54 0,-53-1-1,-1-52 1,-52 17 15,0 89-15,-70-54 15,-36 1 0,71-53-15,17-18 46</inkml:trace>
  <inkml:trace contextRef="#ctx0" brushRef="#br0" timeOffset="-154857.46">17551 16810 0,'-36'0'63,"-122"159"-32,52-89-15,-88 18-1,106-17 1,17-18-1</inkml:trace>
  <inkml:trace contextRef="#ctx0" brushRef="#br0" timeOffset="-154190.5">17251 16775 0,'53'0'78,"176"17"-47,-105-17 1,-124 18-1,17 35 0,-17 0-15,0-36-1,-35 54 17,17-53-32,1 17 31</inkml:trace>
  <inkml:trace contextRef="#ctx0" brushRef="#br0" timeOffset="-153526.09">19068 16422 0,'-106'247'31,"212"-494"-31,-406 847 16,194-424-1,53-88 17</inkml:trace>
  <inkml:trace contextRef="#ctx0" brushRef="#br0" timeOffset="-152636.98">18750 16722 0,'35'0'62,"107"-71"-31,-19-35 1,-35 53-17,-35 0 1,-35 53-1,-1 36 126,1 34-125,-18 1-1,35 17 1,-17-53 15,0 1-15</inkml:trace>
  <inkml:trace contextRef="#ctx0" brushRef="#br0" timeOffset="-139601.65">4780 11889 0,'-18'0'110,"18"158"-79,0 54 0,0-36 1,0-17-17,18 194 16,-18-177-15,-18 36 0,-52 105-1,35-193 1,-18 105 0,0-70 15,0 53-16,-18-18 1,36 53 0,0-106-1,35-35 17,0 141-1,0-124-16,0 36 1,0-18 0,-35-71-1,35-34 1,0-19-16,0 1 62,0 17-46,17-17 0,18 0 15,1 52 0,52 89 0,-70-159 1</inkml:trace>
  <inkml:trace contextRef="#ctx0" brushRef="#br0" timeOffset="-138654.22">3387 16069 0,'53'0'125,"35"18"-110,-35-1 1,17 19-1,177-19 1,18-17 0,158 18 15,71-18-31,-265 0 0,36 0 16,229 35 15,-247-35-31,0 0 0,176 0 31,-247 0-31,1 0 16,158 18-1,-123-1 1,-18 1 0,-71-18-1,300 18 16,-211-18-15,0 0 0,-1 0-1,-105 17 17,35 1-32,106 17 15,-123 1-15,123-1 16,-53-18 15,-177-17-15</inkml:trace>
  <inkml:trace contextRef="#ctx0" brushRef="#br0" timeOffset="-134300.97">4621 15963 0,'18'0'78,"0"-35"-31,35-36-16,-36 18-31,1 36 15,-1-54 1,-17 36 0,53-36-1,-35 1 1,0-1 0,17 18-1,0-17 1,1-18-1,16 35 1,-16-35 0,17 35-1,-53 17 1,17-34 15,-17 52-15,36-52-1,16 17 1,-52-18 0,18 53-1,0-17 1,-1-18 0,19-17-1,-19 17 1,19-35-1,-19 17 1,1 53 0,-18 1-16,0-1 15,17-35 1,1 0 15,-18 18-15,18 0-1,35-18 1,-36 18 0,1-1-1,0 19-15,-18-1 16,35-35 0,18 0-1,-36 18-15,-17 0 16,36-1-1,-19 19-15,19-36 16,-19 17 0,19 19-1,-1-36 1,35 18 15,-17-18-15,18 17-1,-18 1 1,0-18 0,0 36-1,0-19 1,17 1 0,-35 0-16,71-18 15,-35 18 1,-1-1-1,-34 1 1,52 0 0,-35-36-1,17 54 1,1-19 15,-1-17-15,-17 18-1,35 0 1,54-18 0,-125 53-1,124 0 1,0 0 0,-52-18-1,16-17 1,-34 17-1,0 1 1,-19 17 0,1 0-1,36 0 1,-54 0 0,0 0-1,-17-18-15,35 18 16,-18 0-16,-17 0 15,105 0 1,-35 0 0,0 0-1,18 0 1,18 0 0,-54 0-1,1 0 1,-18 0-1,0 0 1,-18 0 15,-17 0-15,17 0 0,18 0 15,0 0-16,-18 0 1</inkml:trace>
  <inkml:trace contextRef="#ctx0" brushRef="#br1" timeOffset="-120057.91">3792 16492 0,'18'0'156,"0"0"-140,17 0-1,-17 0 1,-1 0-1,36 0 1,-35-17 0,17-19 15,-17 19-15,17-18-1,0 35 1,-17-36 15,-18 19-15,17 17-1,1-18 17,17 0-17,-17 1 16,0 17-15,-1-18 0,1 18-1,0-18 17,17 1-17,-17-1-15,-1 18 16,1-18-1,35-17 1,-36 35 0,-17-17-1,18 17 1,0-18 15,17 0 0,18-17-15,17 35 0,-52 0-16,17-18 15,71-35 1,-53 36 0,0-1-1,-35 18 16,17-35-15,0 35 15,-35-18-15,53-17 0,-18 17-1,1 1 1,-1-1-1,0 0-15,71 1 16,-88-1 0,-18 1-1,17-1 1,1 0 0,17 1-1,18-1 16,-18-35-15,36 35 15,-36-17-15,1 35-16,-19 0 16,71-70-1,71-19 16,-106 54-15,0 17 0,35-17-1,-17-35 1,17 34 15,0 19-31,0-54 31,89-17 1,-142 70-17,0 1-15,36-36 16,-18 35 0,53-35-1,-18 18 1,0-18-1,-35 18 1,0-1 0,-18 19-1,0-1 17,71-35-17,-53 18 1,35 0-1,-70 35-15,70-36 16,0-34 0,-17 17-1,-1 35 1,19-17 0,-1-18-1,0 35 1,-17 1-1,17-1 1,-18-17 0,-17 17-1,35-35 1,-35 36-16,35-19 31,-17 36-15,0-35-1,-36 18 1,18-19 0,17 1-1,19-18 1,-37 35 0,37-17-1,-36 18 1,-36-19-16,36 1 31,53-18-15,-35 18-1,-1 35 1,36-36 0,-36 36-1,-34-17 16,34-18-15,18-1 0,1 1-1,-19 17 1,54-52 15,-107 70-31,54-53 31,-1 35-15,-34-17 0,34-18-1,18 18 1,-35 0 0,18-18-1,-18 53 1,0-53-1,0 17 17,-18 19-32,0-1 15,71-17 1,-53 17 0,0 18-1,35-35 1,-17 17-1,-1 1 1,-34-19 0,-1 1-1,18 35 1,-36-18 0,19 1-1,-1-1 1,35 18 15,-34-17-15,17-1-1,-18 18 1,0 0 0,-17-18-1,17 1 1,-17 17-1,-1 0 1</inkml:trace>
  <inkml:trace contextRef="#ctx0" brushRef="#br2" timeOffset="-97544.25">4480 16281 0,'18'0'172,"17"-18"-141,-17-17-16,-1-1 1,1 19 0,0 17-1,-18-18 1,17-17 0,1 17-1,0 1 16,-1-19-15,1 19 0,0-1-1,-18 0 1,35-17 15,-18 18-15,19-19-1,17 19 1,-18-1 0,-35 0-1,18 1 1,-1 17 0,1-18-1,0 0 1,-1 18-1,18-17-15,-17-1 32,0 1-32,-18-1 47,17 0-32,1 1 1,0-1-1,-1 0 1,1 18 0,0-35-1,17 17 1,-18 1-16,1-19 16,0 1-1,35 35 1,-36-35-1,1 35 17,0-18-17,-1-17 17,1 17-17,-1 1 16,1-1-15,0 0-16,-1 1 16,-17-1-1,18 1 1,0-1 0,-18 0-1,35 1 1,-35-1-1,35-17 1,18-1 0,35 1-1,-70 0 17,88-36-17,-71 36 1,89-53-1,-54 35 1,-35 35 0,18-35-1,-17 18 1,-19 17 0,19-34-1,-1 16 32,0 1-31,-17 17-16,52 1 31,18-89 0,-35 88-15,18-35 15,-53 36-15,-1-19-1,18 36 1,-35-17 0,36-1-1,-19-17 1,1 35-1,17-35-15,1 17 32,-1-17-32,18 35 31,-36-36-15,54 19 15,0-36-16,-36 35 1,35-17 0,-17 0-1,53 17 1,-35-35 0,-18 35-16,-18 18 15,-17-17-15,17 17 16,-18-18-1,19 1-15,-19-1 32,19 18-17,-19-35 1,36-1 15,71 1-15,-71 17 15,-18 1-15,18-1-1,17 0 1,-52 18 0,0 0-16,17 0 15,0-35 1,0 35-1,18-17 1,-17-1 15,105 0 1,0-17-1,-71 17 0,-34 18-31,-19 0 16,72-17-1,-37 17 1,72-36 15,-89 36-15,18 0 15,-18 0-15,18-17-1,-17-1 1,16 18 0,1 0-1,0-17 1,0 17 187,-53-18-187,18 18-1,17-18 1,0 1-1,18 17 1,0-36 0,0 36-1,-53-17 1,35 17 171,-17-18-155</inkml:trace>
  <inkml:trace contextRef="#ctx0" brushRef="#br2" timeOffset="-83866.94">4674 15893 0,'0'-18'360,"0"0"-345,0 1 1,0-1 0,0 0-1,0 1 17,-17-1-17,17 1 16,0-1 157,0 0-141,0-17-16,0 17 78,0-17 16,17 35-93,-17-35-1,18-1 0,-18 19-15,18 17-1,-18-18 1,0 1 0,0-19 15,0 19-15,17-1-1,-17 0 1,0 1 15,0-1-15,0 0-1,0 1 32,18-1-31,-18-17 31,0 17-16,0 1-15,0-1-16,0-17 31,0 17-16,0 0 1,0 1 15,0-18 32,17 17-32,1-17 0,0-18 1,-18 35-17,0 0 1,0-17-1,17 0 1,-17 17 0,0 1-1,18-19 48,-18 19-1,0-1-46,0 0 31,0 1-32,0-1 1,0 0 0,0 1-1,18-1 32,-18-17-31,17 0 15,1 17-15,-18 0-1,0 1 1,0-1 15,0 0-15,0 1-16,0-1 31,0 1-15,0-19-1,0 19 48,0-1-48,0 0-15,35-35 32,-17 0-17,0 18 1,-18 18 0,0-1 15,0-17 31,0 17-30,0 0-32,0 1 31,0-1 0,0-17-15,0 17-1,0 1 1,0-1 0,0 0-1,0 1 1,0-1 46,0 0-46,0 1 31,0-1-47,0 0 15,0 1 48,0-1-47,0-17 93,0 17-78,17 18-15,-17-17-1,0-1 1,0 0 0,18-17-1,-18 0 48,17-1-32,-17 19-31,36-18 31,-36-1 1,0 19-17,17-19 16,-17 19-15,0-1 0,18 0-1,-18 1 32,0-1-16,0 1-15,0-1 0,0 0-1,0 1 1,18-1 0,-18 0 15,17 18 63,1 0-63,-18-17 16,35-1-32,-35 0 17,18 1-1,-1-1-16,1 18 1,17-17 0,-17-1-1,0 18 1,-1-18 0,-17-17 15,36 35-16,-19 0 1,1-18 0,-1 1-1,1 17 17,17-18-1,-35 0-16,0 1 48,36 17-47,-19-18-1,-17 0 16,36-34 110,-36 34-110,17 0-15,1 1 46,0-1-46,-18 0 15,17 18-15,1-17 46,-1-19-46,19 19 15,-19-1-15,1 18 15,0-17-15,17-1-1,-17 0 1,17 1-16,-18 17 16,1-36-1,17 36 1,-35-17 15,36-1 16,-19 0-31,1 18-1,17-35 1,-35 0 0,18 17 15,-1 1-16,19-1 1,17 0 0,-18 1-1,-17 17 1,17 0 0,-17-18 15,34 0-16,-34 18 1,0 0-16,-1 0 16,1-17-1,0 17 1,17 0 0,0 0-1,36-18 1,17 18-1,-35 0 1,-36 0-16,1 0 16,53-18-1,-36 18-15,0 0 16,1 0-16,-1 0 16,35-17-1,-34 17 16,-1 0-15,0 0 0,0 0-1,18 0 1,-17 0 0,-1 0-1,-17 0 1,17 0-1,0 0 1,0 0-16,-17 0 16,88 0-1,-18 0 1,-17 0 0,-36 0-1,0 0-15,18 0 31,0 0-15,-18 0 0,1 0-1,-1 0 1,0 0 0,0 0-1,1 0 16,-1 0-15,18 0-16,-35 0 16,52 0-1,-17 0-15,0 0 16,17 0 0,-34 0-1,-1 0 16,18 0-15,0 0 0,-18 0-1,0 0 1,1 0 0,17 0-1,-18 0 16,18 17-15,-36-17 0,19 0-1,-1 0 1,18 0 0,-18 0-1,-17 0 16,-1 0-15,1 0 15,17 0-15,-17 0-16,0 18 16,35-18-1,-1 18 1,19-18-1,17 17 1,-52-17 0,34 0-1,36 18 1,-36 17 0,-17-35-1,0 0 16,-17 0-15,-1 0-16,-18 0 16,36 18-1,-17-18 1,-19 0 15,1 0-15,0 0 15,17 0-15,-17 0-1,52 0 1,-17 0 0,18 0 15,-36 0 0,0 18-15,0-18-1,-17 0 17</inkml:trace>
  <inkml:trace contextRef="#ctx0" brushRef="#br2" timeOffset="-82119.58">10195 12241 0,'18'18'172,"35"0"-140,-36-1-1,36 1 0,0 17-15,-17-17-1,-1 17 1,-18-35 0,1 18 62,-36-1 140,-17 72-186,-18-36-1,36-36 0,-36 18 16,0-17-31,0 0-1,53-1-15,-18-17 16</inkml:trace>
  <inkml:trace contextRef="#ctx0" brushRef="#br2" timeOffset="-61188.76">4674 11624 0,'-53'53'78,"18"35"-62,-53 18-1,0 0 1,88-89 0,0 1-1,-18-18 79,18-88-78,35-53-1,1 53 1,-1 52 0,-17 19-1,-1 17 63,18 0-78,36 70 16,-18 1 0,17-1-1,-70-34 1</inkml:trace>
  <inkml:trace contextRef="#ctx0" brushRef="#br2" timeOffset="-60544.26">4180 10777 0</inkml:trace>
  <inkml:trace contextRef="#ctx0" brushRef="#br2" timeOffset="-60322.51">4180 10777 0,'53'53'46,"-17"88"-30,-19-70 0,19-18 15,-36-18-15</inkml:trace>
  <inkml:trace contextRef="#ctx0" brushRef="#br2" timeOffset="-59823.1">4075 10777 0,'70'0'62,"1"0"-46,-1 0 0,-17-17 15</inkml:trace>
  <inkml:trace contextRef="#ctx0" brushRef="#br2" timeOffset="-58773.44">4710 10777 0,'0'71'15,"0"17"1,0 0 0,0 0-1,0-17 1,0-124 78,0-17-79,0-19 1,0 19-1,0-1 1,17 36 0,-17 0-1,0-1 1,18 19-16,-18-1 16,0 1-1,17 17 1,1 0 15,-18 17 0,18 1 1,-18 70-17,-18-17 1,-17-36-1,17-18 1,36 1 78,-1 0-79,36 17 1,36 18 0,-36 0-1,-1-53 17,-52 17 14</inkml:trace>
  <inkml:trace contextRef="#ctx0" brushRef="#br2" timeOffset="-57107.16">5309 10654 0,'0'123'31,"18"-52"-15,0 35-1,-18-18 1,17-35 0,1-53 15,-18-53 219,17 18-235,-17-1 1,0 1 0,0-18-1,0 0 17,0 36-32,18-36 15,0-18 1,-1 36-1,-17 0 17,18 17-17,-18 0 1,0 1 0,18 17 202,-1 0-46,1 0-156,0 35-1,-18-17 1,17 17-16,-17-17 16,-17 105-1,-54-52 1,53-36 0,18-18-16,-17-17 15,17 18 79,88 88-63,-70-71-15,17 36-1,0-36-15,18 36 16,-35-71 0</inkml:trace>
  <inkml:trace contextRef="#ctx0" brushRef="#br2" timeOffset="-56158.43">10672 15998 0,'0'53'47,"17"88"-31,18 54-1,-17-37 1,0-122 0,-18-19-1,0-34 16,-53-54-15,53 36 0</inkml:trace>
  <inkml:trace contextRef="#ctx0" brushRef="#br2" timeOffset="-55775.8">10654 16087 0,'18'0'78,"105"-36"-47,0 1 1,-105 35-1,-36 0 16</inkml:trace>
  <inkml:trace contextRef="#ctx0" brushRef="#br2" timeOffset="-55418.97">10742 16263 0,'0'18'32,"0"-36"-32,35 36 62,18-18-46,-35 0-16,35 0 15,-18 0 1,0 0-16</inkml:trace>
  <inkml:trace contextRef="#ctx0" brushRef="#br2" timeOffset="-54122.29">11095 16122 0,'17'0'47,"1"141"-15,17 124-1,1-195-16,-19-35 1,-34-52 47,17-1-48,0-17-15,0-18 16,0-70-1,0 52 1,0 0 0,0 18-1,0 1 1,0 34 0,17-17 15,-17-1-16,18 19 1,0 17 0,-1 0-1,19 0 1,-1 35 0,-18 0-1,-17-17 1,0 35-1,0 0 1,-17-18 0,-1 0-1,1-35 1,-1 18 0,88 35 155,89 106-139,-124-124-17,54 71 1,-19-36 15</inkml:trace>
  <inkml:trace contextRef="#ctx0" brushRef="#br2" timeOffset="-52011.47">10918 16457 0,'18'53'47,"0"35"-32,-18 0 1,0 18 0,0 0-1,0-88 1,-18-71 78,18-88-63,-18 105-16,18-34 1,0 52 0,0-35-1,0 18 1,0 17 0,18-17-1,0 17 1,-18-17-1,17 35 1,1-35 0,-18 17-1,18 18 1,-18-17 0,17 17 109,1 35-110,-18-17 1,0-1-1,0 18 1,-35 54 0,17-54-1,-17 18 1,52-18 140,36-17-140,-17 52-1,-1 1 1,18-18 0,-36 35-1,-17-70 1,18-1 0,-18-34 77,-18-72-93</inkml:trace>
  <inkml:trace contextRef="#ctx0" brushRef="#br2" timeOffset="-47976.51">4498 12594 0,'18'0'94,"70"0"-78,-35 0-1,17 0 17,-52-17-17</inkml:trace>
  <inkml:trace contextRef="#ctx0" brushRef="#br2" timeOffset="-47428.88">4586 12771 0,'53'0'47,"0"0"-32,17 0 1,-34 0-1,-19 0 17</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4-03T15:59:41.823"/>
    </inkml:context>
    <inkml:brush xml:id="br0">
      <inkml:brushProperty name="width" value="0.05292" units="cm"/>
      <inkml:brushProperty name="height" value="0.05292" units="cm"/>
      <inkml:brushProperty name="color" value="#00B050"/>
    </inkml:brush>
  </inkml:definitions>
  <inkml:trace contextRef="#ctx0" brushRef="#br0">14323 4886 0,'17'0'157,"72"-18"-126,69-17 0,1 17 0,0 18 1,-89 0-17,19 0 1,16 0-1,-16 0 1,52 0 0,-106 0-16,0 0 15,-17 0-15,0 0 16,17 0 93,71 0-77,-18 0-17,53 0 16,-123 0-31,17 0 16,18 18 0,0-18-16,17 18 15,18-18 1,-35 0 0,0 0-1,36 0 1,-19 0-1,18 0 1,-35 0 0,-18 0-1,-17 0 95,0 0-95,17 0 1,53 0 15,-70 0-15,-1 0-1,1 0 157,0 0-109,35 0 77,17 0-124,-17 0-16,282 0 31,89 0-15,-142 0 0,176 0 15,-246 0-16,-106 0 1,0 0 0,-53 0-1,-36 0 1,1 0 0,0 0 30,-1 0-30,71 0 0,89 0 15,-107 0-15,1 0-1,35 0 1,-36 0-1,19 0 1,-54 0 0,35 0-1,-17 0 1,-35 0 0,35 0 15,-18 0-16,53 17 1,-52-17 0,87 0 15,-70 0-15,0 18 15,0-18 0</inkml:trace>
  <inkml:trace contextRef="#ctx0" brushRef="#br0" timeOffset="2549.77">22719 4798 0,'0'0'0,"18"0"94,-1 0-79,18 0 1,142 0 15,-54-18-15,124 18-1,53 0 1,0 0 0,17 0-1,-70 0 1,-141 0 0,-18 0 15,-70 0 0,88 0-15,-53 0-1,88 0 17,35 0-17,-35 0 1,18 18-1,-53 17 1,-35-17 0,17-18-1,-53 0-15,53 17 16,71 19 31,-71-36-32,-70 0 1,-1 0 0,36 0-1,-17 17 1,17 1 0,-1-18-1,37 18 1,-54-18-16,18 0 15,53 0 1,-36 17 0,36 1-1,0-1 1,0-17 0,-36 0-1,-34 18 16,34-18-15,89 18 15,0-1 1,-106-17-17,35 0 1,-35 0-16,-18 0 15,71 0 1,-89 0-16,72 0 16,34 18-1,36-18 1,0 0 0,-36 0-1,-17 18 16,70-18-15,18 0 15,-105 17-31,-1-17 16,0 0-16,0 0 16,230 18-1,-213-18 16,-34 0-15,35 0 0,-18 0-1,-17 0 1,52 0 0,-35 0 15,0 0-16,18 0 1,-88 0 0,0 0-16,70 0 31,-35 0-15,-18 0-1,-17 0 1</inkml:trace>
  <inkml:trace contextRef="#ctx0" brushRef="#br0" timeOffset="4795.87">3545 5697 0,'36'18'93,"34"0"-77,54-18 0,-18 0 15,-18 0-31,335 0 31,-141 0-15,-123 0-16,-18 0 15,124 0 1,-159 0-16,-1 0 16,-52 0-1,-17 0 1,17 0 93</inkml:trace>
  <inkml:trace contextRef="#ctx0" brushRef="#br0" timeOffset="8461.86">10495 5609 0,'35'0'94,"36"0"-78,-36-17-16,1-1 15,52 18 1,0 0 0,0 0-1,-17 0 1,17 0-16,35 0 31,-87 0-31,69 0 16,-34 0-1,17 0 1,18 0 0,-53 0-1,-35 0 1,17 0-1,0 0 1,-17 0 0,70 0-1,-53 0 1,18 0 0,0 0-16,-18 0 15,71 0 1,-88 0-1,88 18 1,-36-18 0,1 0-1,35 0 1,-36 0 0,18 0-1,1 0 1,-37 0-1,37 0 1,-19 0 0,18 0-1,-17 0 1,0 0 0,-36 0-16,53 0 15,-35 0 1,53 0-1,-36 0 17,-17 0-17,0 0 1,35 0 0,18 0-1,0 0 1,88 0-1,-141 17-15,17-17 16,-17 0-16,-17 0 16,158 0-1,-106 0 1,-18 0 0,-34 0-1,-19 0 95,1 0-95,17 0-15,-17 0 16,105 0-1,-52 0 1,35 18 0,53 17-1,-54-35 1,-69 18 0,-19-18-1</inkml:trace>
  <inkml:trace contextRef="#ctx0" brushRef="#br0" timeOffset="-200782.64">18785 12859 0,'0'-18'31,"-17"0"47</inkml:trace>
  <inkml:trace contextRef="#ctx0" brushRef="#br0" timeOffset="-15379.51">30127 13529 0</inkml:trace>
  <inkml:trace contextRef="#ctx0" brushRef="#br0" timeOffset="67278.42">11042 6385 0,'35'0'156,"-17"0"-109,17 0-31,-17 0-16,-1 0 15,1 0 1,0 18 0,-1-18-16,1 18 31,0-18-15,17 0 15,0 0-16,53 0 17,1 0-17,-1 0 1,0 17 0,18 1-1,35-1 1,-35 1-1,-36 0 1,1-1 15,-1-17-15,-52 18 0,17-18-1,36 0 1,-1 18-1,-34-36 1,34 18 0,107 0 15,34 0-15,-34 0-1,-71 0 16,-18 0-15,0 0 0,18 0-1,-36 0 1,36 0 0,35 0-1,-35 0 1,0 0-1,0 0 1,35 0 0,0 0-1,53 0 1,-106 0-16,53 0 16,53 0-1,-53 0 1,-52 0-1,34 0 1,-17-18 15,-36 1-31,-17 17 32,36 0-17,-36 0 1,17 0-1,18 0 1,-35 0-16,18 0 16,-1 0-1,18 0 1,18 0 0,53 0-1,-35 0 1,-19 0-1,19-18 1,-1 0 15,160 18-15,-213 0-16,18 0 31,142 0-15,-107-17-1,1 17 1,-36 0 0,229 0-1,-105 0 1,-18 0 0,18 0-1,-36 0 16,-53 0-15,54 0 0,-36 0-1,-53 0 1,0 0 0,-17-18-1,-18 1-15,-18 17 16,89-36-1,-54 36 1,36-35 0,-35 17-1,-54 18 1,1-17 0</inkml:trace>
  <inkml:trace contextRef="#ctx0" brushRef="#br0" timeOffset="71421.18">7179 6491 0,'53'-35'141,"17"17"-126,54 18 1,70 0 0,35 0 15,248 0 0,-389 0-31,176 0 31,-140 0 1,-89 0-17,18 0 1,-18 0 0,18 0-1,18 0 1,17 18-1,-35-18 17,141 17-17,-159-17-15,18 0 32,141 18-1,-123 0-16,-36-18 1,18 0 0,17 0-1,19 17 1,-19-17 0,18 0-1,18 0 1,-53 0 15,106 0-15,-124 0-16,18 0 31,0 0-15,-35 0-1,17 0 1,35 0 15,-52 0-15,17 0-1,1 0 1,-19 0 0,1 0 140,0-17-141,-1 17-15,-17-18 32,18 18-17,-18-18 157,17 1-156,-17-1-1,18 18 1,17-35 0,-17 35-1,-18-18 1,18-17 234,-1 35-188,-17-18-30,0 1-17,18-1 1</inkml:trace>
  <inkml:trace contextRef="#ctx0" brushRef="#br0" timeOffset="85351.39">30427 7056 0,'35'0'94,"54"0"-78,87 0-1,71 0 1,-35 0 15,-36 0-15,-123 0-1</inkml:trace>
  <inkml:trace contextRef="#ctx0" brushRef="#br0" timeOffset="89113.71">21855 7179 0,'52'0'172,"125"0"-141,-71 0 0,88 0 0,-88 0-15,-18 0 0,-18 0-1,-17 0 1,-17 18-16,-1-18 15,35 17 1,-17-17 0,18 0-1,-1 0 1,36 18 0,-35 0-1,-1-18 1,36 17-1,0 1 17,-53-18-32,0 0 15,-18 17-15,0-17 16,36 18 0,-53-18-1,70 0 1,0 18-1,0-18 1,36 0 0,-1 17-1,-52 1 1,17-18 0,-53 0-16,0 0 15,71 0 1,-88 0-16,35 0 15,0 0 1,35 0 0,35 0-1,18 0 1,-52 0 0,52-18-1,-53 1 1,0-19-1,0 36 1,18-17 0,-18-1-1,-17 1 1,17-1 0,-70 18-16,70 0 15,-70 0 79</inkml:trace>
  <inkml:trace contextRef="#ctx0" brushRef="#br0" timeOffset="98762.83">8184 7867 0,'36'0'157,"34"0"-142,71 0 1,-17 0 15,-36 0-15,53 0-1,-70 0 1,-36-18 0,-17 1 77,158-1-61,-35 18-1,36 0 0,-89 0-15,0 0-1,18 18 1,0-1 0,17 1-1,36 0 1,35 17 0,35 0-1,-52-17 1,34-1-1,-87 1 1,-36 0 0,-53-1-16,36-17 15,35 18 1,-1 0 0,54-1 15,-18 1-16,-70-18 1,-1 0 0,-34 0-16,-1 0 15,53 0 1,0 0 0,-35 0-16,0 0 15,88 0 1,-88 0-16,35-18 15,-17 1 1,-1 17 0,1-18-1,0 18 1,-1 0 0,36 0-1,-36 0 16,-34 0-15,34 0 0,-17 0-1,18 0 1,-18 0 0,35 0-1,-70 0-15,87 0 16,-16 0-1,-19 0 1,18 0 0,36 0-1,35 0 1,-36 0 0,-35 0 15,36 0-16,-71 0 1,17 0 0,18 0-1,-52-18-15,17 18 16,70-17 0,-52-1-1,-36 0 1,0 1-1,18 17 1,53-18 0,-36 18-1,1 0 1,-18-18 0,17 1 15,1 17-16,-36 0-15,1 0 16,158 0 0,-89 0-1,-52 0 1,-35 0 0,0 0-1,17 0 48,53-18-48,71 18 32,53 0-16,-71 0-15,-36 0 0,-69 0-1,-1 0 1,-17 0 0,17 0-1,35 0 1,-17 0-1,0 0 1</inkml:trace>
  <inkml:trace contextRef="#ctx0" brushRef="#br0" timeOffset="108170.26">12771 8590 0,'35'0'313,"53"0"-298,-35 0 1,17 0 15,-34 0-31,-19 0 16,89 0 0,-18 0-1,-17 0 1,-36 0-16,18 0 15,0 0 1,0 0 0,-35 0 31,17 0-32,0 0 1,18 0-1,-18 0 1,18 0 15,36 0-15,-72 0 0,1 0-1,-1 0 1,1 0 62,0 0 31,-1 0-93,1 0 0,17 0 15</inkml:trace>
  <inkml:trace contextRef="#ctx0" brushRef="#br0" timeOffset="119815.86">2593 11007 0,'0'0'0,"18"0"32,-18 17-17,52-17 1,-16 0 15,34 0-15,1 0-1,35 0 1,105 0 0,54 0-1,-106 0 1,-18 0 0,247 0-1,35 0 16,-105 0 1,-248 0-17,1 0 1,-18 18 0,0 0-1,17-18 1,18 0-1,-70 0-15,53 0 32,105 17-1,-88-17-15,-17 0-1,17 0 1,0 0-1,0 0 1,0-35 0,-52 17-1,-1 18 1</inkml:trace>
  <inkml:trace contextRef="#ctx0" brushRef="#br0" timeOffset="122516.79">13917 10954 0,'18'0'109,"105"0"-93,18 0-1,36-18 1,34 18 0,54 0-1,-18 0 1,-18 0-1,36 0 17,-18 0-17,-53 0 1,-18 18 0,-70-18-1,0 17 1,-36-17-1,124 0 1,-88 0 15,-35 0-15,-1 0 0,19 0-1,-19 0 1,1 0-1,-36 0 1,18 0 15,-36 0-15,1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7D47B-3D30-48BB-9222-031225634361}" type="datetimeFigureOut">
              <a:rPr lang="en-US" smtClean="0"/>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5F7184-0EBB-4C96-9F51-B145A9CC736D}" type="slidenum">
              <a:rPr lang="en-US" smtClean="0"/>
              <a:t>‹#›</a:t>
            </a:fld>
            <a:endParaRPr lang="en-US"/>
          </a:p>
        </p:txBody>
      </p:sp>
    </p:spTree>
    <p:extLst>
      <p:ext uri="{BB962C8B-B14F-4D97-AF65-F5344CB8AC3E}">
        <p14:creationId xmlns:p14="http://schemas.microsoft.com/office/powerpoint/2010/main" val="3182739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3411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45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4168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2751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8349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8893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1076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2804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086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1221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8398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21959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4544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695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93708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29403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3009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47216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97613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4881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4242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4AC57-C7FC-1E6D-0167-2A2D849004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6D59E3-BD22-5446-EBE4-0580827E21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0A819A-A1E4-CA5D-3438-3A26C12AD3C2}"/>
              </a:ext>
            </a:extLst>
          </p:cNvPr>
          <p:cNvSpPr>
            <a:spLocks noGrp="1"/>
          </p:cNvSpPr>
          <p:nvPr>
            <p:ph type="dt" sz="half" idx="10"/>
          </p:nvPr>
        </p:nvSpPr>
        <p:spPr/>
        <p:txBody>
          <a:bodyPr/>
          <a:lstStyle/>
          <a:p>
            <a:fld id="{3A913082-9382-4EF7-8A2C-A3CAF6183119}" type="datetimeFigureOut">
              <a:rPr lang="en-US" smtClean="0"/>
              <a:t>4/3/2026</a:t>
            </a:fld>
            <a:endParaRPr lang="en-US"/>
          </a:p>
        </p:txBody>
      </p:sp>
      <p:sp>
        <p:nvSpPr>
          <p:cNvPr id="5" name="Footer Placeholder 4">
            <a:extLst>
              <a:ext uri="{FF2B5EF4-FFF2-40B4-BE49-F238E27FC236}">
                <a16:creationId xmlns:a16="http://schemas.microsoft.com/office/drawing/2014/main" id="{03183B1C-8ECB-A4FF-7783-2C75A2DB2B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103E82-169D-D3CA-9666-F7DD9D3A3F66}"/>
              </a:ext>
            </a:extLst>
          </p:cNvPr>
          <p:cNvSpPr>
            <a:spLocks noGrp="1"/>
          </p:cNvSpPr>
          <p:nvPr>
            <p:ph type="sldNum" sz="quarter" idx="12"/>
          </p:nvPr>
        </p:nvSpPr>
        <p:spPr/>
        <p:txBody>
          <a:bodyPr/>
          <a:lstStyle/>
          <a:p>
            <a:fld id="{D5AEBA8C-C4DC-460C-8F8C-9AFECA1C801B}" type="slidenum">
              <a:rPr lang="en-US" smtClean="0"/>
              <a:t>‹#›</a:t>
            </a:fld>
            <a:endParaRPr lang="en-US"/>
          </a:p>
        </p:txBody>
      </p:sp>
    </p:spTree>
    <p:extLst>
      <p:ext uri="{BB962C8B-B14F-4D97-AF65-F5344CB8AC3E}">
        <p14:creationId xmlns:p14="http://schemas.microsoft.com/office/powerpoint/2010/main" val="367929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2D625-C164-2A07-67B8-4EC51D8207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249686-885E-94E8-4F97-4FEDF772AD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93EF82-4671-C9F3-9398-4BBD60880E07}"/>
              </a:ext>
            </a:extLst>
          </p:cNvPr>
          <p:cNvSpPr>
            <a:spLocks noGrp="1"/>
          </p:cNvSpPr>
          <p:nvPr>
            <p:ph type="dt" sz="half" idx="10"/>
          </p:nvPr>
        </p:nvSpPr>
        <p:spPr/>
        <p:txBody>
          <a:bodyPr/>
          <a:lstStyle/>
          <a:p>
            <a:fld id="{3A913082-9382-4EF7-8A2C-A3CAF6183119}" type="datetimeFigureOut">
              <a:rPr lang="en-US" smtClean="0"/>
              <a:t>4/3/2026</a:t>
            </a:fld>
            <a:endParaRPr lang="en-US"/>
          </a:p>
        </p:txBody>
      </p:sp>
      <p:sp>
        <p:nvSpPr>
          <p:cNvPr id="5" name="Footer Placeholder 4">
            <a:extLst>
              <a:ext uri="{FF2B5EF4-FFF2-40B4-BE49-F238E27FC236}">
                <a16:creationId xmlns:a16="http://schemas.microsoft.com/office/drawing/2014/main" id="{7C11F5C0-6978-A77E-9CA4-FC088A1EF9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BE1436-21CF-9D84-2C86-E5483E7C1704}"/>
              </a:ext>
            </a:extLst>
          </p:cNvPr>
          <p:cNvSpPr>
            <a:spLocks noGrp="1"/>
          </p:cNvSpPr>
          <p:nvPr>
            <p:ph type="sldNum" sz="quarter" idx="12"/>
          </p:nvPr>
        </p:nvSpPr>
        <p:spPr/>
        <p:txBody>
          <a:bodyPr/>
          <a:lstStyle/>
          <a:p>
            <a:fld id="{D5AEBA8C-C4DC-460C-8F8C-9AFECA1C801B}" type="slidenum">
              <a:rPr lang="en-US" smtClean="0"/>
              <a:t>‹#›</a:t>
            </a:fld>
            <a:endParaRPr lang="en-US"/>
          </a:p>
        </p:txBody>
      </p:sp>
    </p:spTree>
    <p:extLst>
      <p:ext uri="{BB962C8B-B14F-4D97-AF65-F5344CB8AC3E}">
        <p14:creationId xmlns:p14="http://schemas.microsoft.com/office/powerpoint/2010/main" val="1846282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8B8D9-CE93-FDA0-D089-5325E84E0B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6C3782-0EF5-4227-BEEE-A0E3020355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4890EB-DA47-487D-23EA-9E199D798222}"/>
              </a:ext>
            </a:extLst>
          </p:cNvPr>
          <p:cNvSpPr>
            <a:spLocks noGrp="1"/>
          </p:cNvSpPr>
          <p:nvPr>
            <p:ph type="dt" sz="half" idx="10"/>
          </p:nvPr>
        </p:nvSpPr>
        <p:spPr/>
        <p:txBody>
          <a:bodyPr/>
          <a:lstStyle/>
          <a:p>
            <a:fld id="{3A913082-9382-4EF7-8A2C-A3CAF6183119}" type="datetimeFigureOut">
              <a:rPr lang="en-US" smtClean="0"/>
              <a:t>4/3/2026</a:t>
            </a:fld>
            <a:endParaRPr lang="en-US"/>
          </a:p>
        </p:txBody>
      </p:sp>
      <p:sp>
        <p:nvSpPr>
          <p:cNvPr id="5" name="Footer Placeholder 4">
            <a:extLst>
              <a:ext uri="{FF2B5EF4-FFF2-40B4-BE49-F238E27FC236}">
                <a16:creationId xmlns:a16="http://schemas.microsoft.com/office/drawing/2014/main" id="{C6EC8261-051C-B466-7E7A-0D5821E439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C406D2-B15C-EB1E-600E-C8C3144FAE94}"/>
              </a:ext>
            </a:extLst>
          </p:cNvPr>
          <p:cNvSpPr>
            <a:spLocks noGrp="1"/>
          </p:cNvSpPr>
          <p:nvPr>
            <p:ph type="sldNum" sz="quarter" idx="12"/>
          </p:nvPr>
        </p:nvSpPr>
        <p:spPr/>
        <p:txBody>
          <a:bodyPr/>
          <a:lstStyle/>
          <a:p>
            <a:fld id="{D5AEBA8C-C4DC-460C-8F8C-9AFECA1C801B}" type="slidenum">
              <a:rPr lang="en-US" smtClean="0"/>
              <a:t>‹#›</a:t>
            </a:fld>
            <a:endParaRPr lang="en-US"/>
          </a:p>
        </p:txBody>
      </p:sp>
    </p:spTree>
    <p:extLst>
      <p:ext uri="{BB962C8B-B14F-4D97-AF65-F5344CB8AC3E}">
        <p14:creationId xmlns:p14="http://schemas.microsoft.com/office/powerpoint/2010/main" val="1401794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E941B-5DD0-E4AC-C538-8FFF8A1905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EAE6B5-1EA0-6A50-E8D3-5B16553A1B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DF16B2-90E5-ADDF-81B2-AF504A6973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57397D-5BB5-094A-5945-0B0B751FE789}"/>
              </a:ext>
            </a:extLst>
          </p:cNvPr>
          <p:cNvSpPr>
            <a:spLocks noGrp="1"/>
          </p:cNvSpPr>
          <p:nvPr>
            <p:ph type="dt" sz="half" idx="10"/>
          </p:nvPr>
        </p:nvSpPr>
        <p:spPr/>
        <p:txBody>
          <a:bodyPr/>
          <a:lstStyle/>
          <a:p>
            <a:fld id="{3A913082-9382-4EF7-8A2C-A3CAF6183119}" type="datetimeFigureOut">
              <a:rPr lang="en-US" smtClean="0"/>
              <a:t>4/3/2026</a:t>
            </a:fld>
            <a:endParaRPr lang="en-US"/>
          </a:p>
        </p:txBody>
      </p:sp>
      <p:sp>
        <p:nvSpPr>
          <p:cNvPr id="6" name="Footer Placeholder 5">
            <a:extLst>
              <a:ext uri="{FF2B5EF4-FFF2-40B4-BE49-F238E27FC236}">
                <a16:creationId xmlns:a16="http://schemas.microsoft.com/office/drawing/2014/main" id="{3FF720CC-2F87-78AC-EC57-3473BCC595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02C111-7147-EF6F-C905-EFE03D68CA7D}"/>
              </a:ext>
            </a:extLst>
          </p:cNvPr>
          <p:cNvSpPr>
            <a:spLocks noGrp="1"/>
          </p:cNvSpPr>
          <p:nvPr>
            <p:ph type="sldNum" sz="quarter" idx="12"/>
          </p:nvPr>
        </p:nvSpPr>
        <p:spPr/>
        <p:txBody>
          <a:bodyPr/>
          <a:lstStyle/>
          <a:p>
            <a:fld id="{D5AEBA8C-C4DC-460C-8F8C-9AFECA1C801B}" type="slidenum">
              <a:rPr lang="en-US" smtClean="0"/>
              <a:t>‹#›</a:t>
            </a:fld>
            <a:endParaRPr lang="en-US"/>
          </a:p>
        </p:txBody>
      </p:sp>
    </p:spTree>
    <p:extLst>
      <p:ext uri="{BB962C8B-B14F-4D97-AF65-F5344CB8AC3E}">
        <p14:creationId xmlns:p14="http://schemas.microsoft.com/office/powerpoint/2010/main" val="3611073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D761B-FC93-F674-B50B-AA235DA9A8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AB55E0-6B33-AFFC-A49F-6FE1231260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FE0595-960E-0435-512F-ECDBF2A4C2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F321FB-A8BB-46B0-385A-7FF77C644D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96F2E4-0FA1-1689-ABB9-3CA9876336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6F9871-59CB-E4FA-1269-45B70D606544}"/>
              </a:ext>
            </a:extLst>
          </p:cNvPr>
          <p:cNvSpPr>
            <a:spLocks noGrp="1"/>
          </p:cNvSpPr>
          <p:nvPr>
            <p:ph type="dt" sz="half" idx="10"/>
          </p:nvPr>
        </p:nvSpPr>
        <p:spPr/>
        <p:txBody>
          <a:bodyPr/>
          <a:lstStyle/>
          <a:p>
            <a:fld id="{3A913082-9382-4EF7-8A2C-A3CAF6183119}" type="datetimeFigureOut">
              <a:rPr lang="en-US" smtClean="0"/>
              <a:t>4/3/2026</a:t>
            </a:fld>
            <a:endParaRPr lang="en-US"/>
          </a:p>
        </p:txBody>
      </p:sp>
      <p:sp>
        <p:nvSpPr>
          <p:cNvPr id="8" name="Footer Placeholder 7">
            <a:extLst>
              <a:ext uri="{FF2B5EF4-FFF2-40B4-BE49-F238E27FC236}">
                <a16:creationId xmlns:a16="http://schemas.microsoft.com/office/drawing/2014/main" id="{C0C2410A-1443-8D2E-2DC2-5F4B9CB1E6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C65E5C-379C-A685-EB6E-13A2E31EF2F0}"/>
              </a:ext>
            </a:extLst>
          </p:cNvPr>
          <p:cNvSpPr>
            <a:spLocks noGrp="1"/>
          </p:cNvSpPr>
          <p:nvPr>
            <p:ph type="sldNum" sz="quarter" idx="12"/>
          </p:nvPr>
        </p:nvSpPr>
        <p:spPr/>
        <p:txBody>
          <a:bodyPr/>
          <a:lstStyle/>
          <a:p>
            <a:fld id="{D5AEBA8C-C4DC-460C-8F8C-9AFECA1C801B}" type="slidenum">
              <a:rPr lang="en-US" smtClean="0"/>
              <a:t>‹#›</a:t>
            </a:fld>
            <a:endParaRPr lang="en-US"/>
          </a:p>
        </p:txBody>
      </p:sp>
    </p:spTree>
    <p:extLst>
      <p:ext uri="{BB962C8B-B14F-4D97-AF65-F5344CB8AC3E}">
        <p14:creationId xmlns:p14="http://schemas.microsoft.com/office/powerpoint/2010/main" val="2672743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4C138-A954-E395-9C28-E462FEE5AC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02CA9F-B7FA-25B4-5384-44B2E24BC74F}"/>
              </a:ext>
            </a:extLst>
          </p:cNvPr>
          <p:cNvSpPr>
            <a:spLocks noGrp="1"/>
          </p:cNvSpPr>
          <p:nvPr>
            <p:ph type="dt" sz="half" idx="10"/>
          </p:nvPr>
        </p:nvSpPr>
        <p:spPr/>
        <p:txBody>
          <a:bodyPr/>
          <a:lstStyle/>
          <a:p>
            <a:fld id="{3A913082-9382-4EF7-8A2C-A3CAF6183119}" type="datetimeFigureOut">
              <a:rPr lang="en-US" smtClean="0"/>
              <a:t>4/3/2026</a:t>
            </a:fld>
            <a:endParaRPr lang="en-US"/>
          </a:p>
        </p:txBody>
      </p:sp>
      <p:sp>
        <p:nvSpPr>
          <p:cNvPr id="4" name="Footer Placeholder 3">
            <a:extLst>
              <a:ext uri="{FF2B5EF4-FFF2-40B4-BE49-F238E27FC236}">
                <a16:creationId xmlns:a16="http://schemas.microsoft.com/office/drawing/2014/main" id="{4E1CFE03-9C1B-11D8-D99B-44CF2B5267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9FA7D5-A355-88FB-5761-8D23B43F5E1A}"/>
              </a:ext>
            </a:extLst>
          </p:cNvPr>
          <p:cNvSpPr>
            <a:spLocks noGrp="1"/>
          </p:cNvSpPr>
          <p:nvPr>
            <p:ph type="sldNum" sz="quarter" idx="12"/>
          </p:nvPr>
        </p:nvSpPr>
        <p:spPr/>
        <p:txBody>
          <a:bodyPr/>
          <a:lstStyle/>
          <a:p>
            <a:fld id="{D5AEBA8C-C4DC-460C-8F8C-9AFECA1C801B}" type="slidenum">
              <a:rPr lang="en-US" smtClean="0"/>
              <a:t>‹#›</a:t>
            </a:fld>
            <a:endParaRPr lang="en-US"/>
          </a:p>
        </p:txBody>
      </p:sp>
    </p:spTree>
    <p:extLst>
      <p:ext uri="{BB962C8B-B14F-4D97-AF65-F5344CB8AC3E}">
        <p14:creationId xmlns:p14="http://schemas.microsoft.com/office/powerpoint/2010/main" val="1995832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EB37A2-4589-B2E9-0900-A5E8ACB4E185}"/>
              </a:ext>
            </a:extLst>
          </p:cNvPr>
          <p:cNvSpPr>
            <a:spLocks noGrp="1"/>
          </p:cNvSpPr>
          <p:nvPr>
            <p:ph type="dt" sz="half" idx="10"/>
          </p:nvPr>
        </p:nvSpPr>
        <p:spPr/>
        <p:txBody>
          <a:bodyPr/>
          <a:lstStyle/>
          <a:p>
            <a:fld id="{3A913082-9382-4EF7-8A2C-A3CAF6183119}" type="datetimeFigureOut">
              <a:rPr lang="en-US" smtClean="0"/>
              <a:t>4/3/2026</a:t>
            </a:fld>
            <a:endParaRPr lang="en-US"/>
          </a:p>
        </p:txBody>
      </p:sp>
      <p:sp>
        <p:nvSpPr>
          <p:cNvPr id="3" name="Footer Placeholder 2">
            <a:extLst>
              <a:ext uri="{FF2B5EF4-FFF2-40B4-BE49-F238E27FC236}">
                <a16:creationId xmlns:a16="http://schemas.microsoft.com/office/drawing/2014/main" id="{0D952086-ED14-F707-B959-B671E27706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C560B3-60EA-214E-B89F-D68C9D1E5478}"/>
              </a:ext>
            </a:extLst>
          </p:cNvPr>
          <p:cNvSpPr>
            <a:spLocks noGrp="1"/>
          </p:cNvSpPr>
          <p:nvPr>
            <p:ph type="sldNum" sz="quarter" idx="12"/>
          </p:nvPr>
        </p:nvSpPr>
        <p:spPr/>
        <p:txBody>
          <a:bodyPr/>
          <a:lstStyle/>
          <a:p>
            <a:fld id="{D5AEBA8C-C4DC-460C-8F8C-9AFECA1C801B}" type="slidenum">
              <a:rPr lang="en-US" smtClean="0"/>
              <a:t>‹#›</a:t>
            </a:fld>
            <a:endParaRPr lang="en-US"/>
          </a:p>
        </p:txBody>
      </p:sp>
    </p:spTree>
    <p:extLst>
      <p:ext uri="{BB962C8B-B14F-4D97-AF65-F5344CB8AC3E}">
        <p14:creationId xmlns:p14="http://schemas.microsoft.com/office/powerpoint/2010/main" val="2596903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4881A-857B-C6A1-4E79-829D56B7A1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8CBA25-E56D-C7F9-BE0F-0476ADFF50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ADB6BA-AEED-595C-485E-07A5135B57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6910AC-4369-D751-D7E1-C1DD1FB3633C}"/>
              </a:ext>
            </a:extLst>
          </p:cNvPr>
          <p:cNvSpPr>
            <a:spLocks noGrp="1"/>
          </p:cNvSpPr>
          <p:nvPr>
            <p:ph type="dt" sz="half" idx="10"/>
          </p:nvPr>
        </p:nvSpPr>
        <p:spPr/>
        <p:txBody>
          <a:bodyPr/>
          <a:lstStyle/>
          <a:p>
            <a:fld id="{3A913082-9382-4EF7-8A2C-A3CAF6183119}" type="datetimeFigureOut">
              <a:rPr lang="en-US" smtClean="0"/>
              <a:t>4/3/2026</a:t>
            </a:fld>
            <a:endParaRPr lang="en-US"/>
          </a:p>
        </p:txBody>
      </p:sp>
      <p:sp>
        <p:nvSpPr>
          <p:cNvPr id="6" name="Footer Placeholder 5">
            <a:extLst>
              <a:ext uri="{FF2B5EF4-FFF2-40B4-BE49-F238E27FC236}">
                <a16:creationId xmlns:a16="http://schemas.microsoft.com/office/drawing/2014/main" id="{F85A922F-EE06-667B-8DB5-AFE1CEEB44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1BBFAB-3683-589F-7CBD-FB90A3909DDD}"/>
              </a:ext>
            </a:extLst>
          </p:cNvPr>
          <p:cNvSpPr>
            <a:spLocks noGrp="1"/>
          </p:cNvSpPr>
          <p:nvPr>
            <p:ph type="sldNum" sz="quarter" idx="12"/>
          </p:nvPr>
        </p:nvSpPr>
        <p:spPr/>
        <p:txBody>
          <a:bodyPr/>
          <a:lstStyle/>
          <a:p>
            <a:fld id="{D5AEBA8C-C4DC-460C-8F8C-9AFECA1C801B}" type="slidenum">
              <a:rPr lang="en-US" smtClean="0"/>
              <a:t>‹#›</a:t>
            </a:fld>
            <a:endParaRPr lang="en-US"/>
          </a:p>
        </p:txBody>
      </p:sp>
    </p:spTree>
    <p:extLst>
      <p:ext uri="{BB962C8B-B14F-4D97-AF65-F5344CB8AC3E}">
        <p14:creationId xmlns:p14="http://schemas.microsoft.com/office/powerpoint/2010/main" val="676928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3685-155B-EAA7-E683-9510AADCCD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F6090F-CEEE-44D3-CE82-1D3DC309A9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45267F-D4DA-9A67-B5D4-469BAF6AF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DE183A-6EF3-08CA-6C08-C5F269294ECF}"/>
              </a:ext>
            </a:extLst>
          </p:cNvPr>
          <p:cNvSpPr>
            <a:spLocks noGrp="1"/>
          </p:cNvSpPr>
          <p:nvPr>
            <p:ph type="dt" sz="half" idx="10"/>
          </p:nvPr>
        </p:nvSpPr>
        <p:spPr/>
        <p:txBody>
          <a:bodyPr/>
          <a:lstStyle/>
          <a:p>
            <a:fld id="{3A913082-9382-4EF7-8A2C-A3CAF6183119}" type="datetimeFigureOut">
              <a:rPr lang="en-US" smtClean="0"/>
              <a:t>4/3/2026</a:t>
            </a:fld>
            <a:endParaRPr lang="en-US"/>
          </a:p>
        </p:txBody>
      </p:sp>
      <p:sp>
        <p:nvSpPr>
          <p:cNvPr id="6" name="Footer Placeholder 5">
            <a:extLst>
              <a:ext uri="{FF2B5EF4-FFF2-40B4-BE49-F238E27FC236}">
                <a16:creationId xmlns:a16="http://schemas.microsoft.com/office/drawing/2014/main" id="{201D706F-6719-5CFA-55B2-8629D4A765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BC038-DF6B-9136-9948-D3B65D6B5157}"/>
              </a:ext>
            </a:extLst>
          </p:cNvPr>
          <p:cNvSpPr>
            <a:spLocks noGrp="1"/>
          </p:cNvSpPr>
          <p:nvPr>
            <p:ph type="sldNum" sz="quarter" idx="12"/>
          </p:nvPr>
        </p:nvSpPr>
        <p:spPr/>
        <p:txBody>
          <a:bodyPr/>
          <a:lstStyle/>
          <a:p>
            <a:fld id="{D5AEBA8C-C4DC-460C-8F8C-9AFECA1C801B}" type="slidenum">
              <a:rPr lang="en-US" smtClean="0"/>
              <a:t>‹#›</a:t>
            </a:fld>
            <a:endParaRPr lang="en-US"/>
          </a:p>
        </p:txBody>
      </p:sp>
    </p:spTree>
    <p:extLst>
      <p:ext uri="{BB962C8B-B14F-4D97-AF65-F5344CB8AC3E}">
        <p14:creationId xmlns:p14="http://schemas.microsoft.com/office/powerpoint/2010/main" val="3126994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690A6-8C18-30AB-912B-B4A4A97890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1094C2-FE58-EDFA-E0E6-FE37A3299B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FD64F2-EBB0-B922-D6A0-5122CC84B02E}"/>
              </a:ext>
            </a:extLst>
          </p:cNvPr>
          <p:cNvSpPr>
            <a:spLocks noGrp="1"/>
          </p:cNvSpPr>
          <p:nvPr>
            <p:ph type="dt" sz="half" idx="10"/>
          </p:nvPr>
        </p:nvSpPr>
        <p:spPr/>
        <p:txBody>
          <a:bodyPr/>
          <a:lstStyle/>
          <a:p>
            <a:fld id="{3A913082-9382-4EF7-8A2C-A3CAF6183119}" type="datetimeFigureOut">
              <a:rPr lang="en-US" smtClean="0"/>
              <a:t>4/3/2026</a:t>
            </a:fld>
            <a:endParaRPr lang="en-US"/>
          </a:p>
        </p:txBody>
      </p:sp>
      <p:sp>
        <p:nvSpPr>
          <p:cNvPr id="5" name="Footer Placeholder 4">
            <a:extLst>
              <a:ext uri="{FF2B5EF4-FFF2-40B4-BE49-F238E27FC236}">
                <a16:creationId xmlns:a16="http://schemas.microsoft.com/office/drawing/2014/main" id="{9CBF2AF9-44B6-9811-4065-F2C284E7F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610ED-B880-FF27-CAF4-F771B2A43CF6}"/>
              </a:ext>
            </a:extLst>
          </p:cNvPr>
          <p:cNvSpPr>
            <a:spLocks noGrp="1"/>
          </p:cNvSpPr>
          <p:nvPr>
            <p:ph type="sldNum" sz="quarter" idx="12"/>
          </p:nvPr>
        </p:nvSpPr>
        <p:spPr/>
        <p:txBody>
          <a:bodyPr/>
          <a:lstStyle/>
          <a:p>
            <a:fld id="{D5AEBA8C-C4DC-460C-8F8C-9AFECA1C801B}" type="slidenum">
              <a:rPr lang="en-US" smtClean="0"/>
              <a:t>‹#›</a:t>
            </a:fld>
            <a:endParaRPr lang="en-US"/>
          </a:p>
        </p:txBody>
      </p:sp>
    </p:spTree>
    <p:extLst>
      <p:ext uri="{BB962C8B-B14F-4D97-AF65-F5344CB8AC3E}">
        <p14:creationId xmlns:p14="http://schemas.microsoft.com/office/powerpoint/2010/main" val="2374598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F6C1C8-4646-D299-BE79-D45E2BA140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A4D7B4-925B-2764-A5F3-4A5B9BD587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126030-8BE6-3ED4-2556-C9D6CC8B83D9}"/>
              </a:ext>
            </a:extLst>
          </p:cNvPr>
          <p:cNvSpPr>
            <a:spLocks noGrp="1"/>
          </p:cNvSpPr>
          <p:nvPr>
            <p:ph type="dt" sz="half" idx="10"/>
          </p:nvPr>
        </p:nvSpPr>
        <p:spPr/>
        <p:txBody>
          <a:bodyPr/>
          <a:lstStyle/>
          <a:p>
            <a:fld id="{3A913082-9382-4EF7-8A2C-A3CAF6183119}" type="datetimeFigureOut">
              <a:rPr lang="en-US" smtClean="0"/>
              <a:t>4/3/2026</a:t>
            </a:fld>
            <a:endParaRPr lang="en-US"/>
          </a:p>
        </p:txBody>
      </p:sp>
      <p:sp>
        <p:nvSpPr>
          <p:cNvPr id="5" name="Footer Placeholder 4">
            <a:extLst>
              <a:ext uri="{FF2B5EF4-FFF2-40B4-BE49-F238E27FC236}">
                <a16:creationId xmlns:a16="http://schemas.microsoft.com/office/drawing/2014/main" id="{338A4873-6BBE-6825-B41D-4184F00146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1959A4-BF0E-3C5E-0AF6-9EFFEDBB9464}"/>
              </a:ext>
            </a:extLst>
          </p:cNvPr>
          <p:cNvSpPr>
            <a:spLocks noGrp="1"/>
          </p:cNvSpPr>
          <p:nvPr>
            <p:ph type="sldNum" sz="quarter" idx="12"/>
          </p:nvPr>
        </p:nvSpPr>
        <p:spPr/>
        <p:txBody>
          <a:bodyPr/>
          <a:lstStyle/>
          <a:p>
            <a:fld id="{D5AEBA8C-C4DC-460C-8F8C-9AFECA1C801B}" type="slidenum">
              <a:rPr lang="en-US" smtClean="0"/>
              <a:t>‹#›</a:t>
            </a:fld>
            <a:endParaRPr lang="en-US"/>
          </a:p>
        </p:txBody>
      </p:sp>
    </p:spTree>
    <p:extLst>
      <p:ext uri="{BB962C8B-B14F-4D97-AF65-F5344CB8AC3E}">
        <p14:creationId xmlns:p14="http://schemas.microsoft.com/office/powerpoint/2010/main" val="507026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4177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733938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57543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78184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998631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026716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465925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138283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022888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868648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507328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449864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649207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282531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215855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442039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314132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35233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259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111046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061116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4/3/2026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39566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C65F67-34D7-D0E4-6272-971D705F66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B3F59F-624B-6E33-7999-F2C8E5C25D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C75E96-9431-8F4C-5D4E-36BA15865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913082-9382-4EF7-8A2C-A3CAF6183119}" type="datetimeFigureOut">
              <a:rPr lang="en-US" smtClean="0"/>
              <a:t>4/3/2026</a:t>
            </a:fld>
            <a:endParaRPr lang="en-US"/>
          </a:p>
        </p:txBody>
      </p:sp>
      <p:sp>
        <p:nvSpPr>
          <p:cNvPr id="5" name="Footer Placeholder 4">
            <a:extLst>
              <a:ext uri="{FF2B5EF4-FFF2-40B4-BE49-F238E27FC236}">
                <a16:creationId xmlns:a16="http://schemas.microsoft.com/office/drawing/2014/main" id="{030EA063-BE57-0C8E-99E3-9E7065D1B2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56979D6-D439-0A4A-145A-D0B73FF263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AEBA8C-C4DC-460C-8F8C-9AFECA1C801B}" type="slidenum">
              <a:rPr lang="en-US" smtClean="0"/>
              <a:t>‹#›</a:t>
            </a:fld>
            <a:endParaRPr lang="en-US"/>
          </a:p>
        </p:txBody>
      </p:sp>
    </p:spTree>
    <p:extLst>
      <p:ext uri="{BB962C8B-B14F-4D97-AF65-F5344CB8AC3E}">
        <p14:creationId xmlns:p14="http://schemas.microsoft.com/office/powerpoint/2010/main" val="3035696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0" y="0"/>
            <a:ext cx="12192000" cy="573741"/>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
        <p:nvSpPr>
          <p:cNvPr id="10" name="TextBox 9"/>
          <p:cNvSpPr txBox="1"/>
          <p:nvPr userDrawn="1"/>
        </p:nvSpPr>
        <p:spPr>
          <a:xfrm>
            <a:off x="-2" y="6574772"/>
            <a:ext cx="12192002" cy="276999"/>
          </a:xfrm>
          <a:prstGeom prst="rect">
            <a:avLst/>
          </a:prstGeom>
          <a:solidFill>
            <a:srgbClr val="002060"/>
          </a:solidFill>
        </p:spPr>
        <p:txBody>
          <a:bodyPr wrap="square" rtlCol="0">
            <a:spAutoFit/>
          </a:bodyPr>
          <a:lstStyle/>
          <a:p>
            <a:pPr algn="ctr">
              <a:defRPr/>
            </a:pPr>
            <a:r>
              <a:rPr lang="en-US" sz="1200" i="1" dirty="0" err="1">
                <a:solidFill>
                  <a:srgbClr val="FFFF00"/>
                </a:solidFill>
                <a:effectLst>
                  <a:outerShdw blurRad="38100" dist="38100" dir="2700000" algn="tl">
                    <a:srgbClr val="000000">
                      <a:alpha val="43137"/>
                    </a:srgbClr>
                  </a:outerShdw>
                </a:effectLst>
              </a:rPr>
              <a:t>Chollet</a:t>
            </a:r>
            <a:r>
              <a:rPr lang="en-US" sz="1200" i="1" dirty="0">
                <a:solidFill>
                  <a:srgbClr val="FFFF00"/>
                </a:solidFill>
                <a:effectLst>
                  <a:outerShdw blurRad="38100" dist="38100" dir="2700000" algn="tl">
                    <a:srgbClr val="000000">
                      <a:alpha val="43137"/>
                    </a:srgbClr>
                  </a:outerShdw>
                </a:effectLst>
              </a:rPr>
              <a:t>, F. (2021). Deep learning with Python. Manning Publications, </a:t>
            </a:r>
            <a:r>
              <a:rPr lang="en-US" sz="1200" dirty="0">
                <a:solidFill>
                  <a:srgbClr val="FFFF00"/>
                </a:solidFill>
              </a:rPr>
              <a:t>Han, J. et all. (2011). </a:t>
            </a:r>
            <a:r>
              <a:rPr lang="en-US" sz="1200" i="1" dirty="0">
                <a:solidFill>
                  <a:srgbClr val="FFFF00"/>
                </a:solidFill>
              </a:rPr>
              <a:t>Data mining: Concepts and techniques</a:t>
            </a:r>
            <a:r>
              <a:rPr lang="en-US" sz="1200" dirty="0">
                <a:solidFill>
                  <a:srgbClr val="FFFF00"/>
                </a:solidFill>
              </a:rPr>
              <a:t> (3rd ed.). Morgan Kaufmann, </a:t>
            </a:r>
            <a:endParaRPr lang="en-US" sz="1200" i="1"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979468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0" y="0"/>
            <a:ext cx="12192000" cy="573741"/>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
        <p:nvSpPr>
          <p:cNvPr id="10" name="TextBox 9"/>
          <p:cNvSpPr txBox="1"/>
          <p:nvPr userDrawn="1"/>
        </p:nvSpPr>
        <p:spPr>
          <a:xfrm>
            <a:off x="-2" y="6574772"/>
            <a:ext cx="12192002" cy="276999"/>
          </a:xfrm>
          <a:prstGeom prst="rect">
            <a:avLst/>
          </a:prstGeom>
          <a:solidFill>
            <a:srgbClr val="002060"/>
          </a:solidFill>
        </p:spPr>
        <p:txBody>
          <a:bodyPr wrap="square" rtlCol="0">
            <a:spAutoFit/>
          </a:bodyPr>
          <a:lstStyle/>
          <a:p>
            <a:pPr algn="ctr">
              <a:defRPr/>
            </a:pPr>
            <a:r>
              <a:rPr lang="en-US" sz="1200" i="1" dirty="0" err="1">
                <a:solidFill>
                  <a:srgbClr val="FFFF00"/>
                </a:solidFill>
                <a:effectLst>
                  <a:outerShdw blurRad="38100" dist="38100" dir="2700000" algn="tl">
                    <a:srgbClr val="000000">
                      <a:alpha val="43137"/>
                    </a:srgbClr>
                  </a:outerShdw>
                </a:effectLst>
              </a:rPr>
              <a:t>Chollet</a:t>
            </a:r>
            <a:r>
              <a:rPr lang="en-US" sz="1200" i="1" dirty="0">
                <a:solidFill>
                  <a:srgbClr val="FFFF00"/>
                </a:solidFill>
                <a:effectLst>
                  <a:outerShdw blurRad="38100" dist="38100" dir="2700000" algn="tl">
                    <a:srgbClr val="000000">
                      <a:alpha val="43137"/>
                    </a:srgbClr>
                  </a:outerShdw>
                </a:effectLst>
              </a:rPr>
              <a:t>, F. (2021). Deep learning with Python. Manning Publications, </a:t>
            </a:r>
            <a:r>
              <a:rPr lang="en-US" sz="1200" dirty="0">
                <a:solidFill>
                  <a:srgbClr val="FFFF00"/>
                </a:solidFill>
              </a:rPr>
              <a:t>Han, J. et all. (2011). </a:t>
            </a:r>
            <a:r>
              <a:rPr lang="en-US" sz="1200" i="1" dirty="0">
                <a:solidFill>
                  <a:srgbClr val="FFFF00"/>
                </a:solidFill>
              </a:rPr>
              <a:t>Data mining: Concepts and techniques</a:t>
            </a:r>
            <a:r>
              <a:rPr lang="en-US" sz="1200" dirty="0">
                <a:solidFill>
                  <a:srgbClr val="FFFF00"/>
                </a:solidFill>
              </a:rPr>
              <a:t> (3rd ed.). Morgan Kaufmann, </a:t>
            </a:r>
            <a:endParaRPr lang="en-US" sz="1200" i="1"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933634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3.xml"/><Relationship Id="rId6" Type="http://schemas.openxmlformats.org/officeDocument/2006/relationships/customXml" Target="../ink/ink2.xml"/><Relationship Id="rId5" Type="http://schemas.openxmlformats.org/officeDocument/2006/relationships/image" Target="../media/image3.png"/><Relationship Id="rId4" Type="http://schemas.openxmlformats.org/officeDocument/2006/relationships/customXml" Target="../ink/ink1.xml"/></Relationships>
</file>

<file path=ppt/slides/_rels/slide2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9.xml"/><Relationship Id="rId1" Type="http://schemas.openxmlformats.org/officeDocument/2006/relationships/slideLayout" Target="../slideLayouts/slideLayout23.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3.xml"/><Relationship Id="rId6" Type="http://schemas.openxmlformats.org/officeDocument/2006/relationships/customXml" Target="../ink/ink5.xml"/><Relationship Id="rId5" Type="http://schemas.openxmlformats.org/officeDocument/2006/relationships/image" Target="../media/image6.png"/><Relationship Id="rId4" Type="http://schemas.openxmlformats.org/officeDocument/2006/relationships/customXml" Target="../ink/ink4.xml"/></Relationships>
</file>

<file path=ppt/slides/_rels/slide24.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8.png"/><Relationship Id="rId1" Type="http://schemas.openxmlformats.org/officeDocument/2006/relationships/slideLayout" Target="../slideLayouts/slideLayout24.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41.png"/><Relationship Id="rId1" Type="http://schemas.openxmlformats.org/officeDocument/2006/relationships/slideLayout" Target="../slideLayouts/slideLayout24.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4.xml"/><Relationship Id="rId5" Type="http://schemas.openxmlformats.org/officeDocument/2006/relationships/image" Target="../media/image11.png"/><Relationship Id="rId4" Type="http://schemas.openxmlformats.org/officeDocument/2006/relationships/customXml" Target="../ink/ink8.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9.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280.png"/><Relationship Id="rId1" Type="http://schemas.openxmlformats.org/officeDocument/2006/relationships/slideLayout" Target="../slideLayouts/slideLayout24.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290.png"/><Relationship Id="rId1" Type="http://schemas.openxmlformats.org/officeDocument/2006/relationships/slideLayout" Target="../slideLayouts/slideLayout24.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p:cNvPicPr>
            <a:picLocks noChangeAspect="1"/>
          </p:cNvPicPr>
          <p:nvPr/>
        </p:nvPicPr>
        <p:blipFill>
          <a:blip r:embed="rId2"/>
          <a:stretch>
            <a:fillRect/>
          </a:stretch>
        </p:blipFill>
        <p:spPr>
          <a:xfrm>
            <a:off x="1323893" y="2279916"/>
            <a:ext cx="8893202" cy="2792827"/>
          </a:xfrm>
          <a:prstGeom prst="rect">
            <a:avLst/>
          </a:prstGeom>
        </p:spPr>
      </p:pic>
    </p:spTree>
    <p:extLst>
      <p:ext uri="{BB962C8B-B14F-4D97-AF65-F5344CB8AC3E}">
        <p14:creationId xmlns:p14="http://schemas.microsoft.com/office/powerpoint/2010/main" val="486590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99899" y="2693745"/>
            <a:ext cx="6192202" cy="1272389"/>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DEEP LEARNING COURSE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FALL 2026</a:t>
            </a:r>
          </a:p>
        </p:txBody>
      </p:sp>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8107680" y="6263640"/>
            <a:ext cx="35204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Usman Khan, PhD</a:t>
            </a:r>
          </a:p>
        </p:txBody>
      </p:sp>
    </p:spTree>
    <p:extLst>
      <p:ext uri="{BB962C8B-B14F-4D97-AF65-F5344CB8AC3E}">
        <p14:creationId xmlns:p14="http://schemas.microsoft.com/office/powerpoint/2010/main" val="1188647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8FB8B-FFE0-5A71-0FD4-332625DD607B}"/>
              </a:ext>
            </a:extLst>
          </p:cNvPr>
          <p:cNvSpPr>
            <a:spLocks noGrp="1"/>
          </p:cNvSpPr>
          <p:nvPr>
            <p:ph type="title"/>
          </p:nvPr>
        </p:nvSpPr>
        <p:spPr>
          <a:xfrm>
            <a:off x="1041400" y="2519045"/>
            <a:ext cx="10515600" cy="1325563"/>
          </a:xfrm>
        </p:spPr>
        <p:txBody>
          <a:bodyPr/>
          <a:lstStyle/>
          <a:p>
            <a:pPr algn="ctr"/>
            <a:r>
              <a:rPr lang="en-US" b="1" dirty="0"/>
              <a:t>PRAYERS BREAK till 1850 / 0650 PM</a:t>
            </a:r>
          </a:p>
        </p:txBody>
      </p:sp>
    </p:spTree>
    <p:extLst>
      <p:ext uri="{BB962C8B-B14F-4D97-AF65-F5344CB8AC3E}">
        <p14:creationId xmlns:p14="http://schemas.microsoft.com/office/powerpoint/2010/main" val="974168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30037" y="53078"/>
            <a:ext cx="2804101"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KNOW YOUR DATA FIRST</a:t>
            </a:r>
          </a:p>
        </p:txBody>
      </p:sp>
      <p:sp>
        <p:nvSpPr>
          <p:cNvPr id="2" name="TextBox 1"/>
          <p:cNvSpPr txBox="1"/>
          <p:nvPr/>
        </p:nvSpPr>
        <p:spPr>
          <a:xfrm>
            <a:off x="723900" y="819150"/>
            <a:ext cx="10896600" cy="5546134"/>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What are the types of attributes or fields that make up your data?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What kind of values does each attribute have?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Which attributes are discrete, and which are continuous-valued?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What do the data look like?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How are the values distributed?</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Are there ways we can visualize the data to get a better sense of it all?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Can we spot any outliers?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Can we measure the similarity of some data objects with respect to others?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Gaining such insight into the data will help with the subsequent analysis</a:t>
            </a:r>
          </a:p>
        </p:txBody>
      </p:sp>
    </p:spTree>
    <p:extLst>
      <p:ext uri="{BB962C8B-B14F-4D97-AF65-F5344CB8AC3E}">
        <p14:creationId xmlns:p14="http://schemas.microsoft.com/office/powerpoint/2010/main" val="2785854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47241" y="53078"/>
            <a:ext cx="2169698"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ATTRIBUTES TYPES</a:t>
            </a:r>
          </a:p>
        </p:txBody>
      </p:sp>
      <p:sp>
        <p:nvSpPr>
          <p:cNvPr id="2" name="TextBox 1"/>
          <p:cNvSpPr txBox="1"/>
          <p:nvPr/>
        </p:nvSpPr>
        <p:spPr>
          <a:xfrm>
            <a:off x="419100" y="487025"/>
            <a:ext cx="11487150" cy="5759718"/>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NOMINAL ATTRIBUTES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Nominal attribute are symbols or names of things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Each value represents some kind of category, code, or state, and so </a:t>
            </a:r>
            <a:r>
              <a:rPr kumimoji="0" lang="en-US" sz="24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nominal</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 attributes are also referred to as categorical</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Suppose that </a:t>
            </a:r>
            <a:r>
              <a:rPr kumimoji="0" lang="en-US" sz="2400" b="1" i="0" u="none" strike="noStrike" kern="1200" cap="none" spc="0" normalizeH="0" baseline="0" noProof="0" dirty="0">
                <a:ln>
                  <a:noFill/>
                </a:ln>
                <a:solidFill>
                  <a:srgbClr val="0070C0"/>
                </a:solidFill>
                <a:effectLst/>
                <a:uLnTx/>
                <a:uFillTx/>
                <a:latin typeface="Calibri" panose="020F0502020204030204"/>
                <a:ea typeface="+mn-ea"/>
                <a:cs typeface="+mn-cs"/>
              </a:rPr>
              <a:t>hair color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and </a:t>
            </a:r>
            <a:r>
              <a:rPr kumimoji="0" lang="en-US" sz="2400" b="1" i="0" u="none" strike="noStrike" kern="1200" cap="none" spc="0" normalizeH="0" baseline="0" noProof="0" dirty="0">
                <a:ln>
                  <a:noFill/>
                </a:ln>
                <a:solidFill>
                  <a:srgbClr val="0070C0"/>
                </a:solidFill>
                <a:effectLst/>
                <a:uLnTx/>
                <a:uFillTx/>
                <a:latin typeface="Calibri" panose="020F0502020204030204"/>
                <a:ea typeface="+mn-ea"/>
                <a:cs typeface="+mn-cs"/>
              </a:rPr>
              <a:t>marital status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are two attributes describing person objects. The attribute marital status can take on the values single, married, divorced, and widowed. Both hair color and marital status are nominal attributes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Because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nominal attribute values do not have any meaningful order about them and are not quantitative, it makes no sense to find the </a:t>
            </a:r>
            <a:r>
              <a:rPr kumimoji="0" lang="en-US" sz="2400" b="1"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mean (average) value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or </a:t>
            </a:r>
            <a:r>
              <a:rPr kumimoji="0" lang="en-US" sz="2400" b="1"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median (middle)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value. The attribute’s most commonly occurring value known as the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mode,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is one of the measures of central tendency. </a:t>
            </a:r>
          </a:p>
        </p:txBody>
      </p:sp>
    </p:spTree>
    <p:extLst>
      <p:ext uri="{BB962C8B-B14F-4D97-AF65-F5344CB8AC3E}">
        <p14:creationId xmlns:p14="http://schemas.microsoft.com/office/powerpoint/2010/main" val="3848459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47241" y="53078"/>
            <a:ext cx="2169698"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ATTRIBUTES TYPES</a:t>
            </a:r>
          </a:p>
        </p:txBody>
      </p:sp>
      <p:sp>
        <p:nvSpPr>
          <p:cNvPr id="2" name="TextBox 1"/>
          <p:cNvSpPr txBox="1"/>
          <p:nvPr/>
        </p:nvSpPr>
        <p:spPr>
          <a:xfrm>
            <a:off x="449580" y="344785"/>
            <a:ext cx="11487150" cy="6370975"/>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BINARY ATTRIBUTES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binary attribute is a nominal attribute with only two categories or states: 0 or 1</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where 0 typically means that the attribute is absent, and 1 means that it is present. Binary attributes are referred to as Boolean if the two states correspond to true and false.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Example. Given the attribute smoker describing a patient object, 1 indicates that the patient smokes, while 0 indicates that the patient does not.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binary attribute is </a:t>
            </a:r>
            <a:r>
              <a:rPr kumimoji="0" lang="en-US" sz="2400" b="1"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symmetric</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 if both of its states are equally valuable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and carry the same weight; that is, there is no preference on which outcome should be coded as 0 or 1. One such example could be the attribute gender having the states male and female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A binary attribute is </a:t>
            </a:r>
            <a:r>
              <a:rPr kumimoji="0" lang="en-US" sz="2400" b="1"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asymmetric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if the outcomes of the states are not equally </a:t>
            </a:r>
            <a:r>
              <a:rPr kumimoji="0" lang="en-US" sz="24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important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such as the positive and negative outcomes of a medical test for HIV</a:t>
            </a:r>
          </a:p>
        </p:txBody>
      </p:sp>
    </p:spTree>
    <p:extLst>
      <p:ext uri="{BB962C8B-B14F-4D97-AF65-F5344CB8AC3E}">
        <p14:creationId xmlns:p14="http://schemas.microsoft.com/office/powerpoint/2010/main" val="1290912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47241" y="53078"/>
            <a:ext cx="2169698"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ATTRIBUTES TYPES</a:t>
            </a:r>
          </a:p>
        </p:txBody>
      </p:sp>
      <p:sp>
        <p:nvSpPr>
          <p:cNvPr id="2" name="TextBox 1"/>
          <p:cNvSpPr txBox="1"/>
          <p:nvPr/>
        </p:nvSpPr>
        <p:spPr>
          <a:xfrm>
            <a:off x="419100" y="487025"/>
            <a:ext cx="11487150" cy="5159554"/>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ORDINAL ATTRIBUTES</a:t>
            </a:r>
          </a:p>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An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ordinal attribute is an attribute with possible values that have a </a:t>
            </a:r>
            <a:r>
              <a:rPr kumimoji="0" lang="en-US" sz="2400" b="1"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meaningful order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or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ranking among them</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but the magnitude between successive values is not known.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Suppose that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drink size corresponds to the size of drinks available at a fast-food restaurant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This nominal attribute has three possible values: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small, medium, and large</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Customer satisfaction had the following ordinal categories: 0: very dissatisfied, 1: somewhat dissatisfied, 2: neutral, 3: satisfied, and 4: very satisfied.</a:t>
            </a:r>
          </a:p>
        </p:txBody>
      </p:sp>
    </p:spTree>
    <p:extLst>
      <p:ext uri="{BB962C8B-B14F-4D97-AF65-F5344CB8AC3E}">
        <p14:creationId xmlns:p14="http://schemas.microsoft.com/office/powerpoint/2010/main" val="1855349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47241" y="53078"/>
            <a:ext cx="2169698"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ATTRIBUTES TYPES</a:t>
            </a:r>
          </a:p>
        </p:txBody>
      </p:sp>
      <p:sp>
        <p:nvSpPr>
          <p:cNvPr id="2" name="TextBox 1"/>
          <p:cNvSpPr txBox="1"/>
          <p:nvPr/>
        </p:nvSpPr>
        <p:spPr>
          <a:xfrm>
            <a:off x="252320" y="253133"/>
            <a:ext cx="11559540" cy="6924973"/>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NUMERICAL ATTRIBUTES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A numeric attribute is quantitative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that is, it is a measurable quantity, represented in integer or real values.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Numeric attributes can be interval-scaled or ratio-scaled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Interval-scaled attributes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are measured on a scale of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equal-size units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The values of interval-scaled attributes have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order and can be positive, 0, or negative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Thus, in addition to providing a ranking of values, such attributes allow us to compare and quantify the difference between values.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A temperature attribute is interval-scaled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For example, a temperature of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20◦C is five degrees higher than a temperature of 15◦C</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Without a true zero</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we cannot say, for instance, that 10◦C is twice as warm as 5◦C</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That is, we cannot speak of the values in terms of ratios.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6179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47241" y="53078"/>
            <a:ext cx="2169698"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ATTRIBUTES TYPES</a:t>
            </a:r>
          </a:p>
        </p:txBody>
      </p:sp>
      <p:sp>
        <p:nvSpPr>
          <p:cNvPr id="2" name="TextBox 1"/>
          <p:cNvSpPr txBox="1"/>
          <p:nvPr/>
        </p:nvSpPr>
        <p:spPr>
          <a:xfrm>
            <a:off x="419100" y="487025"/>
            <a:ext cx="11487150" cy="4708981"/>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NUMERICAL ATTRIBUTES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Ratio Scaled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Unlike temperatures in Celsius and Fahrenheit, the Kelvin (K) temperature scale has what is considered a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true zero-point (0◦K = −273.15◦C)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It is the point at which the particles that comprise matter have zero kinetic energy. Other examples of ratio-scaled attributes include count attributes such as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years of experience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(e.g., the objects are employees) and </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mn-cs"/>
              </a:rPr>
              <a:t>number of words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(e.g., the objects are documents), monetary quantities (e.g., you are 100 times richer with $100 than with $1).</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7699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47241" y="53078"/>
            <a:ext cx="2169698"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ATTRIBUTES TYPES</a:t>
            </a:r>
          </a:p>
        </p:txBody>
      </p:sp>
      <p:sp>
        <p:nvSpPr>
          <p:cNvPr id="2" name="TextBox 1"/>
          <p:cNvSpPr txBox="1"/>
          <p:nvPr/>
        </p:nvSpPr>
        <p:spPr>
          <a:xfrm>
            <a:off x="419100" y="487025"/>
            <a:ext cx="11487150" cy="6370975"/>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DISCRETE ATTRIBUTES</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Classification algorithms developed from the field of machine learning often talk of attributes as being either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discrete or continuous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Each type may be processed differently. A discrete attribute has a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finite or countably infinite set of values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which may or may not be represented as integers. The attributes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hair color, smoker, medical test, and drink size each have a finite number of values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and so are discrete. Note that discrete attributes may have numeric values, such as 0 and 1 for binary attributes or, the values 0 to 110 for the attribute age. An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attribute is countably infinite if the set of possible values is infinite but the values can be put in a one-to-one correspondence with natural numbers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For example, the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attribute customer ID is countably infinite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4667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47241" y="53078"/>
            <a:ext cx="2169698"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ATTRIBUTES TYPES</a:t>
            </a:r>
          </a:p>
        </p:txBody>
      </p:sp>
      <p:sp>
        <p:nvSpPr>
          <p:cNvPr id="2" name="TextBox 1"/>
          <p:cNvSpPr txBox="1"/>
          <p:nvPr/>
        </p:nvSpPr>
        <p:spPr>
          <a:xfrm>
            <a:off x="419100" y="487025"/>
            <a:ext cx="11487150" cy="2492990"/>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CONTINOUS ATTRIBUTES</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 practice, real values are represented using a finite number of digits. </a:t>
            </a:r>
            <a:r>
              <a:rPr kumimoji="0" lang="en-US" sz="2400" b="1" i="1" u="none" strike="noStrike" kern="1200" cap="none" spc="0" normalizeH="0" baseline="0" noProof="0" dirty="0">
                <a:ln>
                  <a:noFill/>
                </a:ln>
                <a:solidFill>
                  <a:prstClr val="black"/>
                </a:solidFill>
                <a:effectLst/>
                <a:uLnTx/>
                <a:uFillTx/>
                <a:latin typeface="Calibri" panose="020F0502020204030204"/>
                <a:ea typeface="+mn-ea"/>
                <a:cs typeface="+mn-cs"/>
              </a:rPr>
              <a:t>Continuous attributes are typically represented as floating-point variables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5578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mc:AlternateContent xmlns:mc="http://schemas.openxmlformats.org/markup-compatibility/2006" xmlns:a14="http://schemas.microsoft.com/office/drawing/2010/main">
        <mc:Choice Requires="a14">
          <p:sp>
            <p:nvSpPr>
              <p:cNvPr id="2" name="TextBox 1"/>
              <p:cNvSpPr txBox="1"/>
              <p:nvPr/>
            </p:nvSpPr>
            <p:spPr>
              <a:xfrm>
                <a:off x="419100" y="487025"/>
                <a:ext cx="11487150" cy="6107249"/>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Two important statistical parameters in Machine Learning and Deep learning as well are:-</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Central Tendency</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Dispersion</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Center Tendency</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Mean </a:t>
                </a:r>
              </a:p>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up>
                      </m:s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𝑁</m:t>
                          </m:r>
                        </m:den>
                      </m:f>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𝑁</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Weighted Mean</a:t>
                </a:r>
              </a:p>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up>
                      </m:s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𝑤</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𝑤</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den>
                      </m:f>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𝑁</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419100" y="487025"/>
                <a:ext cx="11487150" cy="6107249"/>
              </a:xfrm>
              <a:prstGeom prst="rect">
                <a:avLst/>
              </a:prstGeom>
              <a:blipFill rotWithShape="0">
                <a:blip r:embed="rId3"/>
                <a:stretch>
                  <a:fillRect l="-849"/>
                </a:stretch>
              </a:blipFill>
            </p:spPr>
            <p:txBody>
              <a:bodyPr/>
              <a:lstStyle/>
              <a:p>
                <a:r>
                  <a:rPr lang="en-US">
                    <a:noFill/>
                  </a:rPr>
                  <a:t> </a:t>
                </a:r>
              </a:p>
            </p:txBody>
          </p:sp>
        </mc:Fallback>
      </mc:AlternateContent>
    </p:spTree>
    <p:extLst>
      <p:ext uri="{BB962C8B-B14F-4D97-AF65-F5344CB8AC3E}">
        <p14:creationId xmlns:p14="http://schemas.microsoft.com/office/powerpoint/2010/main" val="2479187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p:sp>
        <p:nvSpPr>
          <p:cNvPr id="2" name="TextBox 1"/>
          <p:cNvSpPr txBox="1"/>
          <p:nvPr/>
        </p:nvSpPr>
        <p:spPr>
          <a:xfrm>
            <a:off x="288521" y="751185"/>
            <a:ext cx="11487150" cy="5205720"/>
          </a:xfrm>
          <a:prstGeom prst="rect">
            <a:avLst/>
          </a:prstGeom>
          <a:noFill/>
        </p:spPr>
        <p:txBody>
          <a:bodyPr wrap="square" rtlCol="0">
            <a:spAutoFit/>
          </a:bodyPr>
          <a:lstStyle/>
          <a:p>
            <a:pPr marL="342900" marR="0" lvl="0" indent="-342900" algn="just" defTabSz="914400" rtl="0" eaLnBrk="1" fontAlgn="auto" latinLnBrk="0" hangingPunct="1">
              <a:lnSpc>
                <a:spcPct val="2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major problem with the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mean is its </a:t>
            </a:r>
            <a:r>
              <a:rPr kumimoji="0" lang="en-US" sz="2400" b="1"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sensitivity to extreme (e.g., outlier) values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Even a </a:t>
            </a:r>
            <a:r>
              <a:rPr kumimoji="0" lang="en-US" sz="2400" b="1"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small number of extreme values can corrupt the mean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For example, the mean salary at a company may be substantially pushed up by that of a few highly paid managers</a:t>
            </a:r>
          </a:p>
          <a:p>
            <a:pPr marL="342900" marR="0" lvl="0" indent="-342900" algn="just" defTabSz="914400" rtl="0" eaLnBrk="1" fontAlgn="auto" latinLnBrk="0" hangingPunct="1">
              <a:lnSpc>
                <a:spcPct val="2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 such cases the solution can be </a:t>
            </a:r>
            <a:r>
              <a:rPr kumimoji="0" lang="en-US" sz="2400" b="1"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trimmed Me</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an </a:t>
            </a:r>
            <a:r>
              <a:rPr kumimoji="0" lang="en-US" sz="24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i</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-e chopping of 2% of the data at the top/ bottom to remove outliers</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6994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p:sp>
        <p:nvSpPr>
          <p:cNvPr id="2" name="TextBox 1"/>
          <p:cNvSpPr txBox="1"/>
          <p:nvPr/>
        </p:nvSpPr>
        <p:spPr>
          <a:xfrm>
            <a:off x="519684" y="989945"/>
            <a:ext cx="11487150" cy="5078313"/>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from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sklearn.preprocessing</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import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StandardScaler</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import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numpy</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as np</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np.array</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([[1, 2, 3],</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[4, 5, 6],</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[7, 8, 9]])</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scaler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StandardScaler</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scaler.fit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means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scaler.mean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_</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print(</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f"the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mean of each column {means}")</a:t>
            </a:r>
          </a:p>
        </p:txBody>
      </p:sp>
      <p:sp>
        <p:nvSpPr>
          <p:cNvPr id="3" name="Rectangle 2"/>
          <p:cNvSpPr/>
          <p:nvPr/>
        </p:nvSpPr>
        <p:spPr>
          <a:xfrm>
            <a:off x="6847352" y="3408926"/>
            <a:ext cx="387798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FF0000"/>
                </a:solidFill>
                <a:effectLst/>
                <a:uLnTx/>
                <a:uFillTx/>
                <a:latin typeface="Roboto Mono"/>
                <a:ea typeface="+mn-ea"/>
                <a:cs typeface="+mn-cs"/>
              </a:rPr>
              <a:t>the mean of each column [4. 5. 6.]</a:t>
            </a:r>
            <a:endParaRPr kumimoji="0" lang="en-US" sz="1800" b="1" i="1"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1013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p:sp>
        <p:nvSpPr>
          <p:cNvPr id="2" name="TextBox 1"/>
          <p:cNvSpPr txBox="1"/>
          <p:nvPr/>
        </p:nvSpPr>
        <p:spPr>
          <a:xfrm>
            <a:off x="483108" y="927723"/>
            <a:ext cx="11487150" cy="3416320"/>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import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tensorflow</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as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tf</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tf.constant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([[1.0,2.0,3.0],</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[4.0,5.0,6.0],</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[7.0,8.0,9.0]</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means_complete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tf.reduce_mean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a:t>
            </a:r>
          </a:p>
        </p:txBody>
      </p:sp>
      <p:sp>
        <p:nvSpPr>
          <p:cNvPr id="3" name="Rectangle 2"/>
          <p:cNvSpPr/>
          <p:nvPr/>
        </p:nvSpPr>
        <p:spPr>
          <a:xfrm>
            <a:off x="6226683" y="2451217"/>
            <a:ext cx="516891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0000"/>
                </a:solidFill>
                <a:effectLst/>
                <a:uLnTx/>
                <a:uFillTx/>
                <a:latin typeface="Roboto Mono"/>
                <a:ea typeface="+mn-ea"/>
                <a:cs typeface="+mn-cs"/>
              </a:rPr>
              <a:t>Tensorflow</a:t>
            </a:r>
            <a:r>
              <a:rPr kumimoji="0" lang="en-US" sz="1800" b="1" i="0" u="none" strike="noStrike" kern="1200" cap="none" spc="0" normalizeH="0" baseline="0" noProof="0" dirty="0">
                <a:ln>
                  <a:noFill/>
                </a:ln>
                <a:solidFill>
                  <a:srgbClr val="FF0000"/>
                </a:solidFill>
                <a:effectLst/>
                <a:uLnTx/>
                <a:uFillTx/>
                <a:latin typeface="Roboto Mono"/>
                <a:ea typeface="+mn-ea"/>
                <a:cs typeface="+mn-cs"/>
              </a:rPr>
              <a:t> based mean of complete array 5.0</a:t>
            </a:r>
            <a:endPar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5" name="TextBox 4"/>
          <p:cNvSpPr txBox="1"/>
          <p:nvPr/>
        </p:nvSpPr>
        <p:spPr>
          <a:xfrm>
            <a:off x="483108" y="5056632"/>
            <a:ext cx="1108405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FF0000"/>
                </a:solidFill>
                <a:effectLst/>
                <a:uLnTx/>
                <a:uFillTx/>
                <a:latin typeface="Calibri" panose="020F0502020204030204"/>
                <a:ea typeface="+mn-ea"/>
                <a:cs typeface="+mn-cs"/>
              </a:rPr>
              <a:t>Self Study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 Get the Mean of the data matrix column &amp; row wise</a:t>
            </a:r>
          </a:p>
        </p:txBody>
      </p:sp>
    </p:spTree>
    <p:extLst>
      <p:ext uri="{BB962C8B-B14F-4D97-AF65-F5344CB8AC3E}">
        <p14:creationId xmlns:p14="http://schemas.microsoft.com/office/powerpoint/2010/main" val="2960177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p:sp>
        <p:nvSpPr>
          <p:cNvPr id="6" name="Rectangle 5"/>
          <p:cNvSpPr/>
          <p:nvPr/>
        </p:nvSpPr>
        <p:spPr>
          <a:xfrm>
            <a:off x="273304" y="765549"/>
            <a:ext cx="6163056" cy="549381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import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tensorflow</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tf</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 a sample matrix (tensor)</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tf.constant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 2.0, 3.0],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[4.0, 5.0, 6.0],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[7.0, 8.0, 9.0]])</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 weights (same shape as data or compatible for broadcasting)</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weights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tf.constant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 0.2, 0.3],</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[0.2, 0.1, 0.3],</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[0.3, 0.3, 0.1]])</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6"/>
          <p:cNvSpPr/>
          <p:nvPr/>
        </p:nvSpPr>
        <p:spPr>
          <a:xfrm>
            <a:off x="6215888" y="900936"/>
            <a:ext cx="5824728" cy="5056128"/>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Multiply the data by the weights</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weighted_data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data * weights</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Compute the sum of weighted values</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weighted_sum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tf.reduce_sum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weighted_data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Compute the sum of the weights (to normalize the result)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sum_weights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tf.reduce_sum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(weights)</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Compute the weighted average</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weighted_average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weighted_sum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sum_weights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Print the result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print(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f"Weighted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average of the matrix: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weighted_average.numpy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8" name="TextBox 7"/>
          <p:cNvSpPr txBox="1"/>
          <p:nvPr/>
        </p:nvSpPr>
        <p:spPr>
          <a:xfrm>
            <a:off x="490070" y="6259361"/>
            <a:ext cx="1108405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FF0000"/>
                </a:solidFill>
                <a:effectLst/>
                <a:uLnTx/>
                <a:uFillTx/>
                <a:latin typeface="Calibri" panose="020F0502020204030204"/>
                <a:ea typeface="+mn-ea"/>
                <a:cs typeface="+mn-cs"/>
              </a:rPr>
              <a:t>Self Study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 Get the Mean of the data matrix column &amp; row wise</a:t>
            </a:r>
          </a:p>
        </p:txBody>
      </p:sp>
    </p:spTree>
    <p:extLst>
      <p:ext uri="{BB962C8B-B14F-4D97-AF65-F5344CB8AC3E}">
        <p14:creationId xmlns:p14="http://schemas.microsoft.com/office/powerpoint/2010/main" val="3563872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mc:AlternateContent xmlns:mc="http://schemas.openxmlformats.org/markup-compatibility/2006" xmlns:a14="http://schemas.microsoft.com/office/drawing/2010/main">
        <mc:Choice Requires="a14">
          <p:sp>
            <p:nvSpPr>
              <p:cNvPr id="2" name="TextBox 1"/>
              <p:cNvSpPr txBox="1"/>
              <p:nvPr/>
            </p:nvSpPr>
            <p:spPr>
              <a:xfrm>
                <a:off x="347472" y="453188"/>
                <a:ext cx="11722608" cy="6040243"/>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Center Tendency</a:t>
                </a:r>
              </a:p>
              <a:p>
                <a:pPr marL="342900" marR="0" lvl="0" indent="-342900" algn="just" defTabSz="914400" rtl="0" eaLnBrk="1" fontAlgn="auto" latinLnBrk="0" hangingPunct="1">
                  <a:lnSpc>
                    <a:spcPct val="130000"/>
                  </a:lnSpc>
                  <a:spcBef>
                    <a:spcPts val="0"/>
                  </a:spcBef>
                  <a:spcAft>
                    <a:spcPts val="0"/>
                  </a:spcAft>
                  <a:buClrTx/>
                  <a:buSzTx/>
                  <a:buFont typeface="Wingdings" panose="05000000000000000000" pitchFamily="2" charset="2"/>
                  <a:buChar char="ü"/>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Median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For skewed (asymmetric) data, a better measure of the center of data is the median, which is the middle value in a set of ordered data values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It is the value that separates the higher half of a data set from the lower half.</a:t>
                </a:r>
              </a:p>
              <a:p>
                <a:pPr marL="342900" marR="0" lvl="0" indent="-342900" algn="just" defTabSz="914400" rtl="0" eaLnBrk="1" fontAlgn="auto" latinLnBrk="0" hangingPunct="1">
                  <a:lnSpc>
                    <a:spcPct val="13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Example: . Suppose we have the following values for salary (in thousands of dollars), shown in increasing order: </a:t>
                </a:r>
                <a:r>
                  <a:rPr kumimoji="0" lang="en-US" sz="24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36, 47, 30, 50, 52, 52, 56, 60, 63, 70, 70, 110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Can you calculate its median??</a:t>
                </a:r>
              </a:p>
              <a:p>
                <a:pPr marL="342900" marR="0" lvl="0" indent="-342900" algn="just" defTabSz="914400" rtl="0" eaLnBrk="1" fontAlgn="auto" latinLnBrk="0" hangingPunct="1">
                  <a:lnSpc>
                    <a:spcPct val="13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Step 1 : Rearrange in increasing order 30, 36, 47, 50, 52, </a:t>
                </a:r>
                <a:r>
                  <a:rPr kumimoji="0" lang="en-US" sz="24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Calibri" panose="020F0502020204030204"/>
                    <a:ea typeface="+mn-ea"/>
                    <a:cs typeface="+mn-cs"/>
                  </a:rPr>
                  <a:t>52, 56</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60, 63, 70, 70, 110.</a:t>
                </a:r>
              </a:p>
              <a:p>
                <a:pPr marL="342900" marR="0" lvl="0" indent="-342900" algn="just" defTabSz="914400" rtl="0" eaLnBrk="1" fontAlgn="auto" latinLnBrk="0" hangingPunct="1">
                  <a:lnSpc>
                    <a:spcPct val="13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Step 2: Get the average of the middle most values as sequence is even in case of Odd sequence the middle value will be median</a:t>
                </a:r>
              </a:p>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d>
                            <m:dPr>
                              <m:begChr m:val="{"/>
                              <m:end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52+56</m:t>
                              </m:r>
                            </m:e>
                          </m:d>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den>
                      </m:f>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=54</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347472" y="453188"/>
                <a:ext cx="11722608" cy="6040243"/>
              </a:xfrm>
              <a:prstGeom prst="rect">
                <a:avLst/>
              </a:prstGeom>
              <a:blipFill>
                <a:blip r:embed="rId3"/>
                <a:stretch>
                  <a:fillRect l="-780" r="-1092"/>
                </a:stretch>
              </a:blipFill>
            </p:spPr>
            <p:txBody>
              <a:bodyPr/>
              <a:lstStyle/>
              <a:p>
                <a:r>
                  <a:rPr lang="en-US">
                    <a:noFill/>
                  </a:rPr>
                  <a:t> </a:t>
                </a:r>
              </a:p>
            </p:txBody>
          </p:sp>
        </mc:Fallback>
      </mc:AlternateContent>
    </p:spTree>
    <p:extLst>
      <p:ext uri="{BB962C8B-B14F-4D97-AF65-F5344CB8AC3E}">
        <p14:creationId xmlns:p14="http://schemas.microsoft.com/office/powerpoint/2010/main" val="3617526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p:sp>
        <p:nvSpPr>
          <p:cNvPr id="2" name="TextBox 1"/>
          <p:cNvSpPr txBox="1"/>
          <p:nvPr/>
        </p:nvSpPr>
        <p:spPr>
          <a:xfrm>
            <a:off x="347472" y="453188"/>
            <a:ext cx="11722608" cy="2086725"/>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Center Tendency</a:t>
            </a:r>
          </a:p>
          <a:p>
            <a:pPr marL="342900" marR="0" lvl="0" indent="-342900" algn="just" defTabSz="914400" rtl="0" eaLnBrk="1" fontAlgn="auto" latinLnBrk="0" hangingPunct="1">
              <a:lnSpc>
                <a:spcPct val="130000"/>
              </a:lnSpc>
              <a:spcBef>
                <a:spcPts val="0"/>
              </a:spcBef>
              <a:spcAft>
                <a:spcPts val="0"/>
              </a:spcAft>
              <a:buClrTx/>
              <a:buSzTx/>
              <a:buFont typeface="Wingdings" panose="05000000000000000000" pitchFamily="2" charset="2"/>
              <a:buChar char="ü"/>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Mode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The mode for a set of data is the value that occurs most frequently in the set.</a:t>
            </a: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 sets with one, two, or three modes are respectively called unimodal, bimodal, and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trimodal</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In general, a data set with two or more modes is multimodal</a:t>
            </a:r>
          </a:p>
        </p:txBody>
      </p:sp>
      <p:sp>
        <p:nvSpPr>
          <p:cNvPr id="3" name="TextBox 2"/>
          <p:cNvSpPr txBox="1"/>
          <p:nvPr/>
        </p:nvSpPr>
        <p:spPr>
          <a:xfrm>
            <a:off x="676656" y="3072384"/>
            <a:ext cx="10981944" cy="3416320"/>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Quiz 1 -  Mind Boggler</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[30, 36, 47, 50, 52, 52, 56, 60, 63, 70, 70, 110]</a:t>
            </a:r>
          </a:p>
          <a:p>
            <a:pPr marL="285750" marR="0" lvl="0" indent="-28575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Write the Mode in the dataset</a:t>
            </a:r>
          </a:p>
          <a:p>
            <a:pPr marL="285750" marR="0" lvl="0" indent="-28575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Let us have a weights array w = [0.1, 1, 2, 0.1, 0.1, 1, 2, 0.1, 0.1, 1, 2, 0.1]</a:t>
            </a:r>
          </a:p>
          <a:p>
            <a:pPr marL="285750" marR="0" lvl="0" indent="-28575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Can you calculate the weighted Mean of the array</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f</a:t>
            </a:r>
          </a:p>
          <a:p>
            <a:pPr marL="0" marR="0" lvl="0" indent="0" algn="l" defTabSz="914400" rtl="0" eaLnBrk="1" fontAlgn="auto" latinLnBrk="0" hangingPunct="1">
              <a:lnSpc>
                <a:spcPct val="2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4983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p:sp>
        <p:nvSpPr>
          <p:cNvPr id="2" name="TextBox 1"/>
          <p:cNvSpPr txBox="1"/>
          <p:nvPr/>
        </p:nvSpPr>
        <p:spPr>
          <a:xfrm>
            <a:off x="347472" y="453188"/>
            <a:ext cx="11722608" cy="4524315"/>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Center Tendency</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For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unimodal numeric data that are moderately skewed (asymmetrical)</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we have the empirical relation: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mean − mode ≈ 3 × (mean − median). </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This implies that the </a:t>
            </a:r>
            <a:r>
              <a:rPr kumimoji="0" lang="en-US" sz="2400" b="1" i="1"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mn-ea"/>
                <a:cs typeface="+mn-cs"/>
              </a:rPr>
              <a:t>mode for unimodal frequency curves that are moderately skewed can easily be approximated if the mean and median values are known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The midrange can also be used to assess the central tendency of a numeric data set. It is the average of the largest and smallest values in the set</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4850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p:sp>
        <p:nvSpPr>
          <p:cNvPr id="2" name="TextBox 1"/>
          <p:cNvSpPr txBox="1"/>
          <p:nvPr/>
        </p:nvSpPr>
        <p:spPr>
          <a:xfrm>
            <a:off x="243840" y="1069548"/>
            <a:ext cx="4663440" cy="4247317"/>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import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tensorflow</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as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tf</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 a sample tensor (matrix)</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tf.constant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 2.0, 3.0],</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[4.0, 5.0, 6.0],</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[7.0, 8.0, 9.0]])</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Flatten the matrix to a 1D tensor</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flattened_data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tf.reshape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 [-1])</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Sort the flattened tensor</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sorted_data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tf.sort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flattened_data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Rectangle 2"/>
          <p:cNvSpPr/>
          <p:nvPr/>
        </p:nvSpPr>
        <p:spPr>
          <a:xfrm>
            <a:off x="4907280" y="695970"/>
            <a:ext cx="7132320" cy="5909310"/>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Calculate the number of elements</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n_elements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tf.size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sorted_data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the number of elements is odd, the median is the middle element</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it's even, the median is the average of the two middle elements</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is_odd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tf.math.mod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n_elements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2)</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Get the middle index</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middle_index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n_elements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2</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Conditional logic to handle odd and even cases</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median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tf.cond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is_odd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&gt; 0,</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lambda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sorted_data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middle_index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lambda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sorted_data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middle_index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- 1]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sorted_data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middle_index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2)</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Print the median</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print(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f"Median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the matrix: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median.numpy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876315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p:sp>
        <p:nvSpPr>
          <p:cNvPr id="2" name="TextBox 1"/>
          <p:cNvSpPr txBox="1"/>
          <p:nvPr/>
        </p:nvSpPr>
        <p:spPr>
          <a:xfrm>
            <a:off x="347472" y="453188"/>
            <a:ext cx="11722608" cy="2862322"/>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Dispersion</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Range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The range of the set is the difference between the largest (max()) and smallest (min()) values.</a:t>
            </a:r>
            <a:endPar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Quantiles</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p:cNvPicPr>
            <a:picLocks noChangeAspect="1"/>
          </p:cNvPicPr>
          <p:nvPr/>
        </p:nvPicPr>
        <p:blipFill>
          <a:blip r:embed="rId3"/>
          <a:stretch>
            <a:fillRect/>
          </a:stretch>
        </p:blipFill>
        <p:spPr>
          <a:xfrm>
            <a:off x="2979150" y="1916299"/>
            <a:ext cx="6233700" cy="3025402"/>
          </a:xfrm>
          <a:prstGeom prst="rect">
            <a:avLst/>
          </a:prstGeom>
        </p:spPr>
      </p:pic>
      <p:sp>
        <p:nvSpPr>
          <p:cNvPr id="5" name="TextBox 4"/>
          <p:cNvSpPr txBox="1"/>
          <p:nvPr/>
        </p:nvSpPr>
        <p:spPr>
          <a:xfrm>
            <a:off x="563880" y="4941701"/>
            <a:ext cx="1117092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Quantiles are points taken at regular intervals of a data distribution, dividing it into essentially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equalsize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consecutive sets. (We say “essentially” because there may not be data values of X that divide the data into exactly equal-sized subsets.</a:t>
            </a:r>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3F3F2013-A638-1FDD-94A9-EC4D132906B6}"/>
                  </a:ext>
                </a:extLst>
              </p14:cNvPr>
              <p14:cNvContentPartPr/>
              <p14:nvPr/>
            </p14:nvContentPartPr>
            <p14:xfrm>
              <a:off x="799920" y="2463840"/>
              <a:ext cx="8420760" cy="3277080"/>
            </p14:xfrm>
          </p:contentPart>
        </mc:Choice>
        <mc:Fallback xmlns="">
          <p:pic>
            <p:nvPicPr>
              <p:cNvPr id="6" name="Ink 5">
                <a:extLst>
                  <a:ext uri="{FF2B5EF4-FFF2-40B4-BE49-F238E27FC236}">
                    <a16:creationId xmlns:a16="http://schemas.microsoft.com/office/drawing/2014/main" id="{3F3F2013-A638-1FDD-94A9-EC4D132906B6}"/>
                  </a:ext>
                </a:extLst>
              </p:cNvPr>
              <p:cNvPicPr/>
              <p:nvPr/>
            </p:nvPicPr>
            <p:blipFill>
              <a:blip r:embed="rId5"/>
              <a:stretch>
                <a:fillRect/>
              </a:stretch>
            </p:blipFill>
            <p:spPr>
              <a:xfrm>
                <a:off x="790560" y="2454480"/>
                <a:ext cx="8439480" cy="3295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A0CC1614-91A9-0991-0DC5-40A502B66E8F}"/>
                  </a:ext>
                </a:extLst>
              </p14:cNvPr>
              <p14:cNvContentPartPr/>
              <p14:nvPr/>
            </p14:nvContentPartPr>
            <p14:xfrm>
              <a:off x="2438280" y="3714840"/>
              <a:ext cx="8007840" cy="1079640"/>
            </p14:xfrm>
          </p:contentPart>
        </mc:Choice>
        <mc:Fallback xmlns="">
          <p:pic>
            <p:nvPicPr>
              <p:cNvPr id="7" name="Ink 6">
                <a:extLst>
                  <a:ext uri="{FF2B5EF4-FFF2-40B4-BE49-F238E27FC236}">
                    <a16:creationId xmlns:a16="http://schemas.microsoft.com/office/drawing/2014/main" id="{A0CC1614-91A9-0991-0DC5-40A502B66E8F}"/>
                  </a:ext>
                </a:extLst>
              </p:cNvPr>
              <p:cNvPicPr/>
              <p:nvPr/>
            </p:nvPicPr>
            <p:blipFill>
              <a:blip r:embed="rId7"/>
              <a:stretch>
                <a:fillRect/>
              </a:stretch>
            </p:blipFill>
            <p:spPr>
              <a:xfrm>
                <a:off x="2428920" y="3705480"/>
                <a:ext cx="8026560" cy="1098360"/>
              </a:xfrm>
              <a:prstGeom prst="rect">
                <a:avLst/>
              </a:prstGeom>
            </p:spPr>
          </p:pic>
        </mc:Fallback>
      </mc:AlternateContent>
    </p:spTree>
    <p:extLst>
      <p:ext uri="{BB962C8B-B14F-4D97-AF65-F5344CB8AC3E}">
        <p14:creationId xmlns:p14="http://schemas.microsoft.com/office/powerpoint/2010/main" val="386943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p:sp>
        <p:nvSpPr>
          <p:cNvPr id="2" name="TextBox 1"/>
          <p:cNvSpPr txBox="1"/>
          <p:nvPr/>
        </p:nvSpPr>
        <p:spPr>
          <a:xfrm>
            <a:off x="347472" y="453188"/>
            <a:ext cx="11722608" cy="5632311"/>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Dispersion</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Quartiles</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2-quantile is the data point dividing the lower and upper halves of the data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distribution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It corresponds to the median. The 4-quantiles are the three data points that split the data distribution into four equal parts; each part represents one-fourth of the data distribution. They are more commonly referred to as quartiles. The 100-quantiles are more commonly referred to as percentiles</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distance between the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first and third quartiles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is a simple measure of spread that gives the range covered by the middle half of the data. This distance is called the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interquartile range (IQR)</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and is defined as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5FEE8B04-DDD8-E3AE-02E3-0AE608BF6786}"/>
                  </a:ext>
                </a:extLst>
              </p14:cNvPr>
              <p14:cNvContentPartPr/>
              <p14:nvPr/>
            </p14:nvContentPartPr>
            <p14:xfrm>
              <a:off x="488880" y="673200"/>
              <a:ext cx="11576520" cy="5340600"/>
            </p14:xfrm>
          </p:contentPart>
        </mc:Choice>
        <mc:Fallback xmlns="">
          <p:pic>
            <p:nvPicPr>
              <p:cNvPr id="3" name="Ink 2">
                <a:extLst>
                  <a:ext uri="{FF2B5EF4-FFF2-40B4-BE49-F238E27FC236}">
                    <a16:creationId xmlns:a16="http://schemas.microsoft.com/office/drawing/2014/main" id="{5FEE8B04-DDD8-E3AE-02E3-0AE608BF6786}"/>
                  </a:ext>
                </a:extLst>
              </p:cNvPr>
              <p:cNvPicPr/>
              <p:nvPr/>
            </p:nvPicPr>
            <p:blipFill>
              <a:blip r:embed="rId4"/>
              <a:stretch>
                <a:fillRect/>
              </a:stretch>
            </p:blipFill>
            <p:spPr>
              <a:xfrm>
                <a:off x="479520" y="663840"/>
                <a:ext cx="11595240" cy="5359320"/>
              </a:xfrm>
              <a:prstGeom prst="rect">
                <a:avLst/>
              </a:prstGeom>
            </p:spPr>
          </p:pic>
        </mc:Fallback>
      </mc:AlternateContent>
    </p:spTree>
    <p:extLst>
      <p:ext uri="{BB962C8B-B14F-4D97-AF65-F5344CB8AC3E}">
        <p14:creationId xmlns:p14="http://schemas.microsoft.com/office/powerpoint/2010/main" val="1950697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mc:AlternateContent xmlns:mc="http://schemas.openxmlformats.org/markup-compatibility/2006" xmlns:a14="http://schemas.microsoft.com/office/drawing/2010/main">
        <mc:Choice Requires="a14">
          <p:sp>
            <p:nvSpPr>
              <p:cNvPr id="2" name="TextBox 1"/>
              <p:cNvSpPr txBox="1"/>
              <p:nvPr/>
            </p:nvSpPr>
            <p:spPr>
              <a:xfrm>
                <a:off x="347472" y="453188"/>
                <a:ext cx="11722608" cy="5632311"/>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Dispersion</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Quartiles</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f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[30, 36,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47</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50, 52,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52</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56, 60,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63</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70, 70,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110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1</a:t>
                </a:r>
                <a:r>
                  <a:rPr kumimoji="0" lang="en-US" sz="2400" b="1" i="0" u="sng" strike="noStrike" kern="1200" cap="none" spc="0" normalizeH="0" baseline="30000" noProof="0" dirty="0">
                    <a:ln>
                      <a:noFill/>
                    </a:ln>
                    <a:solidFill>
                      <a:prstClr val="black"/>
                    </a:solidFill>
                    <a:effectLst/>
                    <a:uLnTx/>
                    <a:uFillTx/>
                    <a:latin typeface="Calibri" panose="020F0502020204030204"/>
                    <a:ea typeface="+mn-ea"/>
                    <a:cs typeface="+mn-cs"/>
                  </a:rPr>
                  <a:t>st</a:t>
                </a: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 Quartile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k/q * N= ¼ * 12 = 3</a:t>
                </a:r>
                <a:r>
                  <a:rPr kumimoji="0" lang="en-US" sz="2400" b="0" i="0" u="none" strike="noStrike" kern="1200" cap="none" spc="0" normalizeH="0" baseline="30000" noProof="0" dirty="0">
                    <a:ln>
                      <a:noFill/>
                    </a:ln>
                    <a:solidFill>
                      <a:prstClr val="black"/>
                    </a:solidFill>
                    <a:effectLst/>
                    <a:uLnTx/>
                    <a:uFillTx/>
                    <a:latin typeface="Calibri" panose="020F0502020204030204"/>
                    <a:ea typeface="+mn-ea"/>
                    <a:cs typeface="+mn-cs"/>
                  </a:rPr>
                  <a:t>rd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value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2</a:t>
                </a:r>
                <a:r>
                  <a:rPr kumimoji="0" lang="en-US" sz="2400" b="1" i="0" u="sng" strike="noStrike" kern="1200" cap="none" spc="0" normalizeH="0" baseline="30000" noProof="0" dirty="0">
                    <a:ln>
                      <a:noFill/>
                    </a:ln>
                    <a:solidFill>
                      <a:prstClr val="black"/>
                    </a:solidFill>
                    <a:effectLst/>
                    <a:uLnTx/>
                    <a:uFillTx/>
                    <a:latin typeface="Calibri" panose="020F0502020204030204"/>
                    <a:ea typeface="+mn-ea"/>
                    <a:cs typeface="+mn-cs"/>
                  </a:rPr>
                  <a:t>nd</a:t>
                </a: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 Quartile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k/q * N = 2/4 * 12 = 6</a:t>
                </a:r>
                <a:r>
                  <a:rPr kumimoji="0" lang="en-US" sz="2400" b="0" i="0" u="none" strike="noStrike" kern="1200" cap="none" spc="0" normalizeH="0" baseline="30000" noProof="0" dirty="0">
                    <a:ln>
                      <a:noFill/>
                    </a:ln>
                    <a:solidFill>
                      <a:prstClr val="black"/>
                    </a:solidFill>
                    <a:effectLst/>
                    <a:uLnTx/>
                    <a:uFillTx/>
                    <a:latin typeface="Calibri" panose="020F0502020204030204"/>
                    <a:ea typeface="+mn-ea"/>
                    <a:cs typeface="+mn-cs"/>
                  </a:rPr>
                  <a:t>th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value</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3</a:t>
                </a:r>
                <a:r>
                  <a:rPr kumimoji="0" lang="en-US" sz="2400" b="1" i="0" u="sng" strike="noStrike" kern="1200" cap="none" spc="0" normalizeH="0" baseline="30000" noProof="0" dirty="0">
                    <a:ln>
                      <a:noFill/>
                    </a:ln>
                    <a:solidFill>
                      <a:prstClr val="black"/>
                    </a:solidFill>
                    <a:effectLst/>
                    <a:uLnTx/>
                    <a:uFillTx/>
                    <a:latin typeface="Calibri" panose="020F0502020204030204"/>
                    <a:ea typeface="+mn-ea"/>
                    <a:cs typeface="+mn-cs"/>
                  </a:rPr>
                  <a:t>rd</a:t>
                </a: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 Quartile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k/q * N = ¾ * 12 = 9</a:t>
                </a:r>
                <a:r>
                  <a:rPr kumimoji="0" lang="en-US" sz="2400" b="0" i="0" u="none" strike="noStrike" kern="1200" cap="none" spc="0" normalizeH="0" baseline="30000" noProof="0" dirty="0">
                    <a:ln>
                      <a:noFill/>
                    </a:ln>
                    <a:solidFill>
                      <a:prstClr val="black"/>
                    </a:solidFill>
                    <a:effectLst/>
                    <a:uLnTx/>
                    <a:uFillTx/>
                    <a:latin typeface="Calibri" panose="020F0502020204030204"/>
                    <a:ea typeface="+mn-ea"/>
                    <a:cs typeface="+mn-cs"/>
                  </a:rPr>
                  <a:t>th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value</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4</a:t>
                </a:r>
                <a:r>
                  <a:rPr kumimoji="0" lang="en-US" sz="2400" b="1" i="0" u="sng" strike="noStrike" kern="1200" cap="none" spc="0" normalizeH="0" baseline="30000" noProof="0" dirty="0">
                    <a:ln>
                      <a:noFill/>
                    </a:ln>
                    <a:solidFill>
                      <a:prstClr val="black"/>
                    </a:solidFill>
                    <a:effectLst/>
                    <a:uLnTx/>
                    <a:uFillTx/>
                    <a:latin typeface="Calibri" panose="020F0502020204030204"/>
                    <a:ea typeface="+mn-ea"/>
                    <a:cs typeface="+mn-cs"/>
                  </a:rPr>
                  <a:t>th</a:t>
                </a: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 Quartile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k/q * N = 12</a:t>
                </a:r>
                <a:r>
                  <a:rPr kumimoji="0" lang="en-US" sz="2400" b="0" i="0" u="none" strike="noStrike" kern="1200" cap="none" spc="0" normalizeH="0" baseline="30000" noProof="0" dirty="0">
                    <a:ln>
                      <a:noFill/>
                    </a:ln>
                    <a:solidFill>
                      <a:prstClr val="black"/>
                    </a:solidFill>
                    <a:effectLst/>
                    <a:uLnTx/>
                    <a:uFillTx/>
                    <a:latin typeface="Calibri" panose="020F0502020204030204"/>
                    <a:ea typeface="+mn-ea"/>
                    <a:cs typeface="+mn-cs"/>
                  </a:rPr>
                  <a:t>th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value</a:t>
                </a:r>
              </a:p>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𝐼𝑄𝑅</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𝑄</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sub>
                      </m:s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𝑄</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𝐼𝑄𝑅</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=63 −47=16</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347472" y="453188"/>
                <a:ext cx="11722608" cy="5632311"/>
              </a:xfrm>
              <a:prstGeom prst="rect">
                <a:avLst/>
              </a:prstGeom>
              <a:blipFill rotWithShape="0">
                <a:blip r:embed="rId3"/>
                <a:stretch>
                  <a:fillRect l="-780"/>
                </a:stretch>
              </a:blipFill>
            </p:spPr>
            <p:txBody>
              <a:bodyPr/>
              <a:lstStyle/>
              <a:p>
                <a:r>
                  <a:rPr lang="en-US">
                    <a:noFill/>
                  </a:rPr>
                  <a:t> </a:t>
                </a:r>
              </a:p>
            </p:txBody>
          </p:sp>
        </mc:Fallback>
      </mc:AlternateContent>
      <p:sp>
        <p:nvSpPr>
          <p:cNvPr id="3" name="TextBox 2"/>
          <p:cNvSpPr txBox="1"/>
          <p:nvPr/>
        </p:nvSpPr>
        <p:spPr>
          <a:xfrm>
            <a:off x="518160" y="5715000"/>
            <a:ext cx="1109472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prstClr val="black"/>
                </a:solidFill>
                <a:effectLst/>
                <a:uLnTx/>
                <a:uFillTx/>
                <a:latin typeface="Calibri" panose="020F0502020204030204"/>
                <a:ea typeface="+mn-ea"/>
                <a:cs typeface="+mn-cs"/>
              </a:rPr>
              <a:t>A common rule of thumb for identifying suspected outliers is to single out values falling at least </a:t>
            </a:r>
            <a:r>
              <a:rPr kumimoji="0" lang="en-US" sz="2400" b="1" i="1" u="none" strike="noStrike" kern="1200" cap="none" spc="0" normalizeH="0" baseline="0" noProof="0" dirty="0">
                <a:ln>
                  <a:noFill/>
                </a:ln>
                <a:solidFill>
                  <a:srgbClr val="FF0000"/>
                </a:solidFill>
                <a:effectLst/>
                <a:uLnTx/>
                <a:uFillTx/>
                <a:latin typeface="Calibri" panose="020F0502020204030204"/>
                <a:ea typeface="+mn-ea"/>
                <a:cs typeface="+mn-cs"/>
              </a:rPr>
              <a:t>1.5 × IQR </a:t>
            </a:r>
            <a:r>
              <a:rPr kumimoji="0" lang="en-US" sz="2400" b="1" i="1" u="none" strike="noStrike" kern="1200" cap="none" spc="0" normalizeH="0" baseline="0" noProof="0" dirty="0">
                <a:ln>
                  <a:noFill/>
                </a:ln>
                <a:solidFill>
                  <a:prstClr val="black"/>
                </a:solidFill>
                <a:effectLst/>
                <a:uLnTx/>
                <a:uFillTx/>
                <a:latin typeface="Calibri" panose="020F0502020204030204"/>
                <a:ea typeface="+mn-ea"/>
                <a:cs typeface="+mn-cs"/>
              </a:rPr>
              <a:t>above the third quartile or below the first quartile</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3099202-46D5-394D-C2BB-1136C572233D}"/>
                  </a:ext>
                </a:extLst>
              </p14:cNvPr>
              <p14:cNvContentPartPr/>
              <p14:nvPr/>
            </p14:nvContentPartPr>
            <p14:xfrm>
              <a:off x="946080" y="1676520"/>
              <a:ext cx="10141200" cy="1365480"/>
            </p14:xfrm>
          </p:contentPart>
        </mc:Choice>
        <mc:Fallback xmlns="">
          <p:pic>
            <p:nvPicPr>
              <p:cNvPr id="5" name="Ink 4">
                <a:extLst>
                  <a:ext uri="{FF2B5EF4-FFF2-40B4-BE49-F238E27FC236}">
                    <a16:creationId xmlns:a16="http://schemas.microsoft.com/office/drawing/2014/main" id="{93099202-46D5-394D-C2BB-1136C572233D}"/>
                  </a:ext>
                </a:extLst>
              </p:cNvPr>
              <p:cNvPicPr/>
              <p:nvPr/>
            </p:nvPicPr>
            <p:blipFill>
              <a:blip r:embed="rId5"/>
              <a:stretch>
                <a:fillRect/>
              </a:stretch>
            </p:blipFill>
            <p:spPr>
              <a:xfrm>
                <a:off x="936720" y="1667160"/>
                <a:ext cx="10159920" cy="1384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AF774A79-1B95-F86A-8B2E-9D3B581E589B}"/>
                  </a:ext>
                </a:extLst>
              </p14:cNvPr>
              <p14:cNvContentPartPr/>
              <p14:nvPr/>
            </p14:nvContentPartPr>
            <p14:xfrm>
              <a:off x="838080" y="819000"/>
              <a:ext cx="10585800" cy="4934520"/>
            </p14:xfrm>
          </p:contentPart>
        </mc:Choice>
        <mc:Fallback xmlns="">
          <p:pic>
            <p:nvPicPr>
              <p:cNvPr id="6" name="Ink 5">
                <a:extLst>
                  <a:ext uri="{FF2B5EF4-FFF2-40B4-BE49-F238E27FC236}">
                    <a16:creationId xmlns:a16="http://schemas.microsoft.com/office/drawing/2014/main" id="{AF774A79-1B95-F86A-8B2E-9D3B581E589B}"/>
                  </a:ext>
                </a:extLst>
              </p:cNvPr>
              <p:cNvPicPr/>
              <p:nvPr/>
            </p:nvPicPr>
            <p:blipFill>
              <a:blip r:embed="rId7"/>
              <a:stretch>
                <a:fillRect/>
              </a:stretch>
            </p:blipFill>
            <p:spPr>
              <a:xfrm>
                <a:off x="828720" y="809640"/>
                <a:ext cx="10604520" cy="4953240"/>
              </a:xfrm>
              <a:prstGeom prst="rect">
                <a:avLst/>
              </a:prstGeom>
            </p:spPr>
          </p:pic>
        </mc:Fallback>
      </mc:AlternateContent>
    </p:spTree>
    <p:extLst>
      <p:ext uri="{BB962C8B-B14F-4D97-AF65-F5344CB8AC3E}">
        <p14:creationId xmlns:p14="http://schemas.microsoft.com/office/powerpoint/2010/main" val="1351492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0093"/>
          <a:stretch/>
        </p:blipFill>
        <p:spPr>
          <a:xfrm>
            <a:off x="2331721" y="1101793"/>
            <a:ext cx="7418362" cy="5623112"/>
          </a:xfrm>
          <a:prstGeom prst="rect">
            <a:avLst/>
          </a:prstGeom>
        </p:spPr>
      </p:pic>
      <p:sp>
        <p:nvSpPr>
          <p:cNvPr id="5" name="Rectangle 4"/>
          <p:cNvSpPr/>
          <p:nvPr/>
        </p:nvSpPr>
        <p:spPr>
          <a:xfrm>
            <a:off x="4413005" y="53078"/>
            <a:ext cx="323819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Understanding the Data First</a:t>
            </a:r>
          </a:p>
        </p:txBody>
      </p:sp>
      <p:cxnSp>
        <p:nvCxnSpPr>
          <p:cNvPr id="7" name="Straight Arrow Connector 6"/>
          <p:cNvCxnSpPr/>
          <p:nvPr/>
        </p:nvCxnSpPr>
        <p:spPr>
          <a:xfrm flipH="1">
            <a:off x="4236720" y="1101793"/>
            <a:ext cx="3215640" cy="650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924800" y="1101793"/>
            <a:ext cx="28956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Outliers</a:t>
            </a:r>
          </a:p>
        </p:txBody>
      </p:sp>
      <p:cxnSp>
        <p:nvCxnSpPr>
          <p:cNvPr id="9" name="Straight Arrow Connector 8"/>
          <p:cNvCxnSpPr/>
          <p:nvPr/>
        </p:nvCxnSpPr>
        <p:spPr>
          <a:xfrm flipV="1">
            <a:off x="1600200" y="5532120"/>
            <a:ext cx="2468880" cy="365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29883" y="5528548"/>
            <a:ext cx="28956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Minimum</a:t>
            </a:r>
          </a:p>
        </p:txBody>
      </p:sp>
      <p:sp>
        <p:nvSpPr>
          <p:cNvPr id="12" name="TextBox 11"/>
          <p:cNvSpPr txBox="1"/>
          <p:nvPr/>
        </p:nvSpPr>
        <p:spPr>
          <a:xfrm>
            <a:off x="472441" y="2759387"/>
            <a:ext cx="28956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Max</a:t>
            </a:r>
          </a:p>
        </p:txBody>
      </p:sp>
      <p:sp>
        <p:nvSpPr>
          <p:cNvPr id="13" name="TextBox 12"/>
          <p:cNvSpPr txBox="1"/>
          <p:nvPr/>
        </p:nvSpPr>
        <p:spPr>
          <a:xfrm>
            <a:off x="472441" y="4786313"/>
            <a:ext cx="28956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Q1</a:t>
            </a:r>
          </a:p>
        </p:txBody>
      </p:sp>
      <p:sp>
        <p:nvSpPr>
          <p:cNvPr id="14" name="TextBox 13"/>
          <p:cNvSpPr txBox="1"/>
          <p:nvPr/>
        </p:nvSpPr>
        <p:spPr>
          <a:xfrm>
            <a:off x="472441" y="3959288"/>
            <a:ext cx="28956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Q3</a:t>
            </a:r>
          </a:p>
        </p:txBody>
      </p:sp>
      <p:sp>
        <p:nvSpPr>
          <p:cNvPr id="15" name="TextBox 14"/>
          <p:cNvSpPr txBox="1"/>
          <p:nvPr/>
        </p:nvSpPr>
        <p:spPr>
          <a:xfrm>
            <a:off x="762001" y="4416981"/>
            <a:ext cx="28956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Median</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8BD6550-F2D6-F516-9892-003596FE7F59}"/>
                  </a:ext>
                </a:extLst>
              </p14:cNvPr>
              <p14:cNvContentPartPr/>
              <p14:nvPr/>
            </p14:nvContentPartPr>
            <p14:xfrm>
              <a:off x="1168560" y="1797120"/>
              <a:ext cx="9684000" cy="4242240"/>
            </p14:xfrm>
          </p:contentPart>
        </mc:Choice>
        <mc:Fallback xmlns="">
          <p:pic>
            <p:nvPicPr>
              <p:cNvPr id="2" name="Ink 1">
                <a:extLst>
                  <a:ext uri="{FF2B5EF4-FFF2-40B4-BE49-F238E27FC236}">
                    <a16:creationId xmlns:a16="http://schemas.microsoft.com/office/drawing/2014/main" id="{28BD6550-F2D6-F516-9892-003596FE7F59}"/>
                  </a:ext>
                </a:extLst>
              </p:cNvPr>
              <p:cNvPicPr/>
              <p:nvPr/>
            </p:nvPicPr>
            <p:blipFill>
              <a:blip r:embed="rId4"/>
              <a:stretch>
                <a:fillRect/>
              </a:stretch>
            </p:blipFill>
            <p:spPr>
              <a:xfrm>
                <a:off x="1159200" y="1787760"/>
                <a:ext cx="9702720" cy="4260960"/>
              </a:xfrm>
              <a:prstGeom prst="rect">
                <a:avLst/>
              </a:prstGeom>
            </p:spPr>
          </p:pic>
        </mc:Fallback>
      </mc:AlternateContent>
    </p:spTree>
    <p:extLst>
      <p:ext uri="{BB962C8B-B14F-4D97-AF65-F5344CB8AC3E}">
        <p14:creationId xmlns:p14="http://schemas.microsoft.com/office/powerpoint/2010/main" val="1625101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CD343-37EE-66A2-933F-211EA2F48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CE968-F240-BFE3-6E5F-79F555B47A83}"/>
              </a:ext>
            </a:extLst>
          </p:cNvPr>
          <p:cNvSpPr>
            <a:spLocks noGrp="1"/>
          </p:cNvSpPr>
          <p:nvPr>
            <p:ph type="title"/>
          </p:nvPr>
        </p:nvSpPr>
        <p:spPr>
          <a:xfrm>
            <a:off x="1041400" y="2519045"/>
            <a:ext cx="10515600" cy="1325563"/>
          </a:xfrm>
        </p:spPr>
        <p:txBody>
          <a:bodyPr/>
          <a:lstStyle/>
          <a:p>
            <a:pPr algn="ctr"/>
            <a:r>
              <a:rPr lang="en-US" b="1" dirty="0"/>
              <a:t>PRAYERS BREAK till 2030 / 0830 PM</a:t>
            </a:r>
          </a:p>
        </p:txBody>
      </p:sp>
    </p:spTree>
    <p:extLst>
      <p:ext uri="{BB962C8B-B14F-4D97-AF65-F5344CB8AC3E}">
        <p14:creationId xmlns:p14="http://schemas.microsoft.com/office/powerpoint/2010/main" val="1459852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p:sp>
        <p:nvSpPr>
          <p:cNvPr id="5" name="TextBox 4"/>
          <p:cNvSpPr txBox="1"/>
          <p:nvPr/>
        </p:nvSpPr>
        <p:spPr>
          <a:xfrm>
            <a:off x="426720" y="1295400"/>
            <a:ext cx="11521440" cy="3970318"/>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Variance &amp; Standard Deviation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Variance and standard deviation are measures of data dispersion. They indicate how spread out a data distribution is. A low standard deviation means that the data observations tend to be very close to the mean, while a high standard deviation indicates that the data are spread out over a large range of values.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variance of N observations, x1,x2,...,</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xN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for a numeric attribute X is:</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6" name="TextBox 5"/>
              <p:cNvSpPr txBox="1"/>
              <p:nvPr/>
            </p:nvSpPr>
            <p:spPr>
              <a:xfrm>
                <a:off x="3850822" y="5265718"/>
                <a:ext cx="5782930" cy="118904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𝜎</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𝑁</m:t>
                          </m:r>
                        </m:den>
                      </m:f>
                      <m:nary>
                        <m:naryPr>
                          <m: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naryPr>
                        <m:sub>
                          <m:d>
                            <m:dPr>
                              <m:begChr m:val="{"/>
                              <m:end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d>
                        </m:sub>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𝑁</m:t>
                          </m:r>
                        </m:sup>
                        <m:e>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up>
                              </m:sSup>
                            </m:e>
                          </m:d>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𝑁</m:t>
                                  </m:r>
                                </m:den>
                              </m:f>
                              <m:nary>
                                <m:naryPr>
                                  <m: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naryPr>
                                <m:sub>
                                  <m:d>
                                    <m:dPr>
                                      <m:begChr m:val="{"/>
                                      <m:end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d>
                                </m:sub>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𝑁</m:t>
                                  </m:r>
                                </m:sup>
                                <m:e>
                                  <m:sSubSup>
                                    <m:sSub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bSup>
                                </m:e>
                              </m:nary>
                            </m:e>
                          </m:d>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sSubSup>
                                <m:sSub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up>
                              </m:sSubSup>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e>
                      </m:nary>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0822" y="5265718"/>
                <a:ext cx="5782930" cy="1189043"/>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27A869E-86F3-2BE3-E79A-7C1F33F1BFA4}"/>
                  </a:ext>
                </a:extLst>
              </p14:cNvPr>
              <p14:cNvContentPartPr/>
              <p14:nvPr/>
            </p14:nvContentPartPr>
            <p14:xfrm>
              <a:off x="260280" y="774720"/>
              <a:ext cx="11887560" cy="6032880"/>
            </p14:xfrm>
          </p:contentPart>
        </mc:Choice>
        <mc:Fallback xmlns="">
          <p:pic>
            <p:nvPicPr>
              <p:cNvPr id="2" name="Ink 1">
                <a:extLst>
                  <a:ext uri="{FF2B5EF4-FFF2-40B4-BE49-F238E27FC236}">
                    <a16:creationId xmlns:a16="http://schemas.microsoft.com/office/drawing/2014/main" id="{627A869E-86F3-2BE3-E79A-7C1F33F1BFA4}"/>
                  </a:ext>
                </a:extLst>
              </p:cNvPr>
              <p:cNvPicPr/>
              <p:nvPr/>
            </p:nvPicPr>
            <p:blipFill>
              <a:blip r:embed="rId4"/>
              <a:stretch>
                <a:fillRect/>
              </a:stretch>
            </p:blipFill>
            <p:spPr>
              <a:xfrm>
                <a:off x="250920" y="765360"/>
                <a:ext cx="11906280" cy="6051600"/>
              </a:xfrm>
              <a:prstGeom prst="rect">
                <a:avLst/>
              </a:prstGeom>
            </p:spPr>
          </p:pic>
        </mc:Fallback>
      </mc:AlternateContent>
    </p:spTree>
    <p:extLst>
      <p:ext uri="{BB962C8B-B14F-4D97-AF65-F5344CB8AC3E}">
        <p14:creationId xmlns:p14="http://schemas.microsoft.com/office/powerpoint/2010/main" val="887509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0154" y="53078"/>
            <a:ext cx="458388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BASIC STATISTICAL DESCRIPTION OF DATA</a:t>
            </a:r>
          </a:p>
        </p:txBody>
      </p:sp>
      <p:sp>
        <p:nvSpPr>
          <p:cNvPr id="5" name="Rectangle 4"/>
          <p:cNvSpPr/>
          <p:nvPr/>
        </p:nvSpPr>
        <p:spPr>
          <a:xfrm>
            <a:off x="833402" y="1132925"/>
            <a:ext cx="6255239" cy="646331"/>
          </a:xfrm>
          <a:prstGeom prst="rect">
            <a:avLst/>
          </a:prstGeom>
        </p:spPr>
        <p:txBody>
          <a:bodyPr wrap="non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f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[30, 36,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47</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50, 52,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52</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56, 60,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63</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70, 70,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110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mc:AlternateContent xmlns:mc="http://schemas.openxmlformats.org/markup-compatibility/2006" xmlns:a14="http://schemas.microsoft.com/office/drawing/2010/main">
        <mc:Choice Requires="a14">
          <p:sp>
            <p:nvSpPr>
              <p:cNvPr id="7" name="TextBox 6"/>
              <p:cNvSpPr txBox="1"/>
              <p:nvPr/>
            </p:nvSpPr>
            <p:spPr>
              <a:xfrm>
                <a:off x="712299" y="2240280"/>
                <a:ext cx="10900581" cy="11966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𝜎</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12</m:t>
                          </m:r>
                        </m:den>
                      </m:f>
                      <m:d>
                        <m:dPr>
                          <m:begChr m:val="{"/>
                          <m:end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30</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36</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 </m:t>
                          </m:r>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110</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e>
                      </m:d>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58</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=379.17</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𝜎</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ad>
                        <m:radPr>
                          <m:degHide m:val="on"/>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radPr>
                        <m:deg/>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379.17</m:t>
                          </m:r>
                        </m:e>
                      </m:rad>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=19.47</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12299" y="2240280"/>
                <a:ext cx="10900581" cy="1196674"/>
              </a:xfrm>
              <a:prstGeom prst="rect">
                <a:avLst/>
              </a:prstGeom>
              <a:blipFill rotWithShape="0">
                <a:blip r:embed="rId3"/>
                <a:stretch>
                  <a:fillRect/>
                </a:stretch>
              </a:blipFill>
            </p:spPr>
            <p:txBody>
              <a:bodyPr/>
              <a:lstStyle/>
              <a:p>
                <a:r>
                  <a:rPr lang="en-US">
                    <a:noFill/>
                  </a:rPr>
                  <a:t> </a:t>
                </a:r>
              </a:p>
            </p:txBody>
          </p:sp>
        </mc:Fallback>
      </mc:AlternateContent>
      <p:sp>
        <p:nvSpPr>
          <p:cNvPr id="8" name="Rectangle 7"/>
          <p:cNvSpPr/>
          <p:nvPr/>
        </p:nvSpPr>
        <p:spPr>
          <a:xfrm>
            <a:off x="812396" y="3654386"/>
            <a:ext cx="10439400" cy="156966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basic properties of the standard deviation, σ, as a measure of spread are as follows: σ measures spread about the mean and should be considered only when the mean is chosen as the measure of center. σ = 0 only when there is no spread, that is, when all observations have the same value. Otherwise, σ &gt; 0</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C660706-E082-2D65-7215-32B8B8D70C58}"/>
                  </a:ext>
                </a:extLst>
              </p14:cNvPr>
              <p14:cNvContentPartPr/>
              <p14:nvPr/>
            </p14:nvContentPartPr>
            <p14:xfrm>
              <a:off x="996840" y="1511280"/>
              <a:ext cx="9874800" cy="4934160"/>
            </p14:xfrm>
          </p:contentPart>
        </mc:Choice>
        <mc:Fallback xmlns="">
          <p:pic>
            <p:nvPicPr>
              <p:cNvPr id="2" name="Ink 1">
                <a:extLst>
                  <a:ext uri="{FF2B5EF4-FFF2-40B4-BE49-F238E27FC236}">
                    <a16:creationId xmlns:a16="http://schemas.microsoft.com/office/drawing/2014/main" id="{4C660706-E082-2D65-7215-32B8B8D70C58}"/>
                  </a:ext>
                </a:extLst>
              </p:cNvPr>
              <p:cNvPicPr/>
              <p:nvPr/>
            </p:nvPicPr>
            <p:blipFill>
              <a:blip r:embed="rId5"/>
              <a:stretch>
                <a:fillRect/>
              </a:stretch>
            </p:blipFill>
            <p:spPr>
              <a:xfrm>
                <a:off x="987480" y="1501920"/>
                <a:ext cx="9893520" cy="4952880"/>
              </a:xfrm>
              <a:prstGeom prst="rect">
                <a:avLst/>
              </a:prstGeom>
            </p:spPr>
          </p:pic>
        </mc:Fallback>
      </mc:AlternateContent>
    </p:spTree>
    <p:extLst>
      <p:ext uri="{BB962C8B-B14F-4D97-AF65-F5344CB8AC3E}">
        <p14:creationId xmlns:p14="http://schemas.microsoft.com/office/powerpoint/2010/main" val="4116873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24199" y="81653"/>
            <a:ext cx="5105475"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RECALL, PRECISION, ACCURACY, ROC</a:t>
            </a:r>
          </a:p>
        </p:txBody>
      </p:sp>
      <p:sp>
        <p:nvSpPr>
          <p:cNvPr id="3" name="TextBox 2"/>
          <p:cNvSpPr txBox="1"/>
          <p:nvPr/>
        </p:nvSpPr>
        <p:spPr>
          <a:xfrm>
            <a:off x="514311" y="800100"/>
            <a:ext cx="11525250" cy="6130909"/>
          </a:xfrm>
          <a:prstGeom prst="rect">
            <a:avLst/>
          </a:prstGeom>
          <a:noFill/>
        </p:spPr>
        <p:txBody>
          <a:bodyPr wrap="square" rtlCol="0">
            <a:spAutoFit/>
          </a:bodyPr>
          <a:lstStyle/>
          <a:p>
            <a:pPr marL="285750" marR="0" lvl="0" indent="-285750" algn="just" defTabSz="914400" rtl="0" eaLnBrk="1" fontAlgn="auto" latinLnBrk="0" hangingPunct="1">
              <a:lnSpc>
                <a:spcPct val="13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True Positive (TP):</a:t>
            </a: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Definition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number of instances where the model correctly predicted the positive class.</a:t>
            </a: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a cancer detection model correctly identifies a patient with cancer, that's a true positive.</a:t>
            </a:r>
          </a:p>
          <a:p>
            <a:pPr marL="285750" marR="0" lvl="0" indent="-285750" algn="just" defTabSz="914400" rtl="0" eaLnBrk="1" fontAlgn="auto" latinLnBrk="0" hangingPunct="1">
              <a:lnSpc>
                <a:spcPct val="13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True Negative (TN):</a:t>
            </a: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Definition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number of instances where the model correctly predicted the negative class.</a:t>
            </a: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the model correctly predicts a patient does not have cancer, that’s a true negative.</a:t>
            </a:r>
          </a:p>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False Positive (FP):</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Definition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number of instances where the model incorrectly predicted the positive class (when it should have predicted negative).</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Also known as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Type I Error.</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the model incorrectly identifies a healthy patient as having cancer, it’s a false positive.</a:t>
            </a:r>
          </a:p>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False Negative (FN):</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Definition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number of instances where the model incorrectly predicted the negative class (when it should have predicted positive).</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Also known as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Type II Error.</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the model incorrectly predicts that a patient does not have cancer when they actually do, it’s a false negative.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9C93DF8-E42C-7B80-9485-B2BED770BC51}"/>
                  </a:ext>
                </a:extLst>
              </p14:cNvPr>
              <p14:cNvContentPartPr/>
              <p14:nvPr/>
            </p14:nvContentPartPr>
            <p14:xfrm>
              <a:off x="1041480" y="755640"/>
              <a:ext cx="8369640" cy="5810760"/>
            </p14:xfrm>
          </p:contentPart>
        </mc:Choice>
        <mc:Fallback xmlns="">
          <p:pic>
            <p:nvPicPr>
              <p:cNvPr id="2" name="Ink 1">
                <a:extLst>
                  <a:ext uri="{FF2B5EF4-FFF2-40B4-BE49-F238E27FC236}">
                    <a16:creationId xmlns:a16="http://schemas.microsoft.com/office/drawing/2014/main" id="{89C93DF8-E42C-7B80-9485-B2BED770BC51}"/>
                  </a:ext>
                </a:extLst>
              </p:cNvPr>
              <p:cNvPicPr/>
              <p:nvPr/>
            </p:nvPicPr>
            <p:blipFill>
              <a:blip r:embed="rId3"/>
              <a:stretch>
                <a:fillRect/>
              </a:stretch>
            </p:blipFill>
            <p:spPr>
              <a:xfrm>
                <a:off x="1032120" y="746280"/>
                <a:ext cx="8388360" cy="5829480"/>
              </a:xfrm>
              <a:prstGeom prst="rect">
                <a:avLst/>
              </a:prstGeom>
            </p:spPr>
          </p:pic>
        </mc:Fallback>
      </mc:AlternateContent>
    </p:spTree>
    <p:extLst>
      <p:ext uri="{BB962C8B-B14F-4D97-AF65-F5344CB8AC3E}">
        <p14:creationId xmlns:p14="http://schemas.microsoft.com/office/powerpoint/2010/main" val="6735455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24199" y="81653"/>
            <a:ext cx="5105475"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RECALL, PRECISION, ACCURACY, ROC</a:t>
            </a:r>
          </a:p>
        </p:txBody>
      </p:sp>
      <mc:AlternateContent xmlns:mc="http://schemas.openxmlformats.org/markup-compatibility/2006" xmlns:a14="http://schemas.microsoft.com/office/drawing/2010/main">
        <mc:Choice Requires="a14">
          <p:sp>
            <p:nvSpPr>
              <p:cNvPr id="3" name="TextBox 2"/>
              <p:cNvSpPr txBox="1"/>
              <p:nvPr/>
            </p:nvSpPr>
            <p:spPr>
              <a:xfrm>
                <a:off x="514311" y="800100"/>
                <a:ext cx="11525250" cy="532325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Accuracy: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Definition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proportion of correct predictions (both true positives and true negatives) out of all predictions made.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Formula</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3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𝐴𝑐𝑐𝑢𝑟𝑎𝑐𝑦</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𝑇𝑃</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𝑇𝑁</m:t>
                              </m:r>
                            </m:e>
                          </m:d>
                        </m:num>
                        <m:den>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𝑇𝑃</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𝐹𝑃</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𝑇𝑁</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𝐹𝑁</m:t>
                              </m:r>
                            </m:e>
                          </m:d>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Precision: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Definition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proportion of true positives out of all instances where the model predicted positive.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Formula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𝑃𝑟𝑒𝑐𝑖𝑠𝑖𝑜𝑛</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d>
                            <m:dPr>
                              <m:begChr m:val="{"/>
                              <m:endChr m:val="}"/>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𝑇</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e>
                          </m:d>
                        </m:num>
                        <m:den>
                          <m:d>
                            <m:dPr>
                              <m:begChr m:val="{"/>
                              <m:endChr m:val="}"/>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𝑇𝑃</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𝐹𝑃</m:t>
                              </m:r>
                            </m:e>
                          </m:d>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Explanation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Precision focuses on the accuracy of the positive predictions. It answers: “Of all the positive predictions, how many were actually correct?”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Recall (or Sensitivity):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Definition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proportion of true positives out of all actual positive instances.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Formula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𝑅𝑒𝑐𝑎𝑙𝑙</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d>
                            <m:dPr>
                              <m:begChr m:val="{"/>
                              <m:endChr m:val="}"/>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𝑇𝑃</m:t>
                              </m:r>
                            </m:e>
                          </m:d>
                        </m:num>
                        <m:den>
                          <m:d>
                            <m:dPr>
                              <m:begChr m:val="{"/>
                              <m:endChr m:val="}"/>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𝑇𝑃</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𝐹𝑁</m:t>
                              </m:r>
                            </m:e>
                          </m:d>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514311" y="800100"/>
                <a:ext cx="11525250" cy="5323252"/>
              </a:xfrm>
              <a:prstGeom prst="rect">
                <a:avLst/>
              </a:prstGeom>
              <a:blipFill rotWithShape="0">
                <a:blip r:embed="rId2"/>
                <a:stretch>
                  <a:fillRect l="-423" t="-573" r="-423"/>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F0C741A-BF5F-5C1F-3319-3998E19A5C7C}"/>
                  </a:ext>
                </a:extLst>
              </p14:cNvPr>
              <p14:cNvContentPartPr/>
              <p14:nvPr/>
            </p14:nvContentPartPr>
            <p14:xfrm>
              <a:off x="615960" y="1460520"/>
              <a:ext cx="10776240" cy="4870800"/>
            </p14:xfrm>
          </p:contentPart>
        </mc:Choice>
        <mc:Fallback xmlns="">
          <p:pic>
            <p:nvPicPr>
              <p:cNvPr id="2" name="Ink 1">
                <a:extLst>
                  <a:ext uri="{FF2B5EF4-FFF2-40B4-BE49-F238E27FC236}">
                    <a16:creationId xmlns:a16="http://schemas.microsoft.com/office/drawing/2014/main" id="{3F0C741A-BF5F-5C1F-3319-3998E19A5C7C}"/>
                  </a:ext>
                </a:extLst>
              </p:cNvPr>
              <p:cNvPicPr/>
              <p:nvPr/>
            </p:nvPicPr>
            <p:blipFill>
              <a:blip r:embed="rId4"/>
              <a:stretch>
                <a:fillRect/>
              </a:stretch>
            </p:blipFill>
            <p:spPr>
              <a:xfrm>
                <a:off x="606600" y="1451160"/>
                <a:ext cx="10794960" cy="4889520"/>
              </a:xfrm>
              <a:prstGeom prst="rect">
                <a:avLst/>
              </a:prstGeom>
            </p:spPr>
          </p:pic>
        </mc:Fallback>
      </mc:AlternateContent>
    </p:spTree>
    <p:extLst>
      <p:ext uri="{BB962C8B-B14F-4D97-AF65-F5344CB8AC3E}">
        <p14:creationId xmlns:p14="http://schemas.microsoft.com/office/powerpoint/2010/main" val="2839815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24199" y="81653"/>
            <a:ext cx="5105475"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RECALL, PRECISION, ACCURACY, ROC</a:t>
            </a:r>
          </a:p>
        </p:txBody>
      </p:sp>
      <mc:AlternateContent xmlns:mc="http://schemas.openxmlformats.org/markup-compatibility/2006" xmlns:a14="http://schemas.microsoft.com/office/drawing/2010/main">
        <mc:Choice Requires="a14">
          <p:sp>
            <p:nvSpPr>
              <p:cNvPr id="3" name="TextBox 2"/>
              <p:cNvSpPr txBox="1"/>
              <p:nvPr/>
            </p:nvSpPr>
            <p:spPr>
              <a:xfrm>
                <a:off x="514311" y="800100"/>
                <a:ext cx="11525250" cy="5227585"/>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F-1 Score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the Harmonic Mean of Precision and Recall</a:t>
                </a:r>
              </a:p>
              <a:p>
                <a:pPr marL="0" marR="0" lvl="0" indent="0" algn="ctr" defTabSz="914400" rtl="0" eaLnBrk="1" fontAlgn="auto" latinLnBrk="0" hangingPunct="1">
                  <a:lnSpc>
                    <a:spcPct val="150000"/>
                  </a:lnSpc>
                  <a:spcBef>
                    <a:spcPts val="0"/>
                  </a:spcBef>
                  <a:spcAft>
                    <a:spcPts val="0"/>
                  </a:spcAft>
                  <a:buClrTx/>
                  <a:buSzTx/>
                  <a:buFontTx/>
                  <a:buNone/>
                  <a:tabLst/>
                  <a:defRPr/>
                </a:pPr>
                <a14:m>
                  <m:oMath xmlns:m="http://schemas.openxmlformats.org/officeDocument/2006/math">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𝑭</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𝑺𝒄𝒐𝒓𝒆</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𝑷𝒓𝒆𝒄𝒊𝒔𝒊𝒐𝒏</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𝑹𝒆𝒄𝒂𝒍𝒍</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d>
                      <m:dPr>
                        <m:begChr m:val="{"/>
                        <m:endChr m:val="}"/>
                        <m:ctrlP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𝑷𝒓𝒆𝒄𝒊𝒔𝒊𝒐𝒏</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𝑹𝒆𝒄𝒂𝒍𝒍</m:t>
                        </m:r>
                      </m:e>
                    </m:d>
                  </m:oMath>
                </a14:m>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F-1 Score is used to Balance the Precision &amp; Recall</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ROC Curves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Definition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 plot that shows the performance of a classification model at all classification thresholds. It compares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True Positive Rate (Recall)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False Positive Rate (FPR)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TPR </a:t>
                </a:r>
              </a:p>
              <a:p>
                <a:pPr marL="0" marR="0" lvl="0" indent="0" algn="l"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𝑻𝑷𝑹</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𝑻𝑷</m:t>
                          </m:r>
                        </m:num>
                        <m:den>
                          <m:d>
                            <m:dPr>
                              <m:begChr m:val="{"/>
                              <m:endChr m:val="}"/>
                              <m:ctrlP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𝑻𝑷</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𝑭𝑵</m:t>
                              </m:r>
                            </m:e>
                          </m:d>
                        </m:den>
                      </m:f>
                    </m:oMath>
                  </m:oMathPara>
                </a14:m>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FPR</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𝑭</m:t>
                      </m:r>
                      <m:r>
                        <a:rPr kumimoji="0" lang="en-US" sz="1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𝑷𝑹</m:t>
                      </m:r>
                      <m:r>
                        <a:rPr kumimoji="0" lang="en-US" sz="1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1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𝑭</m:t>
                          </m:r>
                          <m:r>
                            <a:rPr kumimoji="0" lang="en-US" sz="1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𝑷</m:t>
                          </m:r>
                        </m:num>
                        <m:den>
                          <m:d>
                            <m:dPr>
                              <m:begChr m:val="{"/>
                              <m:endChr m:val="}"/>
                              <m:ctrlPr>
                                <a:rPr kumimoji="0" lang="en-US" sz="1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𝑭</m:t>
                              </m:r>
                              <m:r>
                                <a:rPr kumimoji="0" lang="en-US" sz="1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𝑷</m:t>
                              </m:r>
                              <m:r>
                                <a:rPr kumimoji="0" lang="en-US" sz="1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𝑻</m:t>
                              </m:r>
                              <m:r>
                                <a:rPr kumimoji="0" lang="en-US" sz="1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𝑵</m:t>
                              </m:r>
                            </m:e>
                          </m:d>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514311" y="800100"/>
                <a:ext cx="11525250" cy="5227585"/>
              </a:xfrm>
              <a:prstGeom prst="rect">
                <a:avLst/>
              </a:prstGeom>
              <a:blipFill rotWithShape="0">
                <a:blip r:embed="rId2"/>
                <a:stretch>
                  <a:fillRect l="-423"/>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025A361-86BF-193D-DC88-A44A89320B7D}"/>
                  </a:ext>
                </a:extLst>
              </p14:cNvPr>
              <p14:cNvContentPartPr/>
              <p14:nvPr/>
            </p14:nvContentPartPr>
            <p14:xfrm>
              <a:off x="749160" y="946080"/>
              <a:ext cx="9785880" cy="5556600"/>
            </p14:xfrm>
          </p:contentPart>
        </mc:Choice>
        <mc:Fallback xmlns="">
          <p:pic>
            <p:nvPicPr>
              <p:cNvPr id="2" name="Ink 1">
                <a:extLst>
                  <a:ext uri="{FF2B5EF4-FFF2-40B4-BE49-F238E27FC236}">
                    <a16:creationId xmlns:a16="http://schemas.microsoft.com/office/drawing/2014/main" id="{D025A361-86BF-193D-DC88-A44A89320B7D}"/>
                  </a:ext>
                </a:extLst>
              </p:cNvPr>
              <p:cNvPicPr/>
              <p:nvPr/>
            </p:nvPicPr>
            <p:blipFill>
              <a:blip r:embed="rId4"/>
              <a:stretch>
                <a:fillRect/>
              </a:stretch>
            </p:blipFill>
            <p:spPr>
              <a:xfrm>
                <a:off x="739800" y="936720"/>
                <a:ext cx="9804600" cy="5575320"/>
              </a:xfrm>
              <a:prstGeom prst="rect">
                <a:avLst/>
              </a:prstGeom>
            </p:spPr>
          </p:pic>
        </mc:Fallback>
      </mc:AlternateContent>
    </p:spTree>
    <p:extLst>
      <p:ext uri="{BB962C8B-B14F-4D97-AF65-F5344CB8AC3E}">
        <p14:creationId xmlns:p14="http://schemas.microsoft.com/office/powerpoint/2010/main" val="21643503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8EF353-61FE-8C4E-1378-4120BD2D115B}"/>
              </a:ext>
            </a:extLst>
          </p:cNvPr>
          <p:cNvSpPr txBox="1"/>
          <p:nvPr/>
        </p:nvSpPr>
        <p:spPr>
          <a:xfrm>
            <a:off x="516835" y="894522"/>
            <a:ext cx="11211339" cy="5632311"/>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dirty="0"/>
              <a:t>Our entire review of machine learning and neural networks thus far have been leading up to this point: </a:t>
            </a:r>
            <a:r>
              <a:rPr lang="en-US" b="1" i="1" dirty="0">
                <a:solidFill>
                  <a:srgbClr val="0070C0"/>
                </a:solidFill>
              </a:rPr>
              <a:t>understanding Convolutional Neural Networks (CNNs) </a:t>
            </a:r>
            <a:r>
              <a:rPr lang="en-US" dirty="0"/>
              <a:t>and the role they play in deep learning </a:t>
            </a:r>
          </a:p>
          <a:p>
            <a:pPr marL="285750" indent="-285750">
              <a:buFont typeface="Wingdings" panose="05000000000000000000" pitchFamily="2" charset="2"/>
              <a:buChar char="q"/>
            </a:pPr>
            <a:r>
              <a:rPr lang="en-US" dirty="0"/>
              <a:t>In traditional feedforward neural networks , each neuron in the input layer is connected to every output neuron in the next layer – we call this </a:t>
            </a:r>
            <a:r>
              <a:rPr lang="en-US" dirty="0">
                <a:solidFill>
                  <a:srgbClr val="0070C0"/>
                </a:solidFill>
              </a:rPr>
              <a:t>a </a:t>
            </a:r>
            <a:r>
              <a:rPr lang="en-US" b="1" i="1" dirty="0" err="1">
                <a:solidFill>
                  <a:srgbClr val="0070C0"/>
                </a:solidFill>
              </a:rPr>
              <a:t>fullyconnected</a:t>
            </a:r>
            <a:r>
              <a:rPr lang="en-US" b="1" i="1" dirty="0">
                <a:solidFill>
                  <a:srgbClr val="0070C0"/>
                </a:solidFill>
              </a:rPr>
              <a:t> </a:t>
            </a:r>
            <a:r>
              <a:rPr lang="en-US" b="1" dirty="0">
                <a:solidFill>
                  <a:srgbClr val="0070C0"/>
                </a:solidFill>
              </a:rPr>
              <a:t>(FC) layer</a:t>
            </a:r>
            <a:r>
              <a:rPr lang="en-US" dirty="0"/>
              <a:t>. </a:t>
            </a:r>
          </a:p>
          <a:p>
            <a:pPr marL="285750" indent="-285750">
              <a:buFont typeface="Wingdings" panose="05000000000000000000" pitchFamily="2" charset="2"/>
              <a:buChar char="q"/>
            </a:pPr>
            <a:r>
              <a:rPr lang="en-US" dirty="0"/>
              <a:t>However, in CNNs, </a:t>
            </a:r>
            <a:r>
              <a:rPr lang="en-US" b="1" dirty="0">
                <a:solidFill>
                  <a:srgbClr val="0070C0"/>
                </a:solidFill>
              </a:rPr>
              <a:t>we don’t use FC layers until the </a:t>
            </a:r>
            <a:r>
              <a:rPr lang="en-US" b="1" i="1" dirty="0">
                <a:solidFill>
                  <a:srgbClr val="0070C0"/>
                </a:solidFill>
              </a:rPr>
              <a:t>very last layer(s)</a:t>
            </a:r>
            <a:r>
              <a:rPr lang="en-US" b="1" i="1" dirty="0"/>
              <a:t> </a:t>
            </a:r>
            <a:r>
              <a:rPr lang="en-US" dirty="0"/>
              <a:t>in the network. </a:t>
            </a:r>
          </a:p>
          <a:p>
            <a:pPr marL="285750" indent="-285750">
              <a:buFont typeface="Wingdings" panose="05000000000000000000" pitchFamily="2" charset="2"/>
              <a:buChar char="q"/>
            </a:pPr>
            <a:r>
              <a:rPr lang="en-US" dirty="0"/>
              <a:t>We can thus define a CNN as a neural network that swaps in a specialized “convolutional” layer in place of “fully-connected” layer for at least one of the layers in the network </a:t>
            </a:r>
          </a:p>
          <a:p>
            <a:pPr marL="285750" indent="-285750">
              <a:buFont typeface="Wingdings" panose="05000000000000000000" pitchFamily="2" charset="2"/>
              <a:buChar char="q"/>
            </a:pPr>
            <a:r>
              <a:rPr lang="en-US" dirty="0"/>
              <a:t>A nonlinear activation function, such as </a:t>
            </a:r>
            <a:r>
              <a:rPr lang="en-US" dirty="0" err="1"/>
              <a:t>ReLU</a:t>
            </a:r>
            <a:r>
              <a:rPr lang="en-US" dirty="0"/>
              <a:t>, is then applied to the output of these convolutions and the process of convolution =&gt; activation continues (along with a mixture of other layer types to help reduce the width and height of the input volume and help reduce overfitting) until we finally reach the end of the network and apply one or two FC layers where we can obtain our final output classifications</a:t>
            </a:r>
          </a:p>
          <a:p>
            <a:pPr marL="285750" indent="-285750">
              <a:buFont typeface="Wingdings" panose="05000000000000000000" pitchFamily="2" charset="2"/>
              <a:buChar char="q"/>
            </a:pPr>
            <a:r>
              <a:rPr lang="en-US" b="1" i="1" dirty="0">
                <a:solidFill>
                  <a:srgbClr val="0070C0"/>
                </a:solidFill>
              </a:rPr>
              <a:t>Each layer in a CNN applies a different set of filters</a:t>
            </a:r>
            <a:r>
              <a:rPr lang="en-US" dirty="0"/>
              <a:t>, typically hundreds or thousands of them, and combines the results, feeding the output into the next layer in the network. During training, a CNN automatically learns the values for these filters.</a:t>
            </a:r>
          </a:p>
          <a:p>
            <a:pPr marL="285750" indent="-285750">
              <a:buFont typeface="Wingdings" panose="05000000000000000000" pitchFamily="2" charset="2"/>
              <a:buChar char="q"/>
            </a:pPr>
            <a:r>
              <a:rPr lang="en-US" dirty="0"/>
              <a:t>In the context of image classification, our CNN may learn to:</a:t>
            </a:r>
          </a:p>
          <a:p>
            <a:pPr marL="396875" indent="-163513"/>
            <a:r>
              <a:rPr lang="en-US" dirty="0"/>
              <a:t>• </a:t>
            </a:r>
            <a:r>
              <a:rPr lang="en-US" b="1" dirty="0">
                <a:solidFill>
                  <a:srgbClr val="0070C0"/>
                </a:solidFill>
              </a:rPr>
              <a:t>Detect edges from raw pixel data in the first layer</a:t>
            </a:r>
            <a:r>
              <a:rPr lang="en-US" dirty="0"/>
              <a:t>.</a:t>
            </a:r>
          </a:p>
          <a:p>
            <a:pPr marL="396875" indent="-163513"/>
            <a:r>
              <a:rPr lang="en-US" dirty="0"/>
              <a:t>• </a:t>
            </a:r>
            <a:r>
              <a:rPr lang="en-US" b="1" dirty="0">
                <a:solidFill>
                  <a:srgbClr val="0070C0"/>
                </a:solidFill>
              </a:rPr>
              <a:t>Use these edges to detect shapes </a:t>
            </a:r>
            <a:r>
              <a:rPr lang="en-US" dirty="0"/>
              <a:t>(i.e., “blobs”) in the second layer.</a:t>
            </a:r>
          </a:p>
          <a:p>
            <a:pPr marL="396875" indent="-163513"/>
            <a:r>
              <a:rPr lang="en-US" dirty="0"/>
              <a:t>• Use </a:t>
            </a:r>
            <a:r>
              <a:rPr lang="en-US" b="1" dirty="0">
                <a:solidFill>
                  <a:srgbClr val="0070C0"/>
                </a:solidFill>
              </a:rPr>
              <a:t>these shapes to detect higher-level features</a:t>
            </a:r>
            <a:r>
              <a:rPr lang="en-US" dirty="0">
                <a:solidFill>
                  <a:srgbClr val="0070C0"/>
                </a:solidFill>
              </a:rPr>
              <a:t> </a:t>
            </a:r>
            <a:r>
              <a:rPr lang="en-US" dirty="0"/>
              <a:t>such as facial structures, parts of a car, etc. in the highest layers of the network.</a:t>
            </a:r>
            <a:br>
              <a:rPr lang="en-US" dirty="0"/>
            </a:br>
            <a:endParaRPr lang="en-US" dirty="0"/>
          </a:p>
        </p:txBody>
      </p:sp>
      <p:sp>
        <p:nvSpPr>
          <p:cNvPr id="5" name="TextBox 4">
            <a:extLst>
              <a:ext uri="{FF2B5EF4-FFF2-40B4-BE49-F238E27FC236}">
                <a16:creationId xmlns:a16="http://schemas.microsoft.com/office/drawing/2014/main" id="{4344BD5F-9E23-F806-0753-1E8F26563500}"/>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8D20B2A-9082-DA81-1946-1403C9CD2A46}"/>
                  </a:ext>
                </a:extLst>
              </p14:cNvPr>
              <p14:cNvContentPartPr/>
              <p14:nvPr/>
            </p14:nvContentPartPr>
            <p14:xfrm>
              <a:off x="933480" y="1720800"/>
              <a:ext cx="10376280" cy="3150000"/>
            </p14:xfrm>
          </p:contentPart>
        </mc:Choice>
        <mc:Fallback xmlns="">
          <p:pic>
            <p:nvPicPr>
              <p:cNvPr id="2" name="Ink 1">
                <a:extLst>
                  <a:ext uri="{FF2B5EF4-FFF2-40B4-BE49-F238E27FC236}">
                    <a16:creationId xmlns:a16="http://schemas.microsoft.com/office/drawing/2014/main" id="{68D20B2A-9082-DA81-1946-1403C9CD2A46}"/>
                  </a:ext>
                </a:extLst>
              </p:cNvPr>
              <p:cNvPicPr/>
              <p:nvPr/>
            </p:nvPicPr>
            <p:blipFill>
              <a:blip r:embed="rId3"/>
              <a:stretch>
                <a:fillRect/>
              </a:stretch>
            </p:blipFill>
            <p:spPr>
              <a:xfrm>
                <a:off x="924120" y="1711440"/>
                <a:ext cx="10395000" cy="3168720"/>
              </a:xfrm>
              <a:prstGeom prst="rect">
                <a:avLst/>
              </a:prstGeom>
            </p:spPr>
          </p:pic>
        </mc:Fallback>
      </mc:AlternateContent>
    </p:spTree>
    <p:extLst>
      <p:ext uri="{BB962C8B-B14F-4D97-AF65-F5344CB8AC3E}">
        <p14:creationId xmlns:p14="http://schemas.microsoft.com/office/powerpoint/2010/main" val="299331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807</TotalTime>
  <Words>5306</Words>
  <Application>Microsoft Office PowerPoint</Application>
  <PresentationFormat>Widescreen</PresentationFormat>
  <Paragraphs>278</Paragraphs>
  <Slides>31</Slides>
  <Notes>21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31</vt:i4>
      </vt:variant>
    </vt:vector>
  </HeadingPairs>
  <TitlesOfParts>
    <vt:vector size="40" baseType="lpstr">
      <vt:lpstr>Arial</vt:lpstr>
      <vt:lpstr>Calibri</vt:lpstr>
      <vt:lpstr>Calibri Light</vt:lpstr>
      <vt:lpstr>Cambria Math</vt:lpstr>
      <vt:lpstr>Roboto Mono</vt:lpstr>
      <vt:lpstr>Wingdings</vt:lpstr>
      <vt:lpstr>Office Theme</vt:lpstr>
      <vt:lpstr>1_Office Theme</vt:lpstr>
      <vt:lpstr>2_Office Theme</vt:lpstr>
      <vt:lpstr>PowerPoint Presentation</vt:lpstr>
      <vt:lpstr>PowerPoint Presentation</vt:lpstr>
      <vt:lpstr>PRAYERS BREAK till 1850 / 0650 PM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PRAYERS BREAK till 2030 / 0830 PM</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Usman Khan</dc:creator>
  <cp:lastModifiedBy>Usman Khan</cp:lastModifiedBy>
  <cp:revision>98</cp:revision>
  <dcterms:created xsi:type="dcterms:W3CDTF">2026-03-16T18:46:05Z</dcterms:created>
  <dcterms:modified xsi:type="dcterms:W3CDTF">2026-04-03T16:37:31Z</dcterms:modified>
</cp:coreProperties>
</file>