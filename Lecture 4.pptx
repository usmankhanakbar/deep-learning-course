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2.xml" ContentType="application/vnd.openxmlformats-officedocument.presentationml.notesSlide+xml"/>
  <Override PartName="/ppt/ink/ink5.xml" ContentType="application/inkml+xml"/>
  <Override PartName="/ppt/ink/ink6.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7.xml" ContentType="application/inkml+xml"/>
  <Override PartName="/ppt/notesSlides/notesSlide5.xml" ContentType="application/vnd.openxmlformats-officedocument.presentationml.notesSlide+xml"/>
  <Override PartName="/ppt/ink/ink8.xml" ContentType="application/inkml+xml"/>
  <Override PartName="/ppt/notesSlides/notesSlide6.xml" ContentType="application/vnd.openxmlformats-officedocument.presentationml.notesSlide+xml"/>
  <Override PartName="/ppt/ink/ink9.xml" ContentType="application/inkml+xml"/>
  <Override PartName="/ppt/notesSlides/notesSlide7.xml" ContentType="application/vnd.openxmlformats-officedocument.presentationml.notesSlide+xml"/>
  <Override PartName="/ppt/ink/ink10.xml" ContentType="application/inkml+xml"/>
  <Override PartName="/ppt/notesSlides/notesSlide8.xml" ContentType="application/vnd.openxmlformats-officedocument.presentationml.notesSlide+xml"/>
  <Override PartName="/ppt/ink/ink11.xml" ContentType="application/inkml+xml"/>
  <Override PartName="/ppt/notesSlides/notesSlide9.xml" ContentType="application/vnd.openxmlformats-officedocument.presentationml.notesSlide+xml"/>
  <Override PartName="/ppt/ink/ink12.xml" ContentType="application/inkml+xml"/>
  <Override PartName="/ppt/notesSlides/notesSlide10.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notesSlides/notesSlide11.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3"/>
  </p:notesMasterIdLst>
  <p:sldIdLst>
    <p:sldId id="257" r:id="rId3"/>
    <p:sldId id="258" r:id="rId4"/>
    <p:sldId id="285" r:id="rId5"/>
    <p:sldId id="286" r:id="rId6"/>
    <p:sldId id="287" r:id="rId7"/>
    <p:sldId id="288" r:id="rId8"/>
    <p:sldId id="284" r:id="rId9"/>
    <p:sldId id="289" r:id="rId10"/>
    <p:sldId id="290" r:id="rId11"/>
    <p:sldId id="291" r:id="rId12"/>
    <p:sldId id="292" r:id="rId13"/>
    <p:sldId id="293" r:id="rId14"/>
    <p:sldId id="294" r:id="rId15"/>
    <p:sldId id="295" r:id="rId16"/>
    <p:sldId id="296" r:id="rId17"/>
    <p:sldId id="283" r:id="rId18"/>
    <p:sldId id="318" r:id="rId19"/>
    <p:sldId id="297" r:id="rId20"/>
    <p:sldId id="319" r:id="rId21"/>
    <p:sldId id="320" r:id="rId22"/>
    <p:sldId id="321" r:id="rId23"/>
    <p:sldId id="322" r:id="rId24"/>
    <p:sldId id="323" r:id="rId25"/>
    <p:sldId id="324" r:id="rId26"/>
    <p:sldId id="325" r:id="rId27"/>
    <p:sldId id="326" r:id="rId28"/>
    <p:sldId id="330" r:id="rId29"/>
    <p:sldId id="331" r:id="rId30"/>
    <p:sldId id="327" r:id="rId31"/>
    <p:sldId id="328" r:id="rId32"/>
    <p:sldId id="329" r:id="rId33"/>
    <p:sldId id="332" r:id="rId34"/>
    <p:sldId id="333" r:id="rId35"/>
    <p:sldId id="334" r:id="rId36"/>
    <p:sldId id="335" r:id="rId37"/>
    <p:sldId id="336" r:id="rId38"/>
    <p:sldId id="337" r:id="rId39"/>
    <p:sldId id="338" r:id="rId40"/>
    <p:sldId id="339" r:id="rId41"/>
    <p:sldId id="29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3:43:39.465"/>
    </inkml:context>
    <inkml:brush xml:id="br0">
      <inkml:brushProperty name="width" value="0.05292" units="cm"/>
      <inkml:brushProperty name="height" value="0.05292" units="cm"/>
      <inkml:brushProperty name="color" value="#FF0000"/>
    </inkml:brush>
  </inkml:definitions>
  <inkml:trace contextRef="#ctx0" brushRef="#br0">6138 10989 0,'0'35'141,"0"71"-126,0-18-15,0 1 16,0 122 0,0 54-1,0-54 1,-35 36 0,0-106-1,35-105 1</inkml:trace>
  <inkml:trace contextRef="#ctx0" brushRef="#br0" timeOffset="950.34">6191 11095 0,'-35'0'78,"-53"88"-63,17-17 1,18 17 0,18-35-1,35 0 1,0-36-16</inkml:trace>
  <inkml:trace contextRef="#ctx0" brushRef="#br0" timeOffset="1675.09">6085 11060 0,'36'17'63,"105"71"-32,-35 18-15,-36 0-1,-35-53 1,-35-35-1</inkml:trace>
  <inkml:trace contextRef="#ctx0" brushRef="#br0" timeOffset="22067.4">9366 13282 0,'0'35'250,"0"36"-234,0-36-1,-17 53 1,17-52-1,-36 52 1,19 0 0,17 36-1,0-54 1,-18-52 0</inkml:trace>
  <inkml:trace contextRef="#ctx0" brushRef="#br0" timeOffset="23197.81">9313 13247 0,'0'53'31,"-70"35"-15,17-18-1,35-17 17,-17-17-17,35-19 1</inkml:trace>
  <inkml:trace contextRef="#ctx0" brushRef="#br0" timeOffset="25668.5">9366 13212 0,'36'0'313,"-1"0"-266,-18 17-32,1 1 298,17 17-282,-17-17 0,17 17 1,-35 0-1,0 1 469,36-19-438,-36 1-46,17-18 31,1 17-32</inkml:trace>
  <inkml:trace contextRef="#ctx0" brushRef="#br0" timeOffset="28834.86">14605 13194 0,'0'53'94,"18"17"-63,-18-17-31,0 18 16,0-1-16,0 19 16,0 105-1,0-141 1,0 35 0,0-35-1</inkml:trace>
  <inkml:trace contextRef="#ctx0" brushRef="#br0" timeOffset="30324.34">14605 13176 0,'-35'18'46,"-36"88"-14,54-53-32,-72 52 31,54-52-15,17-17-1</inkml:trace>
  <inkml:trace contextRef="#ctx0" brushRef="#br0" timeOffset="30961.17">14693 13282 0,'88'53'15,"-52"-18"1,175 106 15,-175-105-15,-1-19 0,-17 1-1</inkml:trace>
  <inkml:trace contextRef="#ctx0" brushRef="#br0" timeOffset="32456.54">19720 13229 0,'18'18'32,"35"88"-17,-53-89-15,17 124 31,19 18-15,-36-53-16,0-18 16,35 0-1,-35-70-15,18-18 16</inkml:trace>
  <inkml:trace contextRef="#ctx0" brushRef="#br0" timeOffset="33177.75">19738 13070 0,'-71'71'110,"-17"52"-95,35-34 1,18-54 0</inkml:trace>
  <inkml:trace contextRef="#ctx0" brushRef="#br0" timeOffset="33657.57">19844 13088 0,'35'0'15,"18"71"1,17-18 0,-17-36-1,-17 18 1,17 1 0,-36-36-1</inkml:trace>
  <inkml:trace contextRef="#ctx0" brushRef="#br0" timeOffset="34705.15">24483 13564 0,'17'0'32,"19"124"15,-1 158-16,0-211 0</inkml:trace>
  <inkml:trace contextRef="#ctx0" brushRef="#br0" timeOffset="35276.92">24518 13494 0,'-35'0'15,"-18"53"1,18-18 0,17 0 15</inkml:trace>
  <inkml:trace contextRef="#ctx0" brushRef="#br0" timeOffset="35987.75">24447 13494 0,'18'0'31,"53"0"-16,-54 17 1,54 36 0,-1 0-1,-17-35 1,18 17 0,-18 18-1</inkml:trace>
  <inkml:trace contextRef="#ctx0" brushRef="#br0" timeOffset="59321.9">29051 7197 0,'-35'-18'547,"17"18"-532,-17-18 1,17 1 0,1 17 30,-19 0 1,36 17 47,0 1-78,0 17-1,0 36 1,-17-18-16,-18 0 16,17 0-1,0-18-15,18 0 47,0 0-31,36 36-1,-1-53 1,-18 17 0,1-17-1,-18-1 32,18-17-31,-1 18-1,36 17 17,-35-17-17,0-18 1,17 0-1,-35 17 48,18-17-32,52 53 0,-70-17-15,18-36-16,-18 35 31,-36 18-15,36-36 0,-35 54-1,0-36 1,17-17-1,-17-18-15,35 18 16,-35-18-16,17 0 31,0 0 16,1 0-16,-19 0-15,36-18-16,-52 18 16,52-18-1,-18 18 1,18-17 0</inkml:trace>
  <inkml:trace contextRef="#ctx0" brushRef="#br0" timeOffset="60627.87">29422 7937 0,'0'-17'15,"-36"17"32,36 17 47,0 36-79,0 18 1,0-36 0,18 1-1,17-1 1,1 18 0,-1-18-1,0 0 1,-17-35 15,17 18-15,0-18-1,-17 0 1,0-35 0,-1-18-1,19 17 1,-36-34-1,0-1 1,0 36 0,-36 0-1,1-1 1,0 19 0,-1-1 30,19 18-30,-1 0 47,0 0-48,1 0 1,-36 0-1</inkml:trace>
  <inkml:trace contextRef="#ctx0" brushRef="#br0" timeOffset="61380.8">29951 7267 0,'17'53'47,"36"141"-32,-53-106 1,0 1 15,0-37-15,0-34-1,0 53 1,0-18 0,0 35-1,36-18 1</inkml:trace>
  <inkml:trace contextRef="#ctx0" brushRef="#br0" timeOffset="62290.47">30021 7867 0,'0'0'0,"0"-18"16,36 1-1,-36-1 1,0 0 15,35 18-15,-17 0 15,52 0-15,-35 18 15,18 35-15,0-18-1,35 53 1,-70-35 0,0-17-1,-18-1 16,0 0-15,0-17-16,0 17 31,-18 36-15,18-54-16,-35 19 16,0-36 46,-18 0-31,17 0-15,36-18-16,-35 0 31,17 1-15,1-1-1,-36-17 1,35 35 0,18-18-1,-17 18-15,17-18 16,-18 18-16,18-17 16,0-18 77</inkml:trace>
  <inkml:trace contextRef="#ctx0" brushRef="#br0" timeOffset="63759.62">30639 8026 0,'35'0'31,"-35"17"-16,71 36 1,-71-35 15,35-18-15,-18 0 15,36-35-15,-17-1-1,-19-17 1,-17 18 15,0 17-15,0 1 0,-17-18-1,-19 35 16,1 0 32,17 0-47,1 0 30,-1 0-30,18 17 0,-17-17-1,17 35 1,0 54 15,0-36-15,0-18-1,0 0 1,0 0 15,0 1 1,17 17-17,-17-18 1,18-17-16,-18-1 15,17 18 1,19-35 0,17 0 77,-36-17-77</inkml:trace>
  <inkml:trace contextRef="#ctx0" brushRef="#br0" timeOffset="64899.01">31097 7250 0,'0'35'78,"0"53"-62,0 106-1,0-106 17,0 18-17,0-35 1,36-1 0,-19 18-1,-17-70-15,0 0 16,18 17-1,-18-17 1,18-1 0,17 1-1,-35 17 1,17-35 0,1 35-1,0-35 16,-1 0 63</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3:46:15.327"/>
    </inkml:context>
    <inkml:brush xml:id="br0">
      <inkml:brushProperty name="width" value="0.05292" units="cm"/>
      <inkml:brushProperty name="height" value="0.05292" units="cm"/>
      <inkml:brushProperty name="color" value="#FF0000"/>
    </inkml:brush>
  </inkml:definitions>
  <inkml:trace contextRef="#ctx0" brushRef="#br0">24977 14993 0,'0'-35'16,"-18"35"62,-105 53-47,105-18-15,0-17 156,54 140-141,-36 1 0,0-141-15,0-1-16,0 19 15,0 69 1,0-16 0,0-54-1,0 18 1,0 35-1,0-35-15,0-18 16,0 71 0,-18 0-1,18-18 1,-35 18 0,35-53-1,-36 35 1,19 0 15,-1-35-15,18-35-1,0 35 1,0-18 0,0-17-16,0 17 15,0 0 1,0-17-16,0-1 47,18 1-32,-1 17 1,1 18 0,17 0-1,1 0 16,-19-53-15,36 0 0,0 35-1,-18-35 1,-17 0 0,0 18-1,-1-18 1,1 0-1,-1 18 1</inkml:trace>
  <inkml:trace contextRef="#ctx0" brushRef="#br0" timeOffset="2085.63">25541 15205 0,'0'35'47,"35"-35"-16,18 0-16,35 0 17,1 0-17,-36 0 1</inkml:trace>
  <inkml:trace contextRef="#ctx0" brushRef="#br0" timeOffset="2710.11">26088 14905 0,'0'70'78,"0"72"-47,0-72-15,0-52 0</inkml:trace>
  <inkml:trace contextRef="#ctx0" brushRef="#br0" timeOffset="4010.33">25647 15963 0,'35'0'62,"0"0"-46,18 0 0,18 0-1,0 0 1,-1 0-1,-52 0 1</inkml:trace>
  <inkml:trace contextRef="#ctx0" brushRef="#br0" timeOffset="4983.72">26088 15822 0,'18'0'32,"-1"0"-1,18 0-15,1 0 15,-1 35-16,0 1 1,-35 34 15,0-17-15,-17 53 0,-1-53-1,-17-18 1,-18-17-1,53 17 1,88-35 140,0 0-140,-53 0 0</inkml:trace>
  <inkml:trace contextRef="#ctx0" brushRef="#br0" timeOffset="5942.71">25735 16845 0,'18'0'157,"17"0"-142,53 0 1,18-18-1,-88 18-15,35-17 16,-18-18 15,0 35 32</inkml:trace>
  <inkml:trace contextRef="#ctx0" brushRef="#br0" timeOffset="6689.34">26370 16775 0,'35'35'47,"-35"212"-16,0-159-31,0 18 32</inkml:trace>
  <inkml:trace contextRef="#ctx0" brushRef="#br0" timeOffset="8108.71">27234 14852 0,'-17'0'78,"-18"0"-62,-18 0-1,17 0 1,-17 0 0,36 0-1,-1 35-15,-35 53 32,53-35-17,0 53 1,35-35-1,-17-36 1,17 0 15,18-17 1,18-18-17,17-18 1,-53-35-1,1-17 1,-36 17 0,0-18-1,0 1 1,0-1 0,0 54-16,-18-54 15,-35 36 1,-17-18-1,52 53 17,-17 0-17</inkml:trace>
  <inkml:trace contextRef="#ctx0" brushRef="#br0" timeOffset="9024.62">27358 15910 0,'0'0'0,"-106"0"31,18 71 1,35-18-17,53-18 1,0 0 0,0 1-1,0-19 1,0 1-16,0-1 15,18-17 1,-1 36-16,19-1 16,52-35-1,0-18 17,-53-35-17,-17 18 1,-18 0-1,0-71 1,0 53 0,0 36-16,0-36 15,-18-71 1,1 89 0,-1 17-1</inkml:trace>
  <inkml:trace contextRef="#ctx0" brushRef="#br0" timeOffset="9941.21">27340 16916 0,'0'17'15,"0"19"1,0 17-16,0-1 15,0 19 1,0-18 0,0 0-1,0-18 17,36-35 14,52-35-30,-53-53 0,18 52-1,-18 1 1,-35-53 0,35 0-1,-35 35 1,0 0 15,0 18-15,-35-1-1,0-17 17,0 53-17</inkml:trace>
  <inkml:trace contextRef="#ctx0" brushRef="#br0" timeOffset="11022.94">28557 14746 0,'0'18'62,"18"282"-30,-18-212-17,0 88 1,0-123-16,18-18 15,-18 1 1,0-54 47</inkml:trace>
  <inkml:trace contextRef="#ctx0" brushRef="#br0" timeOffset="12084.41">28363 15893 0,'53'-89'16,"18"54"15,35-53-15,-89 88 30,-17 18-30,18 35 0,17-1-1,-35 19 1,-35-18 15,17-35-31,1-1 16,-72 54-1,54-18 1,-18-18 0,36 0-1,17-17 1,70-18 156,-35 0-157,71 0 1,-70-35 0,-1 35 46</inkml:trace>
  <inkml:trace contextRef="#ctx0" brushRef="#br0" timeOffset="12681.35">28698 16651 0,'18'0'31,"35"18"-15,-53 70-1,18-18 1,-18 36 0,17-17-1</inkml:trace>
  <inkml:trace contextRef="#ctx0" brushRef="#br0" timeOffset="14239.67">29087 14746 0,'0'0'0,"70"0"15,-35 0 1,1 0 0,-19 0 15,1 0-16,0 53 32,-18 0-31,35 0 0,-35 17-1,0-34 1,0 52-1,0 53 1,0 0 0,0-53-16,0 71 15,0-53 1,35 17 0,0-34-1,-17-1 16,0-18-15,-18 1 0,17-36-1,19 18-15,-36 0 16,35 88 0,-35-53-1,35 18 1,-35-71-1,0 1 17,35-1-17,-35 0 1,18-17 0,-18-1 30,-35 1-30,35 17 0,-53-17-1,18 0-15,17 35 16,0-53 0,-17 35-1,0-35 173,35-18-173,-18 18 1</inkml:trace>
  <inkml:trace contextRef="#ctx0" brushRef="#br0" timeOffset="16586.68">30568 15610 0,'35'0'47,"-35"71"-32,0-18-15,-35 70 31,-71 107-15,71-177 0,35-36 15</inkml:trace>
  <inkml:trace contextRef="#ctx0" brushRef="#br0" timeOffset="17441.6">30409 15875 0,'18'0'32,"35"0"-17,0 18 1,70-1 0,18 89-1,-123-88 1,35 52-1,-53-17 1</inkml:trace>
  <inkml:trace contextRef="#ctx0" brushRef="#br0" timeOffset="19755.28">30286 16016 0,'0'0'0,"18"0"31,35 0-15,-18 0-1,18 0 1,0 0 0,52 0-1,-87 0-15,70 0 16,-35-35 0,-18 35 15,1-18 63,17 18-79,-18 0 1,18-35-1,-35 35 64,-1-35-48</inkml:trace>
  <inkml:trace contextRef="#ctx0" brushRef="#br0" timeOffset="21362.76">31715 15011 0,'17'17'110,"19"266"-79,-36-54 0,0-106 1</inkml:trace>
  <inkml:trace contextRef="#ctx0" brushRef="#br0" timeOffset="22428.66">31450 15064 0,'0'-36'16,"35"36"15,18-17-15,-17-19-1,69 19 1,-52 17-16,-17 0 16,17 0 62,-36 0-63,1 0 1,-1 0 0,1 0-1</inkml:trace>
  <inkml:trace contextRef="#ctx0" brushRef="#br0" timeOffset="23800.27">31591 15840 0,'18'0'47,"70"-36"15,53 19-30,-106-18-17,-17 35 1,0 0-16,-1 0 62,19 0 16,-1 0-46</inkml:trace>
  <inkml:trace contextRef="#ctx0" brushRef="#br0" timeOffset="25687.29">32103 15399 0,'17'0'47,"19"158"-15,-36-105-32,0 0 31,0-123 156,0 17-155,0 18-17,0 17 16,0 0-15,17-17 0,1 35 46,0 0-46,35 53-1,-53 17 17,0 1-17,17-53 1,-17-1 0,0 1 15,0-36 78,0 1-93,0-19-16,0 1 15,18 17-15,-18 1 16</inkml:trace>
  <inkml:trace contextRef="#ctx0" brushRef="#br0" timeOffset="26104.1">32367 15434 0,'18'0'125,"0"0"-109,-18 18-16,17-1 15,19 54 1,-36-36-1,0 71 17,0-88-17</inkml:trace>
  <inkml:trace contextRef="#ctx0" brushRef="#br0" timeOffset="29405.33">32773 15452 0,'0'-36'47,"-35"36"62,-53 71-78,52-18-15,36-18 0,0-17-1,0-1 1,0 19 0,0-1 15,18-35 94,17-18-110,-35 1 17,18-19-1,-18 19 0,35-36 0,18-35 298,-35 70-314,-18 53 204,0 71-188,0-18-31,0-35 31,0 18-15,0-18 0,0 88 15,0-88-15,0-18-16,0 0 15,17 18 1,-17-18-16,0 1 15,0 70 1,0-18 0,0 35 15,0-70-15,0 0 15,0 35-31,0-52 15,0-19-15,0 1 16,-17-18 78,-19 0-79,-34-18 17,17-88-17,35 71 1,1-53 0,-1 0 15,18-71-16,71 71 1,17 0 15,-71 52-31,1 19 16,0-1-16,17 0 16,-17 1 124,-1-1-124,19-17-1,-1 17 1,-35 1 312,0-19-312,0 1-16,0 17 15,0-17 110,0 17-93,-18 18-1</inkml:trace>
  <inkml:trace contextRef="#ctx0" brushRef="#br0" timeOffset="31579.6">23724 16157 0,'0'0'0,"71"18"16,158-1 0,142 1-1,17 17 1,-247-35 0,-106 0-1</inkml:trace>
  <inkml:trace contextRef="#ctx0" brushRef="#br0" timeOffset="32519.26">23954 16457 0,'70'53'15,"-35"-35"1,89-1 0,35-17-1,-18 18 1,-71-18 0,-52 0-1,17 0 16,1 0-15,34 0 0</inkml:trace>
  <inkml:trace contextRef="#ctx0" brushRef="#br0" timeOffset="33912.33">18327 16104 0,'0'0'0,"53"0"47,0 36-32,-18-1-15,88 0 16,-17 71-16,0 35 16,106 141-1,-142-141-15,-34-70 16,-19-18-1,-17-35 17,0-36 15,-70-35-32,34 0-15</inkml:trace>
  <inkml:trace contextRef="#ctx0" brushRef="#br0" timeOffset="34128.94">19138 16175 0,'0'0'0</inkml:trace>
  <inkml:trace contextRef="#ctx0" brushRef="#br0" timeOffset="35246.71">19244 16051 0,'0'18'78,"-35"123"-62,-1-35-16,19-35 15,-54 17 1,18-18-1,0 54 17,36-36-1</inkml:trace>
  <inkml:trace contextRef="#ctx0" brushRef="#br0" timeOffset="36554.41">19614 16528 0,'36'17'31,"-19"-17"-15,1 18 0,0 17-1,17-35 1,0 0 15,0-35-15,-35 0-1,0-1 1,0 1 15,0 17-15,-35-17 15,0 35-15,35-17 15,0-1-15,-35 18 15,35-18-15,-18 18-16,0 0 78,-35 88-47,53-35-15,0 36-1,0-72 16,0 1-15,0-1 0,0 1-1,36 17 1,17 18 0,-36-17-1,1-1 1,17 0-1,-17-17 17,-1-18-1,1 0-15,0 0-1,52 0 1,18 0-1,-52 0-15,17-18 16,-18 18 0,-35-18 77</inkml:trace>
  <inkml:trace contextRef="#ctx0" brushRef="#br0" timeOffset="37629.83">20038 16369 0,'17'18'78,"54"34"-62,-18 19 15,-35 35-15,-1-71 0,-17 18-1,18-35 16,-18-54 79,-18-17-95,18-17 1,0-36 0,0 18 31,18 88-32,52-18 32,-17 18-31,0 0-1,-18 0 1,-35 36-16,36-36 16,-19 17-1,1-17 1</inkml:trace>
  <inkml:trace contextRef="#ctx0" brushRef="#br0" timeOffset="38254.5">20637 15963 0,'0'18'93,"36"246"-61,-36 36-1,0-212-15,0-70-1,0 0 1,17-18-1</inkml:trace>
  <inkml:trace contextRef="#ctx0" brushRef="#br0" timeOffset="38735.67">20443 16281 0,'18'0'31,"17"0"-15,36 0 0,-18 0 15,70-18-15,-17-17-1</inkml:trace>
  <inkml:trace contextRef="#ctx0" brushRef="#br0" timeOffset="39192.85">20990 16281 0,'0'35'47,"36"53"-31,-36 0-1,0 1 1,0-19 0,0-35 15</inkml:trace>
  <inkml:trace contextRef="#ctx0" brushRef="#br0" timeOffset="39494.44">20937 16140 0</inkml:trace>
  <inkml:trace contextRef="#ctx0" brushRef="#br0" timeOffset="40172.36">21343 16298 0,'-53'0'47,"35"0"-31,-52 36-1,52-1 1,-17 0-16,17 36 15,18-36 1,0 71 0,0-18-1,36-53 17,-36-17-17,88 17 1,-35 0-1,-18-17-15,0-18 16,18 0-16,-35 0 16</inkml:trace>
  <inkml:trace contextRef="#ctx0" brushRef="#br0" timeOffset="41207.81">21731 16439 0,'0'-35'31,"-88"35"-15,70 0-16,-35 0 15,18 35 1,35 36 0,-35 0-1,35 34 17,0-87-17,0 0 1,17-1-1,-17 1 17,18-18-17,17 35 1,36-52 0,-36-19-1,-17 19 1,-1-54-1,-17 18 1,0 0 0,18 53 140,17 18-140,-35 70-1,0-35 1,18 53-1,17-36 1,-35-17 0,18-53-1,17 0 17,0-17-17,18-54 1,-35 53-1,-18 1 1,0-18-16</inkml:trace>
  <inkml:trace contextRef="#ctx0" brushRef="#br0" timeOffset="41720.08">22066 15998 0,'0'18'47,"0"141"-32,0-71-15,0 36 16,0 70 0,0-89-1,0-52-15,0 18 32</inkml:trace>
  <inkml:trace contextRef="#ctx0" brushRef="#br0" timeOffset="97810.83">23636 15663 0,'35'0'31,"54"-17"0,-19 17-15,18-18-1,-17 18 1,-36 0 0</inkml:trace>
  <inkml:trace contextRef="#ctx0" brushRef="#br0" timeOffset="98461.1">23883 15469 0,'35'18'47,"-17"35"-31,35-36-1,-35-17 1,52 71-1,-17-36 1,-53-17 140,-35 17-62</inkml:trace>
  <inkml:trace contextRef="#ctx0" brushRef="#br0" timeOffset="191310.31">12665 10160 0,'0'0'0,"35"0"0</inkml:trace>
  <inkml:trace contextRef="#ctx0" brushRef="#br0" timeOffset="205738.55">14305 5733 0,'35'0'47,"1"17"47,87 124-63,-70 18-15,0-18-1,18-53 1,-19 18-1,1 0 1,-17-106 0,-19 18-1,-17-1 17,36 1-17,-36 0 1</inkml:trace>
  <inkml:trace contextRef="#ctx0" brushRef="#br0" timeOffset="207342.92">14552 6438 0,'18'0'62,"70"35"-30,53 54-1,-53-1 0,-70-35-15,-18-71 93,35-35-93,0-17-1,18 17 17,-17 0-17,-19 18 1,-17-1-16</inkml:trace>
  <inkml:trace contextRef="#ctx0" brushRef="#br0" timeOffset="212055.54">19720 6174 0,'0'35'110,"36"71"-79,-19-53-15,-17 52 15,0-87-15,0 0 187,35-18-110,-35 17-14</inkml:trace>
  <inkml:trace contextRef="#ctx0" brushRef="#br0" timeOffset="-121978.54">26882 14446 0,'0'71'140,"0"35"-124,0-71-16,0 18 15,0 0 1,0 0 0,0 17-1,0-35-15,0 18 16,17 18 0,19 17-1,-36 53 1,17-35-1,-17 18 1,0-72 0,0 1-1,0 0-15,18 0 16,-1-17-16,-17-1 16,0 35-1,0 54 1,36-54-1,-36-17-15,17 0 16,19 53 0,-36-71-16,17 1 15,-17 17 1,0-18 15,18 0 125,0 53-124,-18-35-1,0 53 0,0 53 0,0-36-15,0-105 15,0 70 16,0 36-31,0 34-1,0-70 1</inkml:trace>
  <inkml:trace contextRef="#ctx0" brushRef="#br0" timeOffset="-76309.66">9578 9278 0,'35'88'31,"18"71"0,-53-141-15</inkml:trace>
  <inkml:trace contextRef="#ctx0" brushRef="#br0" timeOffset="31505.76">31997 5203 0,'18'0'47</inkml:trace>
  <inkml:trace contextRef="#ctx0" brushRef="#br0" timeOffset="35179.08">29898 4516 0,'0'0'0</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3:54:49.330"/>
    </inkml:context>
    <inkml:brush xml:id="br0">
      <inkml:brushProperty name="width" value="0.05292" units="cm"/>
      <inkml:brushProperty name="height" value="0.05292" units="cm"/>
      <inkml:brushProperty name="color" value="#FF0000"/>
    </inkml:brush>
  </inkml:definitions>
  <inkml:trace contextRef="#ctx0" brushRef="#br0">19350 4198 0,'0'0'0,"-53"0"16,-18 18-1,-17 35 1,0-53-1,35 53 1,-35 52 0,53 1-1,-1-53 1,19 18 0,17 17-1,17-35 16,19 17-15,-1-17-16,-35-35 16,106 88 15,-71 0-15,71-18-1,-53-18 1,17-17-1,-17-18 1,18 18 0,-18 0-1,53-17 1,-71-19-16,18 19 16,17-1-1,-52-35 1,35 35-1,17-35 1,54 0 15,-36 0-15,-35 0 0,35 0-1,0 0 1,1 0-1,-1 0 1,-71 0-16,19 0 16,140 0-1,-52-53 1,34 18 0,-34 35-1,-1-35 1,-88 35-1,1 0 1,-36-18 31,35-70-31,-17 0-1,-1-1 1,19 36-1,-1-35 1,-35 35 0,0 18-1,0 0 1,-18-18 0,18 18-16,0 17 15,-88-53 1,53 36-1,-36-18 1,1-35 0,-19 53 15,72 35-31,-107-53 31,-140 0-15,123 18-1,70-1 1,-52 19 0,34-19-1,-34 36 1,35-35 0,-18 18-1,18 17 1,0-36-1,-71 19 1,53 17 0,0 0 15,53 0-15,-17 0-1</inkml:trace>
  <inkml:trace contextRef="#ctx0" brushRef="#br0" timeOffset="1903.44">21643 13952 0,'0'18'78,"18"-18"-62,-1 18 15,18-18-16,124 35 17,-18-35-17,71 0 1,35 0 0,-35 0-1,-124 0 1,-53 0-16</inkml:trace>
  <inkml:trace contextRef="#ctx0" brushRef="#br0" timeOffset="2983.36">22490 13723 0,'-18'0'47,"-141"88"-32,89-52 16,-71-1-31,-54 0 32,1-17-17,106 17 1,71-35 0,52 18 171,159 176-156,-159-124-15,71 36 0,-53-18-1,0-52 1,-18-19-1,0 1 1,-35-1 0,18 19-1,17-36 17</inkml:trace>
  <inkml:trace contextRef="#ctx0" brushRef="#br0" timeOffset="5751.95">23883 12577 0,'0'70'63,"-18"18"-48,-17 0 1,-35 36 0,52-106-1,-35 34 1,53-16 78,18-36-79,35 17 17,35-17-17,0 0 1,0-17-1,-35 17-15,-18-36 16,-35 1 109,0 18-109,0-1-16,18 212 156,17 18-140,1-107-1,-19-69 1,-17-19-1</inkml:trace>
  <inkml:trace contextRef="#ctx0" brushRef="#br0" timeOffset="6168.96">24642 13458 0,'17'0'31,"-17"71"16,-53 70-16,-17-88 0</inkml:trace>
  <inkml:trace contextRef="#ctx0" brushRef="#br0" timeOffset="6951.99">25277 12559 0,'0'18'31,"0"34"-15,0-34 0,0 17-1,35-17 1,-35 17 0,35-17-1,-17-18 1,-1 18-1,36 87 32,-53-34-15,0-18-17,0-36 1,0 36-1,-70-17 1,17-1 0,18-35 93</inkml:trace>
  <inkml:trace contextRef="#ctx0" brushRef="#br0" timeOffset="7453.67">25224 12682 0,'35'0'31,"-17"0"-15,52-17-1,1-1 1,52-35 0,-52 18-1</inkml:trace>
  <inkml:trace contextRef="#ctx0" brushRef="#br0" timeOffset="8844.01">24165 12541 0,'0'0'0,"-123"-17"32,88 17-32,-89 0 31,18 0-15,89 0-16,-54 0 15,36 35 1,-36 0-1,18 53 1,36-17 0,-19-18-1,36-18-15,0-17 16,0 70 0,0 0-1,-17 18 1,17-18-1,0 18 17,70-35-17,-17 34 1,-18-16 0,1 34-1,52-35 1,-70-52-1,17-36 1,53 35 15,-70-35-15,35 0-16,52-35 16,-16-54-1,-1 54 1,-71-18-1,1-17 17,-18-124-1,18 105-31,-18 19 16,17-89-1,-17 0 1,0 106-1,0 36-15,-17-19 32,-19 19-17,36-1 1,0 1 0,-17 17-1,17-71 1,-18 36-1,18 17 32,0 0-31</inkml:trace>
  <inkml:trace contextRef="#ctx0" brushRef="#br0" timeOffset="15317.79">14129 7885 0,'0'17'31,"17"-17"-15,19 18-1,-1 17 1,0-35 0,18 35-1,71-35 1,52 0 0,-88 0-16,-17 0 15,105 18 1,1 0-1,17-1 1,0 1 0,-89-18 15,-87 35-15</inkml:trace>
  <inkml:trace contextRef="#ctx0" brushRef="#br0" timeOffset="16643.5">14199 11165 0,'18'0'94,"141"0"-63,-71-17-15,106-1-1,70 18 1,54 0 0,17 0-1,-194 0 1,-123 0-1,0 0 64,-1 0 61</inkml:trace>
  <inkml:trace contextRef="#ctx0" brushRef="#br0" timeOffset="19059.41">7743 3828 0,'53'88'62,"0"370"-31,-35-193 1,-18-230-1</inkml:trace>
  <inkml:trace contextRef="#ctx0" brushRef="#br0" timeOffset="20294.59">7885 3845 0,'52'-17'16,"19"-36"0,17 17-1,18-16 1,-53 52 15,-53 17 47,0 36-62,0 88 0,-106 36-1,71-107-15,0 1 16,-54 35-1,54-71 1,17-35 0,-17 0 93,0 0-78,53 0 79,52 0-79,-35 0-31,71 17 31,-70 1-15,-1 35-1,-18-18 1,1-17-16,35 35 16,-18-36-1,-35 1 1,18-18 15,35 35-15,-18-17-1,36 53 1,-18-36 0,-18-35-1,-70 0 48</inkml:trace>
  <inkml:trace contextRef="#ctx0" brushRef="#br0" timeOffset="21504.12">8819 4374 0,'0'-52'31,"-35"16"-15,-18-52-1,0 0 1,18 53 0,-18 17 15,18-17-16,0 35 1,17 0 0,-17-18-1,-54 124 32,72-89-31,17 19-16,-35-1 15,35 0 1,0-17 0,0 0-1,0-1 1,35 19 15,0-1 0,71 35-15,-53-17 0,0-35-1,-18-18 17,-17 0-17,-1 0 1,1-35-16,17-18 15,1-53 1,-19 18 0,-17 52 62,53 89 0,18 18-62,-18-1-1,-36-52 1</inkml:trace>
  <inkml:trace contextRef="#ctx0" brushRef="#br0" timeOffset="22456.18">8996 4092 0,'17'35'47,"-17"18"-32,36 18 1,-36 17 0,0-53-1,0 1 1,0-54 62,0-52-47,17 17-15,19 17 0,-36 1-1,53-18 1,-18 35 62,0 18-62,36 89 15,-54-36-16,36 52 1,-17-52 0,-36 0-1</inkml:trace>
  <inkml:trace contextRef="#ctx0" brushRef="#br0" timeOffset="23909.95">9931 4145 0,'-18'0'62,"-17"-35"-46,-53 0-1,52 35 1,1 0 0,-18 88-1,18-35 1,35 35-1,35 0 1,18-53 0,-35-17-1,-1-18 48,19 0-48,-1 0 1,18-106 0,0 18-1,-18 0 1,-17 70-16,-18-52 16,0-19-1,0 36 1,0-70-1,0 35 1,0 35 0,0 18-1,-36 35 1,36-18-16,0-17 31,0 17 0,-35 18 32,35 88-16,0-17-32,53 123 1,-35-71 0,17 1-16,0-36 15,0 0 1,-17-70 0,17-1-1,-35 1 1,36-18 15,-1 0 32</inkml:trace>
  <inkml:trace contextRef="#ctx0" brushRef="#br0" timeOffset="24560.32">10336 4075 0,'-53'52'16,"53"37"0,0 17-1,18-54 16,17 1-15,18-53 31,35-88-31,-70 35-1,-18 36 1,0-19-16,0 1 15,0 0 1,-35 17 0,17 0-1,-35 18-15,0 0 16,0-35 0</inkml:trace>
  <inkml:trace contextRef="#ctx0" brushRef="#br0" timeOffset="25688.99">10654 4092 0,'35'0'62,"0"71"-46,-17 17-1,0-17 1,-1-36 0,-17 0-1,0-70 79,18 0-78,-18-18-16,0-36 15,35 19 1,-17 35-1,-18-1 1,18 36 31,-1 53-31,18 53-1,-35-35 1,0-18-1,0-36 17,0-87 46,36-36-63,-19 53 1,54-18 0,-53 71-1,17 18 17,-18 70-17,1 0 1,0 18 15,-18-53-15,17-53-1</inkml:trace>
  <inkml:trace contextRef="#ctx0" brushRef="#br0" timeOffset="26191.93">11430 3457 0,'0'106'46,"0"106"-14,18 52-17,35 1 1,-53-212 0,0-36-1</inkml:trace>
  <inkml:trace contextRef="#ctx0" brushRef="#br0" timeOffset="26625.49">11730 4039 0,'0'88'16,"-35"1"0,35-1-1,0-35 1,17-71 46,1 1-46,-1-36-16</inkml:trace>
  <inkml:trace contextRef="#ctx0" brushRef="#br0" timeOffset="26991.87">11800 4039 0,'0'0'0,"18"124"94,-18 87-78,35 1-1,-35 35 17,0-88-17,0-36 1,-17-35 0,-54-70-1,53 17-15,-52-35 16,-18 0-1,35-17 1,-18-19 0,-17-34-1,70 35-15</inkml:trace>
  <inkml:trace contextRef="#ctx0" brushRef="#br0" timeOffset="28873.62">5380 5803 0,'17'88'78,"125"124"-46,-89-159-17,17 0 1,-17-88 46,35-142-46,-53 89 0,1-18-1,-36 53 1,0 18-1,-53-36 1,-53 19 15,53-1-31,35 17 32,1 36 14,-18 0-30,-1 0 0,19 0 15,17 71 0,-18-18-15,0-18-1,18 18 17,-35-53-32,53 18 109,-1-18-93,1 35-1,0-17 1,-18-1 0,35 1-1</inkml:trace>
  <inkml:trace contextRef="#ctx0" brushRef="#br0" timeOffset="29839.7">6244 6068 0,'35'0'47,"1"35"-32,-19 0-15,36-35 16,88 18-1,36-18 1,-107-18 0,-17 18-16,18-17 15,-36-1 1,-53 18 62</inkml:trace>
  <inkml:trace contextRef="#ctx0" brushRef="#br0" timeOffset="30564.3">7708 5997 0,'18'-35'46,"35"35"-14,0-53-17,17 0 1,54-70 0,-36-36-1,-70 124 1,-1-1-1,-34 125 64,17-37-64,0 142 1,0 0-1,35-88 1,-18-17 0,-17 16-1,36-87 1</inkml:trace>
  <inkml:trace contextRef="#ctx0" brushRef="#br0" timeOffset="31021.88">7867 6526 0,'18'0'47,"211"0"-15,71 0-17,53-53 1,-212 36-1,-106 17 1</inkml:trace>
  <inkml:trace contextRef="#ctx0" brushRef="#br0" timeOffset="31957.02">5556 6879 0,'18'0'32,"17"0"-17,-17 0-15,17 0 16,124 0-1,511 106 1,353 17 0,406 71-1,-512-35 1,-546-106 0,-354-53-1</inkml:trace>
  <inkml:trace contextRef="#ctx0" brushRef="#br0" timeOffset="44795.39">7867 5098 0,'0'35'32,"18"-35"93,-1 0-110,18 0 1,1 35 0,17-35-1,0 35 1,0-35-1,-18 0-15,88 0 32,-35 0-17,36 0 1,70 0 0,-35-70-1,-18 70 1,-71 0-1,-52 0 110,176-18-78,-70-17-31,-36 17-16,159-35 16,-53-17-1,-71 70 1,-88-18-1,18 18 79,124-17-63,17-36 1,-141 35-17,0 18 1,-18 0 46,141 0-30,-88 0-17,-35 0 1,53 0 0,-71 0 62,18 0-47,-17 0-31,17 0 31,17 0-15,-52 0-1,-1 0 1,1 0 0,17 0-1,18 0 1,-17 0 0,16 0-16,37 0 31,-54 0-16</inkml:trace>
  <inkml:trace contextRef="#ctx0" brushRef="#br0" timeOffset="53493.91">6932 8484 0,'0'18'78,"88"-18"-47,-52 0-15,16 0 0,37 0-1,87 0 1,71 0 0,0 0-1,-35-18 1,-54 18-1,-105 0 1,-17-17-16,-1 17 16,18 0 46,35 35-46,-35-35-1,35 18 1,36-1 0,-19-17-1,-16 0 1,-1 0 0,-18 0-1,-52 0 1,88 0-1,0 0 1,-89 0 0,160-17-1,-124-19 1,-18 36 0,18 0-1,-18-35 16,36 35-15,-19 0 0,-34 0 15</inkml:trace>
  <inkml:trace contextRef="#ctx0" brushRef="#br0" timeOffset="55359.37">7408 9243 0,'18'0'156,"35"0"-141,353 0 1,246 0 15,-176 0-15,-105 0 0,-107 0-1,-122 0 1,-37 0-1,-69 0 1,-19 0-16,1 0 16,17 0-1,18 0 1,53 0 0,-18 0-1,0 0 1,18 0-1,-88 0 17</inkml:trace>
  <inkml:trace contextRef="#ctx0" brushRef="#br0" timeOffset="58625.17">6526 7761 0,'18'0'32,"-18"53"-17,0 0 1,18 123 0,-1-17-1,1 0 16,0-36-15,-18-35 0,0 1-1,35 17 1,-35 17 0,0 18-1,17-17 1,19-36-1,-19-35-15,19 17 16,-19 18 0,1 1-1,-18-19 1,35 36 0,-17-53-1,0-53-15,-1 18 16,-17-1-1,18 18 32,-1-35-31,1 0 0,88 71 15,-36-36-16,89 1 1,247 17 0,-18-1-1,18-52 1,-106 0 0,-36 0-1,-105 0 1,-18 36 15,53-36 0,-53 0 1,-88-18-32,18 18 15,-1 0 1,-35 0-16,36 0 15,-36 0 1,1 0 0,-1 0-1,18-18 1,-18 18 0,0 0-16,18 0 15,18 0 1,-36 0-1,53 0 1,18 0 15,-18 0 1,-52 0-17,-19 0 1,1 0-1,17 0 1,18 0 15,-35 0-15,52-17 0,36-18-1,-35 17 16,-54 0-31,18 18 16,1-53 15,17-88 1,0 53-17,-53 35-15,0 0 16,17-70-1,1 52 1,0-70 0,17-18-1,-18-70 1,-17 70 0,18-35-1,-18 106 1,0-18-1,-35 18 1,0 0 15,17 53 1,0 17-17,1 18 16,-19-35-15,1-36 0,-71-88-1,71 124 1,0-18 15,17 53-15,-53-35-1,-34-18 1,69 53-16,-52-53 31,-53 35 1,88 18-17,0 0 1,0-35-16,18 35 15,-36 0-15,-17 0 16,-18 0 0,54 0-16,-1 0 15,-89 0 1,107 0 0,-212 35-1,-17-35 1,-1 0-1,53 0 17,89 0-17,88 0 1,-1 0 0,1 0-1,-53 0 1,70 0-16,-52 0 15,-230 53 1,123 0 0,107-53-1,52 35 63,-264 1-46,70-19-17,54 1 1,17-18 0,105 0-1,-17 0 126</inkml:trace>
  <inkml:trace contextRef="#ctx0" brushRef="#br0" timeOffset="61716.25">18821 5203 0,'-53'89'31,"-18"-19"-15,-476 177 0,142 0 15,193-123-15,141-72-1</inkml:trace>
  <inkml:trace contextRef="#ctx0" brushRef="#br0" timeOffset="62796.18">17480 5786 0,'35'0'46,"-35"52"1,0-34-31,0 17 0,0 1-1,0-19 1,0 54-1,0-18 1,0-36 0,0 36 31,36-53-16,-19 0 78,19-17-93,69-19-1,-16-17 1,-36 1-16,-1 34 16,54-35 15</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3:56:03.395"/>
    </inkml:context>
    <inkml:brush xml:id="br0">
      <inkml:brushProperty name="width" value="0.05292" units="cm"/>
      <inkml:brushProperty name="height" value="0.05292" units="cm"/>
      <inkml:brushProperty name="color" value="#FF0000"/>
    </inkml:brush>
  </inkml:definitions>
  <inkml:trace contextRef="#ctx0" brushRef="#br0">15293 5203 0,'0'0'0,"18"0"15,-1 36 1,36-36 0,-18 35-1,-35 0 1,53-17 0,-17 0-1,16-18 1,1 17-1,18 18 1,17-35 0,53 18 15,0-18 0,-52 0-15,69 0 15,-87 0-15,-18 0-1,-18 0 1,0 0 62,-17 0-31</inkml:trace>
  <inkml:trace contextRef="#ctx0" brushRef="#br0" timeOffset="4264.76">16140 12365 0,'-18'0'78,"0"0"-47,1-35 0,-36 35-15,35 0-16,0 0 16,-17 0-1,18 0-15,-1 0 16,-17 0 0,17 0-1,-17 0 1,-18 35-1,35-18 1,-17 19 15,17-1-15,1-35 15,17 35 0,0 1-15,0-1 15,0 0-15,0-17-16,53-1 94,-53 1-79,52 17 17,-16-35-17,-1 36-15,0-1 16,18 35-1,0-17 1,-18-17 0,1-19-1,-19 1 1,36 17 15,-35-35 0,-1 0-15,36 0 93,0-35-93,-53 17-16,36 18 16,17-123-1,-36 70 1,1 0 0,-18-35-1,0 17 1,-18 1-1,-17 17 1,17 17 0,-17 1 15,0 0-15,35 17-1,-36 18 1,36-17 15</inkml:trace>
  <inkml:trace contextRef="#ctx0" brushRef="#br0" timeOffset="8080.85">21537 12294 0,'18'0'140,"105"-17"-108,-70 17-32,88-36 31,36-17 0,-160 36-15,19 17-1,-1-35 1,0 35 0,0 0-1,18 0 1,-35-18-16,17 18 31,18-18-15,0 18-1,0-35 1,17 35 0,-34 0-1,-1 0 1,0-18 15,18 18 32,18 36-48,-18-36-15,35 35 16,0-17 0,0-1-1,18 1 1,-71-1-1,18-17 1,18 0 0,-53 0-1,-1 0 1,18 0 62,18 0-62,0 0-1,0 0 1,-18 0 0,-17 0 77,106 0-61,-72 0-17,1 0 1,-17 0 109,-19 0-125</inkml:trace>
  <inkml:trace contextRef="#ctx0" brushRef="#br0" timeOffset="10182.86">18803 15117 0,'35'0'110,"54"17"-79,52-17-16,106 0 1,17 0 0,-35-53-1,-158 53-15,17 0 16,-70 0 0,35-17-1,0-1 63,0 18-62,-36 0 15,-34 0 188</inkml:trace>
  <inkml:trace contextRef="#ctx0" brushRef="#br0" timeOffset="13094.3">18486 17462 0,'17'0'109,"18"0"-62,18 0-16,36 0-15,16-17-1,72-18 17,-124 35-17,-18 0 1,0 0-1,1 0 1,-19 0 0,54 0-1,-36 0 1,0 0 0,-17 0 77,70 0-77,-35-18 0,18 18-1,70 0 1,-71 0-1,-17 18 1,-35-18 15,-1 0-15,19 0 46,17 0-46,-18 0 0</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3:56:25.641"/>
    </inkml:context>
    <inkml:brush xml:id="br0">
      <inkml:brushProperty name="width" value="0.05292" units="cm"/>
      <inkml:brushProperty name="height" value="0.05292" units="cm"/>
      <inkml:brushProperty name="color" value="#FF0000"/>
    </inkml:brush>
  </inkml:definitions>
  <inkml:trace contextRef="#ctx0" brushRef="#br0">9402 14235 0,'35'0'219,"18"0"-203,-18 0-1,88 0 1,-34 0 15,-1 0-15,18 0 0,-18 0-1,-18 0 1,-52 0-1,70 0 64,36 35-64,-18-18 1,-18 1-1,-35 0 1,35-18 0,-35 0-1,-36 0 17,1 0-32,0 0 15,35 0 16,17 0-15,-17 0 0,35 0-1,0 0 1,-35 0 0,-35 0 77,17 0-61,36 0-17</inkml:trace>
  <inkml:trace contextRef="#ctx0" brushRef="#br0" timeOffset="4800.91">2928 13441 0,'-18'0'250,"-17"17"-235,0 19 1,17-1-1,-35 0 1,53 18 0,0 0-1,0-18 1,53 1 0,-18 17 15,18-53-31,-17 35 15,-1 0 1,-17-35 0,-18 18 15,70 17-15,-35-17-1,1-1 1,-36 1-1,35 17 1,-35-17 15,0 35-15,0-36-16,0 36 16,0-35-16,-35 17 15,-53 18 1,52-35-1,-34-18 17,-1 0-17,1-35 1,-1-54 0,-35 89-1,89-35-15,-19 17 16,1-17-1</inkml:trace>
  <inkml:trace contextRef="#ctx0" brushRef="#br0" timeOffset="6951.62">3722 13476 0,'0'18'78,"-18"35"-62,-17-18 0,0 0-1,17 0 1,18-17 0,-18 17-1,1 1 1,17-19-1,-36 1-15,19 53 32,-1-36-17,18-18 1,0 19 0,0-19-1,0 19 1,0-19-1,35 36 1,1 0 0,52-18-1,-53 1 1,18-1 0,-18-35-1,106 0 48,-105 0-32</inkml:trace>
  <inkml:trace contextRef="#ctx0" brushRef="#br0" timeOffset="7678.71">3828 14023 0,'35'0'16,"35"0"0,19 0-1,-72-18 63,19 18-46,-36 18-1,35-18-16,-35 53 1,0 17 0,0 19-1,0 16 1,0-16 0,0-19-1,0-52-15,0 17 16</inkml:trace>
  <inkml:trace contextRef="#ctx0" brushRef="#br0" timeOffset="8340.84">4304 13511 0,'35'0'31,"0"36"-15,-35-19-16,18 54 15,-18 17 1,0 88-16,53-87 15,-18-36 1,-17-36 0</inkml:trace>
  <inkml:trace contextRef="#ctx0" brushRef="#br0" timeOffset="9052.36">4586 13353 0,'71'17'32,"-142"-34"-32,177 87 15,-71 18 1,18 1 0,-53-54-1,0 71 1,0-18-1,0 18 1,-70-18 0,-1 0 15,-35 18 0,89-88 47,-1-18-62</inkml:trace>
  <inkml:trace contextRef="#ctx0" brushRef="#br0" timeOffset="10434.18">2805 14587 0,'35'0'203,"0"0"-187,18 0-16,106 0 31,52 0-15,-69 0-16,34 0 15,265 0 1,88 0-1,-88 0 1,-176 0 0,-212 0-1,-36 0 79</inkml:trace>
  <inkml:trace contextRef="#ctx0" brushRef="#br0" timeOffset="14119.9">6227 13970 0,'88'0'94,"18"0"-63,105-18-15,1 18-1,-106-53 1,-53 53-1,-18 0 1,35 0 31,-52 0-16</inkml:trace>
  <inkml:trace contextRef="#ctx0" brushRef="#br0" timeOffset="15154.43">6738 13670 0,'-71'0'16,"-17"53"15,18-18-15,34-17-1,-34 17 1,-18-17-1,-53 35 1,88-36 0,35-17-1,-17 18 1,70 35 171,36-35-171,-18 52 0,35 1-1,18-18 1,-54-18 0,-16-17-1</inkml:trace>
  <inkml:trace contextRef="#ctx0" brushRef="#br0" timeOffset="16532.04">8537 10989 0,'0'0'0,"0"71"16,0 52-1,0-70-15,0 0 16,0 70 0,0-52-1,0 35 1,0-18 15,0-70-15</inkml:trace>
  <inkml:trace contextRef="#ctx0" brushRef="#br0" timeOffset="17839.14">8396 10989 0,'0'18'62,"0"70"-46,0 35 0,0-17-1,-53 71 1,0 52-1,36-159 1,-19-52 0,36 17 171,0 1-171,18 17 46</inkml:trace>
  <inkml:trace contextRef="#ctx0" brushRef="#br0" timeOffset="23706.42">21978 5521 0,'35'0'63,"-17"0"203,0 0-251,35 35 16,17 18-15,-17 0 0,-53-18-1,35 1 1,-35 52 0,0-18-1,0 19 16,-70-1 16,17-53-31,35-17-16,-35-1 16,-35 36-1</inkml:trace>
  <inkml:trace contextRef="#ctx0" brushRef="#br0" timeOffset="24764.2">22631 5539 0,'-141'141'47,"88"-53"-32,17-70 1,19-1 0,17 1-16,0-1 15,0 1 1,0 17-1,-18 1 17,18-1-17,0-17 1,0 34 0,0-34-1,18 17 1,17 18 15,0 18-15,18-36-1,-53 0 1,35-35-16,1 0 31,-36 36-15,35-19-1,18 1 1,-18-18 0,-17 18-1,0-18 1,-1 0 0</inkml:trace>
  <inkml:trace contextRef="#ctx0" brushRef="#br0" timeOffset="25547.14">23054 6032 0,'35'-35'94,"18"35"-78,18 0-1,17 0 1,106 0 0,176 0-1,1 0 1,17 0 0,-124 0-1,-228 0 1</inkml:trace>
  <inkml:trace contextRef="#ctx0" brushRef="#br0" timeOffset="26367.15">24606 5874 0,'18'0'63,"70"0"-32,-35 17-15,18 36-1,-36-35 1,18 0-1,-53-1 1,0 18 0,0 36-1,0 17 1,0-52-16,0 16 16,-18-16-1,0-19 1,-52 19-1,52-1 1,-17-35 47</inkml:trace>
  <inkml:trace contextRef="#ctx0" brushRef="#br0" timeOffset="27139.75">25294 5397 0,'0'18'15,"35"141"1,18 211-1,-17 36 17,34-71-17,-52-141 1,-1-123 0</inkml:trace>
  <inkml:trace contextRef="#ctx0" brushRef="#br0" timeOffset="27945.32">25400 5662 0,'0'-18'93</inkml:trace>
  <inkml:trace contextRef="#ctx0" brushRef="#br0" timeOffset="28728.41">25400 5644 0,'18'0'0,"17"0"47,-17 0-16,17 0-15,35 0 0,-17 0-1,35 0 1,-17 0-16,-18 0 15,70 0 1,19-17-16,-37 17 16,213-88-1,-195 70 1,-87 0 0,17 18-1,-18 0 1,53 0-1,88 0 1,-87 0 0,-36 18-16,17 0 31,-17 70 156,-18 106-155,-17-159-32,0 141 31,-1-34-15,1-37-1,-1-69 1,19-36 62,-19 35-62</inkml:trace>
  <inkml:trace contextRef="#ctx0" brushRef="#br0" timeOffset="30360.78">25700 7126 0,'0'0'0,"17"0"31,19 35-15,34-35-1,19-17 1,-1-1-1,53-35 1,35 18 0,-35-18-1,-52 35 1,34-35 0,-17 53-1,17 0 1,-70 0-1,-18 0 1,-17 0 0,35 0 15,18 0-15,-18 0-1,-1 0 1,-34 0-1,70 0 48,-35 0-47,18 0-1,-36 0 1,-17 0 15,-1 36-15,1-1 15,0-35-15</inkml:trace>
  <inkml:trace contextRef="#ctx0" brushRef="#br0" timeOffset="31096.8">27358 6156 0,'35'0'31,"-17"35"-15,-1 53-1,1 36 1,0-36 0,-1 36-1,-17-54 1,36-17-1,-36-35 1,17-18 0</inkml:trace>
  <inkml:trace contextRef="#ctx0" brushRef="#br0" timeOffset="32043.47">25823 4568 0,'53'71'16,"-53"0"0,18 17-16,-18 0 15,0 35-15,0-70 16,0-17-1,0-1 1</inkml:trace>
  <inkml:trace contextRef="#ctx0" brushRef="#br0" timeOffset="32726.52">26211 4480 0,'0'0'0,"53"36"16,-53 52 0,0-18-1,0 71 17,0-52-17,0-19 1,0-17-1,0 0 1</inkml:trace>
  <inkml:trace contextRef="#ctx0" brushRef="#br0" timeOffset="33421.48">25947 4798 0,'17'0'15,"19"0"1,-19 0 0,1 0-16,88 0 15,-71 0 63</inkml:trace>
  <inkml:trace contextRef="#ctx0" brushRef="#br0" timeOffset="34740.68">27570 6015 0,'17'0'15,"1"0"48,17 0-47,71 0 15,582 0-16,-247 0 17,-106 0-1</inkml:trace>
  <inkml:trace contextRef="#ctx0" brushRef="#br0" timeOffset="35404.05">28928 5786 0,'17'35'63,"89"35"-47,-18-17-1,-17 0 1,-53-53-1,-18 35 1,35 54 0,-35 34-1,-53-52 1,0 35 0,18-54 15,17 1-16,-17-53 17</inkml:trace>
  <inkml:trace contextRef="#ctx0" brushRef="#br0" timeOffset="36657.61">29563 5627 0,'35'17'32,"71"142"-1,-71-124-31,71 18 15,-53-70 17,35-142-1,-70 88-15,17-17-1,-35 35 1,0 36-1,0-1 1,0-17 0,0 52 77,18 36-77,-18-35-16,35 35 16,18 353 15,53-230-15,-36 0-1,-34 18 1,-19-105-1,-17-37 1,0-16 0,0-1 15,-35-17-15,-36-18-1,36 0 16,-18-36-15,-17-69 0,17 16-1,35-16 1,18 16 0,0 19-1,0 17-15,0 0 16,18-18-1,-18 54-15,35-19 16,0-16 0,-35 16-1,18 19 17,17 17-32,-35-36 15,0 19 16,0-1 1</inkml:trace>
  <inkml:trace contextRef="#ctx0" brushRef="#br0" timeOffset="38257.61">28646 6315 0,'0'88'31,"52"53"0,-52-88-31,53 53 31,-35-18-15,0 18 0,-1 0-1,1 35 1,17 0 0,0-35-1,-17-36 1,17-17-1,-35 0 1,18 53 0,17-36-1,-35 54 1,18-106 0,-18-1-1,0 1-15,0-1 31,0 1-31,0 35 16,0-18 0,0-17-1,0 0 1,-71 52 0,1-35-1,-18 18 1,-36-35-1,1 17 1,52-35 0,-70 0-1,-71 0 1,36 0 0,35 18-1,106 0 16,-1-18 79,19 0-95</inkml:trace>
  <inkml:trace contextRef="#ctx0" brushRef="#br0" timeOffset="42131.52">26635 7796 0,'0'0'0,"-124"18"16,-17 0-1,88 35 1,18 35 15,0-53-15,35-17-16,0-1 16,-53 89-1,17-35 1,-34 17-1,35 0 1,35-35 15,0-18-15,0 1 0,0 16-16,17-34 15,1 35-15,0 35 16,17 18-1,18-18 1,0-35 0,0 18-1,-18-36 1,0 18 0,0-18-1,1-17 1,17 17-1,17-35 1,54 0 0,-36 0 15,0-53-15,-53-35-1,18 53 1,18-36-1,-18 1 1,-36 34-16,1 19 16,17-107-1,-17 36 1,0 0 0,-1 35 15,-17 18-31,0-36 15,0-35 17,-70 18-17,17-53 1,35 88 0,-35 18-1,-17-18 1,34 18-1,-17-18 1,36 35 0,-54 0 15,18 1-15,0 17-16,0-36 15,36 36 32</inkml:trace>
  <inkml:trace contextRef="#ctx0" brushRef="#br0" timeOffset="42920.75">27605 7814 0,'-53'53'31,"-71"53"-15,-52 53-1,-89-1 1,54 1-1,-36 53 1,18-89 0,-1-17 15,-246 141 0,229-88-15,106-71-16,70-35 15,-123 53 1,159-89 0,35 54 46,0-18-46,0 0-1,0-36 1,0 1 0</inkml:trace>
  <inkml:trace contextRef="#ctx0" brushRef="#br0" timeOffset="44319.82">27093 7743 0,'36'0'16,"-19"18"0,1-18-1,35 35 1,-53-17 0,35-18-1,-17 0 1,17 0-1,-17 0 48,35 0-47,17 0 15,36 0-16,-71 0 79,53 0 62,18 0-140,-88 0 0,0 0 15,-1 0-15,-70 106 62,-17-18-63,70-53 1,-36 36 15,36-36 0,0 0 16,-53-35-15</inkml:trace>
  <inkml:trace contextRef="#ctx0" brushRef="#br0" timeOffset="44953.98">27834 8326 0,'-35'0'47,"-71"17"-32,53 1-15,-17-18 16,-54 35-1,106-35 1</inkml:trace>
  <inkml:trace contextRef="#ctx0" brushRef="#br0" timeOffset="46952.67">26176 8784 0,'-35'0'32,"-283"-17"-1,18 17-15,1 0-1,34 0 1,71 0-1,106 0 1,35 0 0,18 0-1,35-36 17,17 36 93,19 0 62,-36-17-109,17 17-31,1 0-16,-1-18-15,19 0 0,-1-17-1,-17-18 16,17-70-15,-35 52 0,0 1-1,18-36 17,-18 70-17,0 19 1,0-18-1,0-1 1,0 1 0,0-36-1,35 18 1,-18-35 0,-17 0-1,0 0 1,0-18-1,0 53 1,0-35 0,0 53-1,0-18 1,0-18 0,-17-17-1,-1 53 1,18-18-1,-17 18 1,-19-1 0,36-17-1,0 18 1,0-53 0,0 53-1</inkml:trace>
  <inkml:trace contextRef="#ctx0" brushRef="#br0" timeOffset="48500.58">24800 6650 0,'0'88'31,"-17"0"-15,-19 0 0,36-17-1,0-53 1,-35-18 109,35-36-109,18-52-1,-18 0 1,17 17-1,19 54 1,-36-1 15,17 18 94,-17 194-93,0-141-32,0 18 15,0 70 1,-35-106-16,35 18 15,-18 0 1,18-18 0,-35-35 15,35-18 47,53-211-47,0 123-15,-18 71 0,-35-35-1,0-1 1,35 18-1,-35 0 1,18 35 187,0 18-187,-1 0-1,19 0 1,69 106 15,-69 0-15,-1-53 0,18 35-1,-18-88-15,-35 53 16,36 0-1</inkml:trace>
  <inkml:trace contextRef="#ctx0" brushRef="#br0" timeOffset="49226.1">24853 6738 0,'0'0'0,"-70"194"16,52-141-1,-35 0-15,35 0 16,18-36 15,0 19 47,-17 34-62,17-52 15</inkml:trace>
  <inkml:trace contextRef="#ctx0" brushRef="#br0" timeOffset="51382">29968 7144 0,'36'0'110,"70"35"-79,-89-35-16,18 0-15,36 0 16,70 0 0,-106 0-1</inkml:trace>
  <inkml:trace contextRef="#ctx0" brushRef="#br0" timeOffset="52249.07">30004 7391 0,'17'0'31,"19"0"-15,-1 0-1,18-18 1,-18 18-1,0 0 48,-17 0-32,-18-18 79</inkml:trace>
  <inkml:trace contextRef="#ctx0" brushRef="#br0" timeOffset="57380.51">18168 14270 0,'71'0'109,"52"17"-93,36 1-1,70 17 1,-52 1 0,-54-19-1,-88-17-15</inkml:trace>
  <inkml:trace contextRef="#ctx0" brushRef="#br0" timeOffset="68060.73">4357 9454 0,'35'53'63,"-17"177"-32,17-1-15,-35-17-1,0-107 1,0-87-1</inkml:trace>
  <inkml:trace contextRef="#ctx0" brushRef="#br0" timeOffset="69260.37">4780 9313 0,'0'0'0,"35"0"31,1 18-15,-19 0 0,19-1-1,-36 1 1,0 35 15,-36 35-15,-122 106 15,52-123-15,35-19-1,177-122 126,88 52-110,-141 18-15,0 0 15,-18 0-15,-17 18-1,-1 35 1,-17 17-1,0-17 1,-35 36 0,-53-19-1,-18-17 1,18-35-16,-18-18 16,18 17-1,0-17 1,35 0-1,18-17 17,-54-72-1</inkml:trace>
  <inkml:trace contextRef="#ctx0" brushRef="#br0" timeOffset="70044.9">5362 9666 0,'0'35'46,"0"106"-14,0-52-17,0-54 1,0 18 0,0-18-1</inkml:trace>
  <inkml:trace contextRef="#ctx0" brushRef="#br0" timeOffset="70327.22">5433 9454 0</inkml:trace>
  <inkml:trace contextRef="#ctx0" brushRef="#br0" timeOffset="71516.55">5856 9560 0,'0'0'0,"-53"36"63,18 34-32,35-35-15,0 18-1,0-35 1,0 35 0,0-18-1,70 18 1,-70-35-1,18 17 1,0-35-16,-1 18 16,1-18-1,35 0 1,-18 0 0,106-71 15,-105-35 0,-36 71-31,0 17 16,0-17-1,-36 0 1,72 176 140,52 0-125,-53-88-15,0-53 0,-17 18-1,0-1 1,35-17 0,-71 0 62</inkml:trace>
  <inkml:trace contextRef="#ctx0" brushRef="#br0" timeOffset="72300.59">6879 9525 0,'-35'-35'16,"17"35"-1,-88 0 1,53 0 0,18 0-1,35 17 1,0 36-1,53 18 1,-53-54 0,35 19-1,1-1 1,34 18 0,-52-18-1,17 18 1,0-53-1,-17 0 1,-18 35 15,-35-17-15,-53 17 0,35 1-1,0-36 1,35 0-1,-52-18 32,52 0-31</inkml:trace>
  <inkml:trace contextRef="#ctx0" brushRef="#br0" timeOffset="73005.43">5909 9454 0,'18'0'32,"-1"0"-17,71 53 1,-17-17-1,-36-1 1,18 18-16,35 17 31,-52-52-15,-36 17 0</inkml:trace>
  <inkml:trace contextRef="#ctx0" brushRef="#br0" timeOffset="74122.45">4445 10477 0,'18'0'78,"17"18"-62,0 17-1,36-17 1,-1-18 0,36 0-1,141 0 1,35 0-1,-123 0 1,176-71-16,-53 36 16,-176 18 15,18 17 0,-89 0-15,88 0 15,-17 0-15,-53 0-1,-88 0 79</inkml:trace>
  <inkml:trace contextRef="#ctx0" brushRef="#br0" timeOffset="75588.53">4621 10777 0,'18'53'15,"70"0"1,-17-18 0,-36 1-1,0-36 1,1 17 0,-19-17-1,1 0 1,35 0-1,0 0 1,-36 0-16,19 0 16,34 0-1,142 0 1,317-105 15,-406 87-15,107 18 15,-195 0-15,-17 0 62,-1 0-63,19 0 1,-1 0 15,0 0-15</inkml:trace>
  <inkml:trace contextRef="#ctx0" brushRef="#br0" timeOffset="85180.97">20443 16140 0,'0'0'0,"53"0"62,36-18-46,-37 0-1,107-17 17,-106 35-17,-35 0 16</inkml:trace>
  <inkml:trace contextRef="#ctx0" brushRef="#br0" timeOffset="85859.78">20373 16298 0,'18'0'16,"70"0"0,-53-17-16,71-1 15,-36 18 16,19-18-15</inkml:trace>
  <inkml:trace contextRef="#ctx0" brushRef="#br0" timeOffset="86885.92">20514 15752 0,'-35'70'47,"-18"1"-16,0-1-15,35-35 0,18 1 187,0 70-188,0-54 17,18 1-17,17-53 16,0 0-15,-35 36 0,89 17-1,-54-53 1,18 35 0,0-17-1,-36-1 16,36 36-15,-35-53 78</inkml:trace>
  <inkml:trace contextRef="#ctx0" brushRef="#br0" timeOffset="88592.23">22860 14199 0,'53'71'62,"53"529"-46,-53-389-1,0 213 17,-36-283-17,-17-124 1,0 19 15</inkml:trace>
  <inkml:trace contextRef="#ctx0" brushRef="#br0" timeOffset="90280.47">22842 15311 0,'0'17'62,"106"54"-31,-18-18-15,-35 0 0,0-18-1,53 35 188,-88-70-171,-18-17 61,17-54-77,19 18 15,17-35-15,-1 35 0,1-17-1,-53 34 1,0 19 171,18-19-155</inkml:trace>
  <inkml:trace contextRef="#ctx0" brushRef="#br0" timeOffset="93316.57">24024 14270 0,'35'17'109,"1"178"-77,-36-1-1,0-71 0,0-52 0,0-54 47,53 18-62,35 54 0,-18-36-1,19-18 1,-19-17 0,71-18-1,0-18 1,-105-17-16,-1 17 15,-17 18 1</inkml:trace>
  <inkml:trace contextRef="#ctx0" brushRef="#br0" timeOffset="94145.78">25118 14552 0,'-53'0'31,"-18"35"-15,36 1 0,0-1-1,35 18 1,35 35-1,0-53 1,1 36 0,-19-54 15,18 1-15,1-18 15,17 0-16,17-35 1,18-18 0,-52-35-1,-36 35 1,0-18 0,-53 1-1,-18 34 1,36 36-1,17-35 1,-35 18 0</inkml:trace>
  <inkml:trace contextRef="#ctx0" brushRef="#br0" timeOffset="94821.64">25647 14340 0,'-53'36'31,"18"-36"-16,17 35 1,18 0 15,35 36 1,18-1-17,35 19 1,-88-54-1,0-18 32,0 72-31,-35-54 0,0 18-1,-18 0 1</inkml:trace>
  <inkml:trace contextRef="#ctx0" brushRef="#br0" timeOffset="95476.2">26106 14376 0,'-71'35'47,"18"36"-31,53-1-1,0-35 1,35 1-1,-17-1 1,35-17 0,17 17 15,-34 18-15,-19 0-1,19-53 1,-36 53-1,0-36 1,-18 1 0,0-18-16,1 0 31,-1 0-15,-17 0-16,-89 35 31</inkml:trace>
  <inkml:trace contextRef="#ctx0" brushRef="#br0" timeOffset="96226">29263 14146 0,'-53'247'47,"53"-106"-31,-71 230-1,36-124 1,35-124 0,0-105-1,0-36 32</inkml:trace>
  <inkml:trace contextRef="#ctx0" brushRef="#br0" timeOffset="96616">29210 14358 0,'0'0'0,"88"176"16,-35 18-1,35-70 1,-52-18 0,-36-89-1</inkml:trace>
  <inkml:trace contextRef="#ctx0" brushRef="#br0" timeOffset="97302.8">29192 15028 0,'18'0'78,"88"0"-46,-71-17-1,0 17-16,1-18 1,17-17 0,-18 35 93</inkml:trace>
  <inkml:trace contextRef="#ctx0" brushRef="#br0" timeOffset="98009.08">29933 14870 0,'-17'0'47,"-54"-18"-31,18 18 0,0 0-1,18 35 1,35 18 46,0 35-30,70 18-1,-17-35-16,0-54 1,-17 1 0,-36 17-16,35-35 15,0 0 17,-17 0-17</inkml:trace>
  <inkml:trace contextRef="#ctx0" brushRef="#br0" timeOffset="98859.95">30268 14870 0,'0'0'0,"-17"0"16,-36 0-1,17 0 32,-52 17-31,53 18 31,35 1-32,0 52 1,0-17 0,53-19-1,-35-16 1,-1-1 0,18-17-1,1 17 1,17-17-1,17 52 1,1-70 0,-54 35-1,19-35 1,-36-35 46</inkml:trace>
  <inkml:trace contextRef="#ctx0" brushRef="#br0" timeOffset="99991.25">30445 14958 0,'0'35'94,"17"89"-78,1 34-1,0-70 1,17-35 0,-35-35-1,18-36 63,140-158-46,-122 105-1,-36 19-16,0 34-15,0-17 16,0 17 0,0-17 15,-18 35 47,18 35-15,18 53-48,-18-17 16,35-1-15,-18-52-16,-17 0 16,36-1-1,34-52 48,-17-18-48</inkml:trace>
  <inkml:trace contextRef="#ctx0" brushRef="#br0" timeOffset="100740.55">31027 14922 0,'0'18'94,"0"35"-79,17 53 1,1 0 0,-18-18-1,18-35 1,-18-106 78,0-71-63,0 1 0,35 35 0,-35 70-31,35 0 16,-17 18-16,0 0 16,-1 0-1,18 0 48</inkml:trace>
  <inkml:trace contextRef="#ctx0" brushRef="#br0" timeOffset="101644.4">31503 15011 0,'0'0'0,"-35"0"15,-18 53 1,0 52 0,53-52-1,0 53 1,0 18-1,18-36 1,-1-53 0,1-35 31,70-88-16,-17-36-16,-36 1 1,-17 70 0,-18 18-1,0 105 95,0-34-95,0 17-15,0 35 16,35 18 0,-35-89-1</inkml:trace>
  <inkml:trace contextRef="#ctx0" brushRef="#br0" timeOffset="102206.74">31944 15028 0,'0'0'0,"-53"71"15,35-36-15,1 0 16,-1 89 0,18-71-16,0 35 15,35-53 16,-35-17-15,18-18 0,0 0-1,70-35 1,-18-36 0,-34 36-16</inkml:trace>
  <inkml:trace contextRef="#ctx0" brushRef="#br0" timeOffset="102956.38">32191 15187 0,'0'35'93,"0"54"-77,0-37-16,0 37 16,0-54-1,53-123 48,17-124-48,-17 106 32,-53 142 63,0 52-95,0 247 1,0-35-1,53 35 1,0-35 0,-18-89-1,-17-140 1,-71-71 31,0-35-16,18 35-31,0-53 16,-36-282-1,54 88 1,34 53 0,18-18-1</inkml:trace>
  <inkml:trace contextRef="#ctx0" brushRef="#br0" timeOffset="104034.64">28310 14182 0,'0'158'47,"0"160"-31,53 105-1,18-35 1,-53-211-16,-18-54 16,52 18-1,-52-123 1</inkml:trace>
  <inkml:trace contextRef="#ctx0" brushRef="#br0" timeOffset="104955.43">28222 14111 0,'0'0'0,"-70"53"16,-36 35-1,18 18 1,17-53 0,89-53 124,17 0-124,-35-18-16</inkml:trace>
  <inkml:trace contextRef="#ctx0" brushRef="#br0" timeOffset="105685.22">28275 14058 0,'18'0'63,"17"0"-48,53 53 16,18 123-15,-35-87 0,-54-89-1,19 17 235,-19-17-234,-52 0 109</inkml:trace>
  <inkml:trace contextRef="#ctx0" brushRef="#br0" timeOffset="109738.61">23054 16210 0,'18'0'15,"70"0"17,-18 0-1,36 0-15,71 0-1,70-53 1,-124 36-16,106-19 15,106-34 1,-17 70 0,-106 0-1,528-88 1,-175 52 0,-283 36-1,-70 0 1,-142 0-16,1 0 15,141 0 1,-71 0 0,17 0-1,336 0 1,-106 0 0,-35 0-1,-141 0 1,-124-17-1,-35-1-15,0 18 16,53-18 0,123-35-1,-17 18 1,-1 35 0,-52 0-1,-106 0-15,53 0 16,-18 0-1,0 0 1,18 0 0,-35 0 15,34 0-15,-16 18-1,-54-18 1,53 53-1,18-36 1,-53 1-16,-18-18 16,89 35-1,-36-35-15,0 18 16,71 52 0,-124-52-1,-17 0 1,-1-18-1,19 0 126,34 0-125,1 0-1,-1 0 1,71 17 0,36-17-1,-18 0 1,-107 0-1</inkml:trace>
  <inkml:trace contextRef="#ctx0" brushRef="#br0" timeOffset="117017.72">18133 11818 0,'17'0'16,"1"0"-1,17 0 16,1 0-15,-1 18 0,18-36-1,-18 0 1,0-17 0,54-53-1,-37 17 16,-16 36-15,17 0 0,-18 35 77,18 0-77,17 35 0,-52 0-1,35 1 17,-18-19-1,18-17-16,18 0 17,-1 0-17,18-17 1,18-36 0,-70 0-1,-1 35 1,-35-35 62</inkml:trace>
  <inkml:trace contextRef="#ctx0" brushRef="#br0" timeOffset="118662.53">18362 12206 0,'18'0'110,"70"-18"-79,-53-34-15,18 16-1,-35 36-15,-1-35 16,1 17 0,-18 1-1,35-1 1,-17-17 46,0 35-46,17 0 46,-18 0-46,19 0 0,-1 0-1,18 0 32,18 0-31,-36 0-1,-18 0 17,19 35-1,17-35 0,0 0-15,-18 0 46,-18-18-46,1 18 0,0 0-1,-1-17 16,1 17-15,17-18-16,-17 18 16,0-17-1,-1-19 1,36 1 0,-18 0 15,-17 17 63,-18 0-1</inkml:trace>
  <inkml:trace contextRef="#ctx0" brushRef="#br0" timeOffset="138937.09">653 3228 0,'17'0'63,"19"0"-32,16 0 16,-16 0-16,-1 0-15,18 0-1,35 18 1,-53-18-1,71 52 48,-18 1-32,-35 0 0,0 18 1,0 35 46,0-36-47,-18 1 0,-17-54 1,0 19-17,-18-19 1,53 54 15,-18-18-15,0-18-1,0-17 1,-17 35 0,0-36-1,35 1 1,-36 0-1,36-1 1,-18-17-16,18 0 16,-35 35-1,70-105 48,36 17-32,-54 18-15,-52 17-1,17 0 1,0 1 0,-17-18-1,53-18 1,-18 17-1,-18 19 1,0-1 0,18-35-1,-35 53 1,-1-17 0,19 17 93,52 0-93,-53 0-1,18 35 1,17-35-1,-52 17 1,0 1 0,17 17-1,18 18 1,53 53 0,-71-71-1,18-17 1,-35 35-1,-1 0 17,36 35-17,0-17 1,-18 17 0,1-53-1,-36-17-15,17 35 16,54 35-1,-18-35 1,-36 0 0,1 35-1,0 0 1,17-35 0,-35 0-1,18-35 1,17 17 15,0 18-15,-35-36-1,35 36 1,-17-35 0,0 17-1,17 0 1,-17 1-16,-1-1 15,36 36 1,-53-36 0,35 0-1,-17 18 1,35 18 0,-18-18-1,1 17 1,16-35-1,-16 18 17,17-35-17,0 17 1,-18-35-16,0 53 16,0-35-1,1-1 1,-1 1-1,-17-18 1,52 53 0,36-53-1,-18 35 1,-70-35-16,17 0 16,-17 0-1,35 0 16,17-17 1,1 17-17,-1-18 1,54-35 0,-36 35 15,18-52-16,-36-1 1,1 1 0,17-18-1,-53 35 1,1 35-16,-19 0 16,1-52-1,0 70-15,17-36 16,-35-16-1,53-1 17,0 0-17,0-53 1,0 0 0,-1 53-1,37-35 1,-72 53-16,-17-1 15,36-17 1,-19 36 0,1-1-1,70-17 1,-35 0 0,-18-1-1,71-17 1,-53 18-1,-18 35 17,-17 0 15,88-53-32,35 18 1,-18 17-1,-70 18 1,0 0 109,141 36-94,-106-19-15,1 1 0,-54-18 62,124 141-47,-18-70 0,-71-36 0,-17-53 32,-35 18-47,88-88-1,0 17 1,-71 54-1,0-1 1,-35-17 0,35-18-1,-35 35 1,36-17 0,-1 17-16,-35-17 15,70-71 1,-34 71-1,-1-18 1,0-17 15,-17 17-15,0 17 0,-1 19-1,-17-1-15,35 18 16,1-70-1,17 52 1,-53 0 0,35-17-1,-17 35 1,-1 0 0,19-35-1,-1 35-15,-18 0 16,36 0-1,18 0 1,17 0 15,-17 0-15,17 0 0,0 0-1,-35 0 1,-18 0-16,1 0 15,-19 0 1,1 0 0,17 0-1,18 35 1,-35-35 0,-1 0-1,19 0 1,-1 0-1,-35 35 1,35-35 15,0 0-15,1 18 0,-54-18 218</inkml:trace>
  <inkml:trace contextRef="#ctx0" brushRef="#br0" timeOffset="149984.38">18045 2311 0,'0'35'62,"0"141"-46,-53 54-1,53-19 1,0-34 0,0-89-1,0-70 1,0-1 46</inkml:trace>
  <inkml:trace contextRef="#ctx0" brushRef="#br0" timeOffset="150922.28">18062 3334 0,'53'0'93,"88"0"-77,71 0 0,52 0-1,-34 0 1,-89 0-1,-123 0-15</inkml:trace>
  <inkml:trace contextRef="#ctx0" brushRef="#br0" timeOffset="152001.37">18186 3475 0,'-106'17'47,"35"36"-31,1 0-1,17-17 1,-35-1 0,-1 35-1,1 1 1,0 17-1,70-88-15,1 53 16</inkml:trace>
  <inkml:trace contextRef="#ctx0" brushRef="#br0" timeOffset="162242.28">1940 3845 0,'-17'0'94,"-19"18"-63,19 17-15,-19-17-16,-16 17 15,16-17 16,19-1-15,-1-17 0,-35 53-1,18-53 17,17 36-1,0-1-16,-17-18 17,18-17 124,-1 18-140,0-18 46</inkml:trace>
  <inkml:trace contextRef="#ctx0" brushRef="#br0" timeOffset="162976.81">1746 3845 0</inkml:trace>
  <inkml:trace contextRef="#ctx0" brushRef="#br0" timeOffset="163722.66">1729 3845 0,'35'71'141,"-35"-18"-125,0 35-1,0-70 1,18-18 46,-1 17-46,-17 1 0,35-1 15,-35 19-15,0-1 46,0-17-46,0-1-16,0 1 31</inkml:trace>
  <inkml:trace contextRef="#ctx0" brushRef="#br0" timeOffset="171155.16">811 3351 0,'18'0'532,"17"0"-485,1 36 312,-19-19-328,1 1-15,17-18 15,-35 18-15,35-18 62,-35 35-31,36-35 203,-19 0-235,1 35 17,0-17 30,17 17-31,-17 0 32,-1 1-32,-17-19-15,18 1-1,-18 35 1,17-53 125,-17 35-126,36-35 16,-36 53 16,17-53-31,-17 18 0,18-18-1,-18 17 16,0 36-15,18-18 0,-18 1 15,35-19-31,-35 19 31,0-19-15</inkml:trace>
  <inkml:trace contextRef="#ctx0" brushRef="#br0" timeOffset="172936.69">1111 3969 0,'18'0'62,"17"17"-31,18 36 1,0-17-17,-18-19 1,1 1-1,-36 17 1,17-35 15,71 53 1,-52-35-17,-19-1 1,-34-17 109,17-17-110,-18 17 1,-17-53 15,-1 0-15,36-18 0,-17 54-1,17-1 48,17 18 374</inkml:trace>
  <inkml:trace contextRef="#ctx0" brushRef="#br0" timeOffset="176732.03">1799 4498 0,'0'0'0,"0"18"31,35-18-15,1 35 0,-19-35-1,19 0 1,17 53-1,-36-53 1,36 0 0,-18 0 31,-17 0-32,17 0 1,1 0-1,16-36 1,19 1 0,-36-18-1,18 18 1,-53 17 62,141-87-47,-105 52 1,-1 0 124,0 17-125,0 36 141,18 0-141,-17 0 125,105 106-124,-88-70 15,-36-19 15,-17 18-46,36 18-1,-36-35 1,0 0 15,17 17-15,19-35-1,-36 35 1,0 18 0,0 0-1,0 18 1,17-54 0,-17 36-1,0-35 1,18 17-16,-18 0 15,53 54 1,-53-72 0,17 36-1,-17-18 1,18-17 15,-18 17-15,35 1-1,1 16 17,-19-34-17,-17 35 1,53 53 0,-35-53-1,-1-18 1,19-35-1,-1 18 17,0 17-17,-17 36 1,35-19 15,-36 19-15,36-36-1,-17 36 1,-19-71 0,19 53-1,34-36 1,-70 1-16,35 17 16,18-17-1,0 17 1,-18 0-1,1-35 1</inkml:trace>
  <inkml:trace contextRef="#ctx0" brushRef="#br0" timeOffset="177817.77">3492 5838 0,'71'36'32,"17"34"-17,-17-34 1,-36-1 0,0 0-1,1-35 1,-19 35-1,1-35 1,-18-53 140,0-17-140,0-36 0,0 36-1,0 52 1,0 0-1,-18-17 189</inkml:trace>
  <inkml:trace contextRef="#ctx0" brushRef="#br0" timeOffset="178607.78">4992 5838 0,'-18'0'15,"1"36"1,-72 34 0,19-17 15,34 0-16,36-35 1</inkml:trace>
  <inkml:trace contextRef="#ctx0" brushRef="#br0" timeOffset="179586.96">4727 5750 0,'18'0'63,"-1"36"-48,54-1 1,-53-18 0,17 1-1,0 0 1,-35 17-1,18-35 17,0 35 61,52 36-77,-70-18 0,18-53-1,-18 35 1</inkml:trace>
  <inkml:trace contextRef="#ctx0" brushRef="#br0" timeOffset="186771.73">5838 2170 0,'0'-18'109,"-17"18"-62,-71 53 16,-1 53-48,89-71 17,0 0-1,0 1 31,0 34-46,-35 36 0,35-88-1,-17 70 1,17-35-1,0-36 17,35 36-1,18-18 0,-36-17-15,36 17-1,-17 1 17,-1-36-17,18 0 1,-18 0 62</inkml:trace>
  <inkml:trace contextRef="#ctx0" brushRef="#br0" timeOffset="187841.68">5750 2681 0,'36'18'47,"-1"-18"-31,0 0-16,-17 0 16,52-18-1,-34 18 1,-19 0 46,18 0-46,1 0 0,17 0-1,-53 124 188,0-107-187,0 71 0,0 1 15,35-54 31,-35-17-30,71 70-17,-36 35 1,0-17-1</inkml:trace>
  <inkml:trace contextRef="#ctx0" brushRef="#br0" timeOffset="188460.64">6332 2857 0,'18'18'31,"88"70"1,-18-35-17,-35-53 16,-35 0-15,34 0 0,37-106 15,-54 53-15,-35 36-1</inkml:trace>
  <inkml:trace contextRef="#ctx0" brushRef="#br0" timeOffset="189276.09">6667 2663 0,'-17'0'32,"-1"0"-17,-17 0 1,17 0 62,18 18-62,-53 70-1,0-35 1,36 0-16,-36 0 16,53-18 15,0 18-16,0-35 1,0 0 0,0 17-1,0 0 1,53 0 0,-53 1 15,70 17 0,-52-53-31,17 35 31,-35-18 1,36-17-32,-19 0 31,89 18 0,-88-18-15,35 0-1,0 0 1,-18-18 0,0-17-16,-17 35 15,-18-35 48</inkml:trace>
  <inkml:trace contextRef="#ctx0" brushRef="#br0" timeOffset="190705.5">6862 2805 0,'35'0'94,"-18"52"-78,1 90-1,0-72 17,-18-35-1,35-70 110,-35-18-110,18 36-31,17-72 31,0 89-15,-35-53 15,0 36 0,35 17 0,18 0 1,-17 0 15,-19 0-16,1 53 16,17 35-32,-17-17-15,-1-19 16,-17 19-16,18-36 16,17 53-1,-35-70-15,36-18 63,-19 0-32,19 0-31,17 0 16,105 0 15,-105-18-16</inkml:trace>
  <inkml:trace contextRef="#ctx0" brushRef="#br0" timeOffset="192298.15">6138 3598 0,'18'0'62,"35"0"-46,53 0-1,-18 0 17,0 0-32,106 0 31,-17 0-16,-142 0 110,0 0-62,53 0-47,-35 0 15</inkml:trace>
  <inkml:trace contextRef="#ctx0" brushRef="#br0" timeOffset="194175.54">7620 3069 0,'35'0'15,"1"0"17,-19-17-17,18 17 1,1-18 0,-1 18 15,-17-35-16,-1-36 1,1 53 0,-18 1-1,0-1-15</inkml:trace>
  <inkml:trace contextRef="#ctx0" brushRef="#br0" timeOffset="194892.21">7761 2769 0,'-35'0'16,"17"-35"0,1 17 15,-1 18 0,0 0-15,1 0-1,-19 0 1,19 53 0,-1 0-1,18-35 1,0-1-1,0 36 32,0 0-31,0 36 0,18-89 15,17 52-16,0-16 17,-17-36-1,0 0-15,34 35-1,-16-35 1,17 18-1,-18-18 1,0 0 0,0 0 15,-17 0-15</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4:00:00.883"/>
    </inkml:context>
    <inkml:brush xml:id="br0">
      <inkml:brushProperty name="width" value="0.05292" units="cm"/>
      <inkml:brushProperty name="height" value="0.05292" units="cm"/>
      <inkml:brushProperty name="color" value="#FF0000"/>
    </inkml:brush>
  </inkml:definitions>
  <inkml:trace contextRef="#ctx0" brushRef="#br0">2628 5821 0,'35'17'46,"-35"177"-14,0 18-1,0-194 0</inkml:trace>
  <inkml:trace contextRef="#ctx0" brushRef="#br0" timeOffset="778.3">2822 6015 0,'0'0'0,"53"35"32,0 36-17,-18-1 1,-35-17 0,0-18-1,0-52 95,18-36-95,53-53 1,-36 35-1,18 19 17,-18 34-17,0 18 32,1 18-16,-19 34-15,18 19 0,1-36-1,-36 36 1,17-36 0</inkml:trace>
  <inkml:trace contextRef="#ctx0" brushRef="#br0" timeOffset="1255.51">3369 5997 0,'18'0'32,"35"177"-1,-18-124-15,-18 52-1,1 1 1,0 18-1,-18-160 95</inkml:trace>
  <inkml:trace contextRef="#ctx0" brushRef="#br0" timeOffset="1671.14">3581 5997 0,'17'0'31,"19"0"-15,-19 18-1,19 17 17,-36 18-17,0 18 1,0-54 0,0 19-16,-18-36 78</inkml:trace>
  <inkml:trace contextRef="#ctx0" brushRef="#br0" timeOffset="2184.27">2999 6615 0,'0'17'94,"53"-17"-78,176-35 15,124-36-15,-159 54-16,70-54 15,-229 71 1</inkml:trace>
  <inkml:trace contextRef="#ctx0" brushRef="#br0" timeOffset="3653.16">14252 3475 0,'0'17'31,"71"107"1,-36 123-1,-35-18-15,-18-123-1,18-71 1,-53-70 78,53-71-63,36-53 0,-1 142 0,0 17 32,-17 0-48,53 35 1,17 71 0,-88-71-16,17 18 15,72 106 1,-72-124 0,1-35 77,158-141-61,-141 35-17,-35 89 1,0-19 15</inkml:trace>
  <inkml:trace contextRef="#ctx0" brushRef="#br0" timeOffset="12072.82">26758 9543 0,'0'17'47,"35"107"-16,-35-71-15,0 105 0,0-87-1,0-36 1,0 1 15</inkml:trace>
  <inkml:trace contextRef="#ctx0" brushRef="#br0" timeOffset="12631.69">26723 9525 0,'70'53'78,"36"17"-62,-53 36-1,0-18 1,18-17-1,-54-53 1</inkml:trace>
  <inkml:trace contextRef="#ctx0" brushRef="#br0" timeOffset="13358.38">27111 9454 0,'0'18'78,"0"106"-31,18 70-32,-18-89 17,0-34-17,0-53-15,0-1 16,0 19 0</inkml:trace>
  <inkml:trace contextRef="#ctx0" brushRef="#br0" timeOffset="15256.66">27358 9737 0,'18'17'31,"-18"1"1,0 0-17,0-1 1,0 18-1,35 18 1,-35-35 0,35 35-1,-17-53 1,-18 35 15,17-35 16,1 0 0,53-17-31,-36-19-1,0-17 1,-53 18 31,18-18-16,-17 36 0,17-19 485,0-17-469,-71 0 0,71 18-32,-35 35 32,17 0-31,18 35 46,-17 1-31,-1-1 16,-17-17-31</inkml:trace>
  <inkml:trace contextRef="#ctx0" brushRef="#br0" timeOffset="16372.72">27781 9596 0,'18'0'15,"0"52"1,17-16-1,-35 34 1,0 71 0,0-88-1,0-70 126,0-89-125,0 88-16,0-17 15,0 17 1,0-17-1,0-18 1,0 35 0,17 1-1,1-18 1,0 35 15,-1 0 0,19 17 1,-1 1-17,-17-1 1,-18 1-16,17 17 16,-17 1-16,18-19 15,-1 36-15,1-18 16,0 18-1,-18-35 1,0 0 0</inkml:trace>
  <inkml:trace contextRef="#ctx0" brushRef="#br0" timeOffset="17200.93">28540 9384 0,'0'88'94,"0"-17"-78,0-18-16,0-1 15,35 1 1,-35-17-1,0-1-15,0 18 32,0-18-17,0 0 1,0 1 15,0-19-15,0 1-1,0 17 1,18-35 15,-18 18-15,17 0 0,1 17-1,17-35 1</inkml:trace>
  <inkml:trace contextRef="#ctx0" brushRef="#br0" timeOffset="17649.37">28892 9772 0,'36'53'78,"-1"53"-63,-17-18 1,-18-35 0,0-18 62</inkml:trace>
  <inkml:trace contextRef="#ctx0" brushRef="#br0" timeOffset="18225.97">28822 9490 0</inkml:trace>
  <inkml:trace contextRef="#ctx0" brushRef="#br0" timeOffset="19219.95">29034 9913 0,'53'53'31,"-1"106"-15,-34-89 15,0-34-15,-36-72 62,18-70-62,0 18-1,0 18 1,0 17 0,0 0 15,0 35-16,18 18 64,17 0-64,-35 18 1,53 17-1,-35 36 1,34-1 0,-52-34-1,36-1 17,-36 18-1,0-18-16</inkml:trace>
  <inkml:trace contextRef="#ctx0" brushRef="#br0" timeOffset="20341.93">29439 10107 0,'0'0'0,"53"-70"78,-18 34-63,-17 1 1,0 0 0,-1 17-1,-17-17 1,0-1 15,0 1 0,0 18-15,-35 17 78,0 0-63,35 35 0,0 0-15,0-17-16,0-1 15,0 36 1,0 18 0,0-36-1,0 18 1,17-53 0,-17 35-1,36-35 63,-19 0-46,1 0-17,0 0-15,-18-17 125</inkml:trace>
  <inkml:trace contextRef="#ctx0" brushRef="#br0" timeOffset="21593.12">30021 9807 0,'-17'0'109,"-1"0"-93,0 0 0,1 18-1,-36 35 1,53-18-1,0 0 1,0 1 0,0 17-1,0-18 17,18-35 61,-1-71-77,18 54 0,-17-107-1,17 71 16,-35 88 141,0 1-156,0 34 0,0 19-1,0-37-15,36-16 16,-36-19-1</inkml:trace>
  <inkml:trace contextRef="#ctx0" brushRef="#br0" timeOffset="22916.97">30127 9842 0,'35'0'16,"1"0"15,17 89-16,-18-1 1,-17-53 0,-18-17-1,0-1 17,0 1-17,0 0 1,0-36 78,0-105-79,0 34 1,0 36-1,0 18 1,35 35 78,0 0-16,-17 18-62</inkml:trace>
  <inkml:trace contextRef="#ctx0" brushRef="#br0" timeOffset="23226.81">30533 9913 0,'18'0'47,"-1"0"-16,-17 18-15,0 52-1,0-34 17,0-19-17</inkml:trace>
  <inkml:trace contextRef="#ctx0" brushRef="#br0" timeOffset="23601.86">30409 9507 0</inkml:trace>
  <inkml:trace contextRef="#ctx0" brushRef="#br0" timeOffset="24109.21">30815 9278 0,'0'18'47,"18"140"-16,-1 89-16,1 89 1,-18-160 0,35-141-16,-35 18 15,18-53 1</inkml:trace>
  <inkml:trace contextRef="#ctx0" brushRef="#br0" timeOffset="24459.29">30745 10142 0,'0'-17'16,"35"-36"46,35 0-46,36 0 0,-70 0-1,-19 35 1</inkml:trace>
  <inkml:trace contextRef="#ctx0" brushRef="#br0" timeOffset="25520.88">31062 9772 0,'35'18'31,"-35"34"0,18 37-15,0-54-1,-18-17 1,17-36 31,-17-35-31,36 0-16,-1 71 125,-35 105-94,17-52-16,19 17 1,-36-35 15,35-53-15,-17-53-16,17 0 16,71-123-1,-89 105 16,-17 53 1,0 89 93,0 194-110,0 176 17,-17-159-1,17-212-16,-36 1 1,-34 17 0,35-70-1,-18-18-15,17 35 16,-52-70 15,35-36 0,-88 1-15</inkml:trace>
  <inkml:trace contextRef="#ctx0" brushRef="#br0" timeOffset="31516.6">26846 2081 0,'-53'0'188,"-88"71"-157,88-36 0,53 18 1,0 0-17,0 18 1,0-36 0,0-17 15,18-18-16,0 0-15,-1 35 16,1-35 0,17 17-1,1 1 1,16-18 0,-34 35-1,17-35 1,-35 18 15,18-18 0,17 53 1,-35-18-17,0 18 1,0-18-1,0 36 1,-35-18 0,-18 0-1,18-53 48,-71-18-32,-17 0 0,87 1-15,-17 17 0,53-18-1</inkml:trace>
  <inkml:trace contextRef="#ctx0" brushRef="#br0" timeOffset="32209.1">27146 2611 0,'0'17'47,"18"54"-16,-18-36-31,35 71 16,-35-71 0,0-17 15,18 35-16,-1-53 1</inkml:trace>
  <inkml:trace contextRef="#ctx0" brushRef="#br0" timeOffset="32522.4">27129 2275 0</inkml:trace>
  <inkml:trace contextRef="#ctx0" brushRef="#br0" timeOffset="33877.97">27499 2575 0,'-53'0'31,"106"0"-31,-141 0 16,35 18-16,53 70 47,0-53-32,0 1 1,0-1 0,0 0 15,35-35-16,18 0 1,-35 0 0,-1 35-16,36-35 15,35-52 1,-70 34 0,-18 0-1,18 124 188,17 265-171,53 34 14,-52-246-30,-72-159 47,-52 0-32,-53-141 0,106 88-15,-1-35-1,36-18 1,0 35 0,0 1-1,36 35 1,-19-18-16,54-36 15,-36 37 1,-17 34-16,-1-17 31</inkml:trace>
  <inkml:trace contextRef="#ctx0" brushRef="#br0" timeOffset="35145.33">27905 2522 0,'0'36'32,"0"17"-17,0-1 1,17 37-1,1-19 1,0-52 0,-18-71 93,17 0-93,19-35 15,-36 53-15,52 35 62,-16 70-63,17 36 1,-18-53 0,-35-18-16,0-17 15,0-1 1,0-34 78,0-1-79,0-88 1,35-35-1,-35 124 1,0-1 0,35 18 46,18 88-31,0 53 1,-53-123-17,36 52 17</inkml:trace>
  <inkml:trace contextRef="#ctx0" brushRef="#br0" timeOffset="35741.11">28487 2734 0,'70'123'32,"-34"-70"-17,-1 0 1,-17-35-1,17-89 48,0-87-32,-35 87-15,-18 53-1,18-17 1,-52 35 15,16-17-15,-52 17 0,88 35 77,53 0-15</inkml:trace>
  <inkml:trace contextRef="#ctx0" brushRef="#br0" timeOffset="36060.57">28981 2558 0,'35'0'31,"-35"88"0,0-18-15,0-17-1</inkml:trace>
  <inkml:trace contextRef="#ctx0" brushRef="#br0" timeOffset="36270.1">28857 2558 0,'0'-18'16</inkml:trace>
  <inkml:trace contextRef="#ctx0" brushRef="#br0" timeOffset="37401.46">29422 2505 0,'0'0'0,"-53"35"31,-35 36-16,17 17 1,53 0 0,18-35-1,0 0 1,0-18 0,71-70 62,35-71-63,-53 53-15,-18 0 16,-17-53 15,-18 89-15,0-19-1,0 19 1,0-54 0,0 1 15,-18 70-15,18 35 93,0 0-109,0 194 16,18-105-1,34-36 1,-52-53-1,36-35 1,-19 18 0,1-18-1,17 0 17,1 0-17,-19 0 16</inkml:trace>
  <inkml:trace contextRef="#ctx0" brushRef="#br0" timeOffset="38715.71">27199 3951 0,'-35'0'125,"-36"53"-109,18 70 15,53-34 0,36-36-15,-1-36-1,-17-17 1,-1 36 0,19-19 15,-19 1-15,18 35-1,-35 17 1,0 1-1,-70-18 1,-18 17 0,52-70 15,1 0 0,17 0-31,1 0 16,-1 0 78</inkml:trace>
  <inkml:trace contextRef="#ctx0" brushRef="#br0" timeOffset="39367.53">27323 4516 0,'35'17'16,"0"1"-16,-35 52 16,18-52-1,-1-18 1,19-35 46,-1-124-30,-35 106-17,-35-17 1,-53 17-1,35 53 1,-18 0 0,53 17-1,18 36 48,0-35-32,18-1 63</inkml:trace>
  <inkml:trace contextRef="#ctx0" brushRef="#br0" timeOffset="39821.87">27658 4216 0,'0'53'109,"0"-18"-93,0 141-1,0 18 1,0-141-16,0 18 16,17 70-1,19-141 1</inkml:trace>
  <inkml:trace contextRef="#ctx0" brushRef="#br0" timeOffset="40250.87">27605 4621 0,'17'0'78,"72"-88"-47,17 35-15,-54 18-1,-34 17 1</inkml:trace>
  <inkml:trace contextRef="#ctx0" brushRef="#br0" timeOffset="40715.91">27958 3916 0,'17'141'47,"-17"35"-15,0 18-17,18-105 1,0-72-1</inkml:trace>
  <inkml:trace contextRef="#ctx0" brushRef="#br0" timeOffset="41050.83">27940 4463 0,'18'0'31,"35"-53"32,35 0-48,-35 18 1,-36-1-1</inkml:trace>
  <inkml:trace contextRef="#ctx0" brushRef="#br0" timeOffset="42028.21">28222 4251 0,'35'0'31,"-17"71"-15,-18 17-1,0-18 1,0 1 15,0-36-15,0-70 62,0-53-62,0-36-1,0 89 1,35-53-1,-17 88 64,17 123-48,1-52-16,-19 35 1,-17-89 0,0-105 77,53-88-61,-35 123-1,-1 88 0,19 88-15,-19-70-1,1 0 1,-18 0 0,18-53-1,-18 35 1,0 18 78</inkml:trace>
  <inkml:trace contextRef="#ctx0" brushRef="#br0" timeOffset="42851.83">29051 4339 0,'0'-35'16,"-70"-18"0,52 35 15,0 18-16,1 0-15,-19 18 16,1 105 0,18-52-1,17 17 1,0-53 15,35-123 16,18 0-31,-18 0-1,-17 106 63,-18 17-62,35 53 0,-17-35-1,-1-53 1,19 0 15,105 0-15,-71-53-1,-70 18 1,35 35 0</inkml:trace>
  <inkml:trace contextRef="#ctx0" brushRef="#br0" timeOffset="43233.03">29527 4163 0,'-17'0'31,"-36"70"16,-18 54-31,54-89-16,-1 18 15,-17 18 1,35-54 0,-35 1 15</inkml:trace>
  <inkml:trace contextRef="#ctx0" brushRef="#br0" timeOffset="43783.21">29316 4286 0,'35'0'78,"18"36"-62,18 52 0,-36 0-1,-18-88 16,19 0-15,-36 35 0,53 18-1,-18-53-15,-17 18 16,-1-1 0,-34-17 171</inkml:trace>
  <inkml:trace contextRef="#ctx0" brushRef="#br0" timeOffset="48540.46">25735 8043 0,'0'36'47,"35"69"-32,36 54 1,-18-106 0,0-53 46,-18 0-46,0-35-16,1 35 15,87-141 1,-88 53 0,1-1-1,-36 54 1,-53 35 31,-53-18-32,53-17-15,18 35 16,-71 35 93,53 1-93,35-36 0</inkml:trace>
  <inkml:trace contextRef="#ctx0" brushRef="#br0" timeOffset="49456.7">26688 8290 0,'0'71'171,"0"70"-139</inkml:trace>
  <inkml:trace contextRef="#ctx0" brushRef="#br0" timeOffset="61541.4">29034 6138 0,'-18'0'172,"-35"141"-141,53-123 1,0 0-17,18 17 1,-1-35 0,19 0-1,-19 35 16,1-35-15,70 36 0,-53-19-1,36-17 1,-18 0 0,-18-35-1</inkml:trace>
  <inkml:trace contextRef="#ctx0" brushRef="#br0" timeOffset="62603.98">29722 6015 0,'-18'0'47,"18"17"-32,-53 36 1,18 0 0,-18 36 15,53-54-16,0 0 1,0-17 15,0 17 1,17-35 46,1 0-63,17-35-15,-17-1 16,17-52 0,1 53-1,-36-36 16,0 36-15,0 17 0,17 18 93,54 142-78,-36-107 1,-35-17 93,53 17-110</inkml:trace>
  <inkml:trace contextRef="#ctx0" brushRef="#br0" timeOffset="63149.09">30021 5521 0,'0'18'31,"53"123"-15,-53 35-1,36 18 1,-36-123-16,35-54 31,-18 54-15,-17-53 0</inkml:trace>
  <inkml:trace contextRef="#ctx0" brushRef="#br0" timeOffset="63616.03">30004 5909 0,'17'0'79,"19"0"-64,34 0 1</inkml:trace>
  <inkml:trace contextRef="#ctx0" brushRef="#br0" timeOffset="64838.54">30850 5821 0,'-17'17'265,"-71"107"-233,88-106-17,17 17 16,-17 0-15,0 18 0,0-18-1,0-17 1,53 0 0,-35 17-1,88-35 1,-53-35-1,-1-1 1</inkml:trace>
  <inkml:trace contextRef="#ctx0" brushRef="#br0" timeOffset="65334.25">31344 5786 0,'0'17'47,"0"36"-31,-17 71 0,-19-19-1,19-87-15,17 0 16,0-1-1,-18-17 64,0 0-79</inkml:trace>
  <inkml:trace contextRef="#ctx0" brushRef="#br0" timeOffset="65749.42">31115 5821 0,'0'0'32,"71"53"-17,-1-18 17,-35 36-17,1-36-15,-19-35 16,1 35-1,-18-17 1</inkml:trace>
  <inkml:trace contextRef="#ctx0" brushRef="#br0" timeOffset="66650.35">31926 5944 0,'18'0'47,"0"-53"47,-18-17-79,0 35 17,-18 35 30,-35 0-31,35 17-31,1-17 0,-1 0 32,18 88-1,0-35-16,0 88 17,0-88-17,35-17 48,36-54-16,-53 18-32,17-35 63</inkml:trace>
  <inkml:trace contextRef="#ctx0" brushRef="#br0" timeOffset="67447.45">32138 5803 0,'35'71'63,"-17"70"-48,-18-124 1,0 19 0,0-72 77,0-105-77,0 106 0,0-35-1,0 52-15,0 0 16,35 1-1,-35-19 17,36 36-1,-19 18-15,18 35-1,1-18 1,-19 18-1,1 18 1,-18 17 15,35-53-15,-35-17 0,18-18 15</inkml:trace>
  <inkml:trace contextRef="#ctx0" brushRef="#br0" timeOffset="67937.07">32561 5309 0,'0'53'47,"36"212"-31,-19-54 15,-17-52-15,36-88-1,-36-54 1,-18-17 46,18-17-46</inkml:trace>
  <inkml:trace contextRef="#ctx0" brushRef="#br0" timeOffset="68336.42">32491 5821 0,'0'-18'93,"123"-105"-77,-70 70 0,-53 18-1,35 35 1</inkml:trace>
  <inkml:trace contextRef="#ctx0" brushRef="#br0" timeOffset="69401.11">29810 7373 0,'0'18'125,"0"17"-109,0 0-1,-18 71 17,18-71-17,0-17 1,0 35 0,18-35-1,-1-18 1,-17 17-1,36 1 1,-1-1 0,71-17-1,-18-52 17,0-1-32,-88 35 62</inkml:trace>
  <inkml:trace contextRef="#ctx0" brushRef="#br0" timeOffset="69800.53">30586 7126 0,'17'0'31,"-105"212"1,18-71-17,-18-35 1,88-89 0,-18-17 62</inkml:trace>
  <inkml:trace contextRef="#ctx0" brushRef="#br0" timeOffset="70225.23">30286 7214 0,'35'0'15,"-17"0"1,0 36-16,-1-1 16,71 0-1,1 71 17,34-18-1,-70-70-16</inkml:trace>
  <inkml:trace contextRef="#ctx0" brushRef="#br0" timeOffset="71034.16">31327 7302 0,'0'0'0,"35"-35"78,0-71-63,0 36 1,-35 35 0,0 17-1,-17 18 79,-18 0-78,35 35-1,-53 18 1,35-18 0,0 1-1,18 17 1,0-18-1,0 0 1,0 0 0,0 1-16,0-1 47,0 0-32,18-35 48,70-17-32,-88-1-15,0 0 30</inkml:trace>
  <inkml:trace contextRef="#ctx0" brushRef="#br0" timeOffset="71758.64">31538 7091 0,'0'0'0,"36"0"31,-1 70-15,-17 19 0,-18-37-1,35-34 1,-35 17 15,17-35 0,-17-17 32,0-36-47,0-35-1,36-1 1,17 72-1,-36-1 1,36 18 47,-35 106-48,35-18 1,-18 18-1,-17-18 1,-1-17 0</inkml:trace>
  <inkml:trace contextRef="#ctx0" brushRef="#br0" timeOffset="72166.5">32156 6862 0,'35'35'47,"-17"-18"-32,17 266 1,0-213 15,-35-35-31,-17-35 78</inkml:trace>
  <inkml:trace contextRef="#ctx0" brushRef="#br0" timeOffset="72517.12">32138 7161 0,'0'-17'78,"0"-19"-62,53-16 0,0-19-1</inkml:trace>
  <inkml:trace contextRef="#ctx0" brushRef="#br0" timeOffset="73871.98">32297 6985 0,'35'0'78,"0"0"-63,-17 106 1,0-53 0,-1 17-1,-17-17 1,36-53 0,-36 53 15,-18-123 63,0-36-79,18 0 1,36 53-1,16 71 79,-34 35-78,0-1-1,17 37 1,-17-54-16,-18-17 16,35 34-1,-35-16 1,0-89 62,53-88-47,0 53 1,-53 70-1,0 0-16,17 36 79,-17 17-78,0 106-1,0-70 1,0-54 0,53-87 62,-17 17-63,-36 18 1,35-1 0,-17 1-1,-18 18 1,0-1 0,-36 18 15,1-18-16,17 18 79,-17 18-63</inkml:trace>
  <inkml:trace contextRef="#ctx0" brushRef="#br0" timeOffset="74616.06">32949 6862 0,'36'52'47,"-36"-16"-32,17 17-15,1 0 16,35-1 0,-53-34-16,35 0 15,18-18 17,-35-71-17,-1-35 1,-17 36-1,36 17 1,-36 123 78,0 36-79,17 176 1,54 142 0,35 52-1,-18-158 1,-70-230 0,-18-35-1,-71-53 16,-70-18-15,88-35 0,-18-35-1,36-177 17,35 89-17,0 35 1</inkml:trace>
  <inkml:trace contextRef="#ctx0" brushRef="#br0" timeOffset="75383.57">31009 8255 0,'0'0'0,"53"18"16,18 35-1,281-36 1,213-140 0,-107-1-1,-246 89 1</inkml:trace>
  <inkml:trace contextRef="#ctx0" brushRef="#br0" timeOffset="76260.3">30462 6791 0,'18'0'32,"0"0"-17,52 0 16,124-71-15,-17 36-16,299-71 16,-35 36-1,-265 34 1,-176 19 15</inkml:trace>
  <inkml:trace contextRef="#ctx0" brushRef="#br0" timeOffset="77368.95">27711 4974 0,'35'18'16,"18"35"0,35-53-1,159 53 1,-106-53-16,88 0 15,124 0 1,-282 0-16,-18 0 16</inkml:trace>
  <inkml:trace contextRef="#ctx0" brushRef="#br0" timeOffset="78274.64">28557 3634 0,'124'0'78,"52"0"-62,-105 0-16,35 0 16,-89 0 15,1 0 16,0 0-16</inkml:trace>
  <inkml:trace contextRef="#ctx0" brushRef="#br0" timeOffset="96809.18">8008 2117 0,'0'17'63,"18"54"-48,-18 70 1,0 35 0,0-105-16,0 17 15,0-53 1</inkml:trace>
  <inkml:trace contextRef="#ctx0" brushRef="#br0" timeOffset="98076.06">8184 2099 0,'36'0'31,"17"0"-16,0 0 17,35 71-17,-53-36 1,-17 0 0,-1-17-1,-17 70 1,-17-35-1,-54 17 1,36-52-16,17 35 16,1-35-1,-19-18 1,1 0 109,17 35-78,36-35 31,35 0-62,141 53-1,-159-18 16,-17-17-15,-1-1 0,1 36-1,0-17 1,-1-36 0</inkml:trace>
  <inkml:trace contextRef="#ctx0" brushRef="#br0" timeOffset="98869.5">8837 2681 0,'53'0'15,"35"-53"17,-17 18-1,-54-36-16,-17 54 17,-17-19-17,-19 36 17,-16 0-1,34 0-16,0 0 1,-17 18 0,35 0 31,-53 52-16,53-34-31,0-19 15,0 71 17,35-52-17,1-1 1,17-17 0,-53-1-16,17 18 15,71 1 1,-35-19-1,18-17 1,17 0 0</inkml:trace>
  <inkml:trace contextRef="#ctx0" brushRef="#br0" timeOffset="99313.87">9560 2028 0,'0'18'31,"0"70"-15,0 18-16,0 88 16,0-70-1,0-54-15,0 1 16</inkml:trace>
  <inkml:trace contextRef="#ctx0" brushRef="#br0" timeOffset="99619.12">9666 2593 0,'0'0'0,"35"88"15,-17-53 1,35 54 15,-35-54-15,17-35 15,53-88-15,-17 17-1</inkml:trace>
  <inkml:trace contextRef="#ctx0" brushRef="#br0" timeOffset="100027.07">10037 2593 0,'17'53'156,"-17"0"-140,18-18-16,17 0 15,0 36 1,18-71 46,18-53-46,-54 18 15</inkml:trace>
  <inkml:trace contextRef="#ctx0" brushRef="#br0" timeOffset="100702.67">8378 3863 0,'0'0'0,"71"88"32,-36 71-17,-17 53 1,0-107-1,-18-87 1,0 0 0</inkml:trace>
  <inkml:trace contextRef="#ctx0" brushRef="#br0" timeOffset="101150.42">8255 3969 0,'53'0'15,"53"0"1,-36 0 0,18-18-1,1-17 17,-54 35-17</inkml:trace>
  <inkml:trace contextRef="#ctx0" brushRef="#br0" timeOffset="101890.78">8996 4110 0,'-71'53'15,"142"-106"-15,-212 176 16,105-105-16,1 35 31,35 0-15,0-36-1,18-17 1,-18 36-16,35-36 31,124-88 32,-89-1-48,-52 1 17,17 106 46,-17 35-63,17 17 1,0-52 0</inkml:trace>
  <inkml:trace contextRef="#ctx0" brushRef="#br0" timeOffset="102573.79">9278 3792 0,'35'177'31,"-17"-89"-15,-18 35 0,18-34-16,-18-19 15,35 18 1,-35-158 78,35-107-63,-17 177 0,70 53 0,-53 0-15,53 35 0,-88-35-1,36-35 1,-36 0 0,17-18 15</inkml:trace>
  <inkml:trace contextRef="#ctx0" brushRef="#br0" timeOffset="103985.11">9913 3828 0,'18'17'47,"-1"336"-15,19-124-1,-36-282 47,0-35-62,35 18-1,-35 34 1,0 1-16,18 35 15,17-35 1,0 35 0,0 0-1,18 70 1,18 36 0,-36 0 15,0-106-16,1-70 48,-19 70-47,-17-89-1,18 54-15</inkml:trace>
  <inkml:trace contextRef="#ctx0" brushRef="#br0" timeOffset="105179.05">8714 3298 0,'0'18'16,"35"-18"-1,0 0 1,71 0 0,-18 0 15,336 18-16,-19-1 17</inkml:trace>
  <inkml:trace contextRef="#ctx0" brushRef="#br0" timeOffset="105810.43">8890 5168 0,'18'0'16,"87"0"15,-69 0-31,34 0 16,195-35-1,-106-18-15,88 35 16,-159 18-1,-53 0 1</inkml:trace>
  <inkml:trace contextRef="#ctx0" brushRef="#br0" timeOffset="107540.5">8872 5909 0,'0'0'0,"-35"0"78,0 0-62,-18 53 15,0 17-31,53 1 15,0 0 17,0-36-17,18-35 1,35 35 0,-36 18-1,18-18 1,1 1-1,-36-19 1,0 19 15,0 52-15,0-53 0,-71 53 15,18-70-31,0-18 15,36 0 48</inkml:trace>
  <inkml:trace contextRef="#ctx0" brushRef="#br0" timeOffset="108017.6">9225 6121 0,'0'106'16,"0"-212"-16,0 494 31,0-353-15,-35-35 30,35-18-30</inkml:trace>
  <inkml:trace contextRef="#ctx0" brushRef="#br0" timeOffset="108334.32">9172 6103 0,'124'-35'32,"17"35"-1,-124-18 47</inkml:trace>
  <inkml:trace contextRef="#ctx0" brushRef="#br0" timeOffset="108762.15">9207 6385 0,'0'18'32,"0"17"46,124-35-47,-89 0 0</inkml:trace>
  <inkml:trace contextRef="#ctx0" brushRef="#br0" timeOffset="109180.95">9137 6720 0,'35'0'15,"-17"18"1,-1-18 0,1 18-1,17-1 1,71 36 0,-35-53-1,-18 0-15,17 0 16,18 0 15</inkml:trace>
  <inkml:trace contextRef="#ctx0" brushRef="#br0" timeOffset="109748.21">9825 6227 0,'0'17'63,"0"248"-48,0-71 1,0-124-1,17-34 17,19-1-32,52-53 62,-53-35-46,18 0-16</inkml:trace>
  <inkml:trace contextRef="#ctx0" brushRef="#br0" timeOffset="110210.19">10283 6279 0,'18'247'16,"0"-70"0,17-54-1,18-87 1,-35-54 31,17-17-32,0-124 1,-17-123 0</inkml:trace>
  <inkml:trace contextRef="#ctx0" brushRef="#br0" timeOffset="110506.53">10513 6244 0,'0'0'31,"0"35"32,17 301-48,1-142 1,35-89 15,-35-16-15</inkml:trace>
  <inkml:trace contextRef="#ctx0" brushRef="#br0" timeOffset="113292.08">8326 8079 0,'0'0'0,"0"70"15,0 36 1,0 70 0,0-17-1,0-35 1,0-71-1,35-1 17,18 54-1,35-18 0,-70-70-15,52 0-1,-17-18 1,-18 0 0,1 0-16</inkml:trace>
  <inkml:trace contextRef="#ctx0" brushRef="#br0" timeOffset="114010.51">9102 8643 0,'-71'35'47,"18"18"-16,0 0-15,0 71 15,53-107-31,0 19 16,0-1-1,18 18 32,17-53-31,-17 17-1,17 19 1,36-36 0,17 0 15,53-18 0</inkml:trace>
  <inkml:trace contextRef="#ctx0" brushRef="#br0" timeOffset="114730.36">9207 8661 0,'-52'88'63,"-1"0"-48,0-35-15,0 0 16,53-18-16,-18-17 15,-17 17 1</inkml:trace>
  <inkml:trace contextRef="#ctx0" brushRef="#br0" timeOffset="115612.1">9719 8590 0,'-35'18'31,"-53"88"-15,-18-1-1,53-16 1,53-54 0,0 18 15,0-36-15,17 1-1,54-36 32,35-70-31,-71 35-1,-17-17 1,17 35 0,-17 35 93,-18 35-93,17 53-1,1 0 1,17-53-1,18 1 1,-53-54 62,35 18-78</inkml:trace>
  <inkml:trace contextRef="#ctx0" brushRef="#br0" timeOffset="116052.07">10037 8096 0,'52'88'31,"1"248"-15,-53-72 15,0-105-15,0-106-1,-17-53 48</inkml:trace>
  <inkml:trace contextRef="#ctx0" brushRef="#br0" timeOffset="116561.04">10389 8625 0,'0'18'31,"-35"35"-15,-18 18-1,53-19 1,-35-16 0,35-19 30,0 1-30,0 35 0,17-18-1,19 18 17,34 18-17,-34-36 1,-1 0-1,-18-70 32</inkml:trace>
  <inkml:trace contextRef="#ctx0" brushRef="#br0" timeOffset="117240.74">10707 8767 0,'35'0'16,"-35"70"-1,53 18 1,-53-35 0,35-53-1,-17 0 1,52 0 0,19-70-1,-19-1 1,-52 18-1,-18 88 79,-18 18-78,-35 141-1,53 36 1,0 281 15,-53-476-15,36-17-16,-89 17 31,53-35-15,-53-88-1,36 53 1,52-18 0,18 35 31,-18 18-32,1-35 1</inkml:trace>
  <inkml:trace contextRef="#ctx0" brushRef="#br0" timeOffset="117875.29">11571 8114 0,'0'0'0,"0"458"31,0-316-15,0 69 0,0-140-16,0 17 15</inkml:trace>
  <inkml:trace contextRef="#ctx0" brushRef="#br0" timeOffset="118622.17">11783 8220 0,'-36'17'0,"72"-52"15,-36 53-15,35 17 63,-17 71-47,-18-36-1,0 19 1,-53 16-1,0 1 1,-53-18 0,106-52 15,0-19 31,-18 1-46,18 0 31,71 70-16,17-18-15,-17 1-1,-54-18 1,1-53 15</inkml:trace>
  <inkml:trace contextRef="#ctx0" brushRef="#br0" timeOffset="119509.07">11906 9031 0,'88'-35'16,"54"-89"15,-54-17 0,-88 106-15,0 17-16,0 1 16,0-1-1,-71 0 79,-17 36-63,53 17-15,-1 18-1,19-17 1,17 69 0,0-69-16,0 17 15,0 35 1,17-71 0,-17 36-1,36-53 1,-1 36 15,71-19-15,0-17-1,-53-17 1,-1 17 15,-16 0-15</inkml:trace>
  <inkml:trace contextRef="#ctx0" brushRef="#br0" timeOffset="120108.34">12718 8114 0,'-53'88'15,"-18"124"16,54-89-31,17 1 16,0 17 0,0-106-16,0 18 15,0-18 1,-18-35 15,0 18-15</inkml:trace>
  <inkml:trace contextRef="#ctx0" brushRef="#br0" timeOffset="120759.43">12647 8714 0,'35'0'32,"-17"123"-17,17-35 1,-17-70 0,0-18-16,17-35 31,18-54-16,17-34 1,-70 70 0,0 35-1,18 18 79,-18 71-78,0 52-1,0 19 1,35-54 0,-17-53-1,-18-17-15,53-89 47,0 18-31,-18 53 31</inkml:trace>
  <inkml:trace contextRef="#ctx0" brushRef="#br0" timeOffset="183396.29">29651 2134 0,'0'-17'78,"-35"-19"-47,-18 1-31,-88-18 31,-36 36-15,-140-19 15,123 36-15,123 0 15,-17 0-15,17 0-1,-34 0 1,16 0 0,1 0-1,18 0 1,-54 36-1,36-19 1,53-17 0,-53 35-1,-1 18 17,36-53-32,36 18 15,-36-18-15,0 18 16,-88-1-1,70 19 1,1-19 0,-1 18-1,-35 18 1,71-35 0,-53 0-1,35 17-15,0-17 16,-53 35-1,71-18-15,-53 18 16,-18-18 0,18 36-1,-1 17 17,-16-18-17,34-17 1,36-35-1,0 17 1,35-17-16,0 52 16,-36 1-1,19 17 1,-1 0 0,18 0-1,0-17 1,18-18-1,35 17 1,-18 36 0,18-53-1,-18 35 1,18-35 15,-18 0-15,18 0-1,-53-18-15,35 54 16,-35-72 0,89 107-1,-36-54 1,-1-17 0,-16-17-1,-36-19 1,35 18-1,0 36 1,1-36 0,16 71-1,19-53 1,35 0 15,-53-18-15,-18 0-1,53 36 1,0 0 0,-35-36-16,36 0 15,69 0 1,-52 18 0,18-17-1,-1-19 1,1 19-1,-89-19-15,0-17 16,53 0 0,-52 0-16,16 0 15,90 0 17,-19 0-17,-17 0 1,0-35-1,-36 35 1,-34-18 0,16-35-1,90-17 1,-54 17 0,0-18-1,18 1 1,-18 17-1,-17-35 1,-1-18 0,1 71-1,-71-18-15,17 17 16,89-122 15,-53 105-15,18-71-1,-1 36 1,-35 0 0,18 17-1,-35 1 1,-18-1 0,18-35-1,-18 36 1,35-36-1,-17 71-15,17-71 16,-35 35 0,0-17-1,0 35 17,0-17-17,-18 17 1,1-53-1,17 35 1,-36 71 0,19-35-1,-1-18 1,0 18 0,-17 0-1,17-1 1,1-17-1,-1 18 1,-17 17 0,0-34-1,17 52 1,0-53 15,1 17-15,-1 1-1,0 35 1,-17 0 0,35-35-16,0 17 15,-35 18 1</inkml:trace>
  <inkml:trace contextRef="#ctx0" brushRef="#br0" timeOffset="184405.22">24589 4145 0,'53'0'63,"88"0"-32,-106 0-16,53 0 1,124-18 0,35-52-1,35 17 1,-88-35 0,-159 70-16</inkml:trace>
  <inkml:trace contextRef="#ctx0" brushRef="#br0" timeOffset="185756.87">25629 3757 0,'36'0'172,"-1"0"-156,0 35-1,36 1 1,-36-36-16,-35 35 16,0-17-1,35-18 1,-17 0 0,-18 35 93,-53 18-93,-123 123 15,70-105-16,88-54 1</inkml:trace>
  <inkml:trace contextRef="#ctx0" brushRef="#br0" timeOffset="-157252.66">13035 2928 0,'-70'53'63,"70"-18"-48,-18 1-15,18 16 16,-18 125-1,-35 17 17,0 53-17,1-36 1,-19 178 15,71-284-15,0 54-1,-18-35 1,18 34 0,-17 54-1,-36 35 1,35 0 0,18-88-1,-17-54 1,17 19-1,0 88 1,-36 70 0,36-18 15,-35 195 0,35-371-31,0 36 16,0-18-1,0-36-15,-35-35 16,17 212 0,0 0-1,-52 88 1,-18 106 0,-1-70-1,54-124 1,35-36-1,0-52 1,0-35 0,0-36-1,0 0 1,-106 441 15,53-317-31,53-89 16,-35 212 15,35-52-15,0-72-1,0 19 1,0 17 0,-17-89-1,17-17 1,0-52-1,0-19-15,-18 18 32,18 36-32,0-36 15,0 212 1,-18-53 15,18-141-15,0-36-1,0 18 1,0-52-16,0-1 16,0 18-16,0 0 15,0 17 1,0-17-16,0 0 16,0 0-1,0 18 1,0 17-1,0 18 1,0-36 0,0 36 15,0 53-15,0-89-16,0 19 15,0 105 1,0-106-1,0 0 1,0 0 0,0 71-1,0 0 1,0-36 0,0 1-1,18 17 1,0-71-16,-18 19 15,17-1 1,36-35 15,-35-18-15,-1-35 0</inkml:trace>
  <inkml:trace contextRef="#ctx0" brushRef="#br0" timeOffset="-155237.52">22490 7232 0,'0'18'109,"0"70"-93,-18 0-1,0-17 1,18-19-16,0-34 16,0 35-16,0 0 15,-17 106 1,-19-1-1,36 1 1,0 0 0,0-18 15,0 53-15,-17 18-1,17 17 1,0 18-1,0-124-15,0-17 16,-36 159 0,-16-142-1,34 142 1,18-124 0,0-35-1,0-53 1,0-36-1,0 1 17,18 0 15,17 70-32,18-35 1,-18 0-1,18 0 1,-18 17 0,18-17-1,-18-18 1,-17-17-16,53 17 16</inkml:trace>
  <inkml:trace contextRef="#ctx0" brushRef="#br0" timeOffset="-152458.12">26723 12065 0,'-18'0'15,"1"0"32,-1 0-31,-158 53 15,70 35 0,70-53-15,-16 124 15,16-106-31,36 18 16,0-18 0,0 17-1,18 1 1,-18-18-1,18-18 1,17-18 0,-35 1-1,0 17-15,53-35 16,0 0 15,105-35 0,-69-53-15,-36 0 0,-53 35-1,35-35 1,0-54 0,-35 37-1,0-1 1,0 71-1,0-1 1,0 1 0,-35 35 31</inkml:trace>
  <inkml:trace contextRef="#ctx0" brushRef="#br0" timeOffset="-151970.85">27376 12753 0,'35'0'15,"-35"88"1,0-17 0,-18 70-1,-17-106-15,35 18 16,-18-18 15</inkml:trace>
  <inkml:trace contextRef="#ctx0" brushRef="#br0" timeOffset="-151316.45">28240 12188 0,'17'0'31,"1"0"1,53 212-17,-54 70 1,-17-176 0,0 0-16,36-71 15,-36 18-15,17-53 16</inkml:trace>
  <inkml:trace contextRef="#ctx0" brushRef="#br0" timeOffset="-150504.49">26405 13370 0,'0'18'62,"36"0"-46,70-18-1,123 0 1,71 0 0,141 0-1,-36 17 1,1 18-1,-247-17 1,-142-18 15,-17 35-15,36-35 15</inkml:trace>
  <inkml:trace contextRef="#ctx0" brushRef="#br0" timeOffset="-149257.66">30251 12312 0,'0'0'0,"-36"18"15,-34 34 1,-36 54 0,88-53-1,-17-35-15,53 35 32,-1-36-17,36 72 1,-17-1 15,34 0 0,-70-53 1,0-17-32,0 35 15,-53 0 1,0-18-1,18-35 79</inkml:trace>
  <inkml:trace contextRef="#ctx0" brushRef="#br0" timeOffset="-148977.33">30551 12894 0,'35'18'16,"0"17"-1,-35-17-15,0 17 16,0 53 15,-53 18-31</inkml:trace>
  <inkml:trace contextRef="#ctx0" brushRef="#br0" timeOffset="-147721.43">31080 12665 0,'17'0'47,"-52"0"47,0 0-79,-36 35 1,18 36 0,36 34-1,17 1 1,17-53 0,72-53-1,16-70 1,-16-72-1,-37-34 1,-52 158 0,0 124 62,0-70-63,0 175 1,0 89 0,0 88-1,36 88 1,-36-105 0,17-195-1,-17-123 1,-53-53 46,-17-123-46,17-36 0,18-123-1,35-89 16,106-123-15,-1 212-16</inkml:trace>
  <inkml:trace contextRef="#ctx0" brushRef="#br0" timeOffset="-146888.15">31503 12647 0,'35'0'15,"1"141"16,-36-53-15,0-70 0,0-53 46,35-1-46,-17 54 15,-1 194-15,36-18-1,-35-194 1,35-124 15,-18-123-15,0 71 15,-35 299 32,18 54-48,-18-107-15,35 19 16</inkml:trace>
  <inkml:trace contextRef="#ctx0" brushRef="#br0" timeOffset="-145145.56">22154 15152 0,'36'0'110,"105"17"-79,-53-17-31,371 71 31,70 17-15,194 53-1,124-35 1,-459-35 0,-212-71-1</inkml:trace>
  <inkml:trace contextRef="#ctx0" brushRef="#br0" timeOffset="-140976.28">22172 14446 0,'-18'0'79,"-34"36"-79,-19 52 15,18-53 1,53 36-1,0-54 32,71 71-31,17-35 0,-53-35-1,18-18 1,18 0-1,-54-35 1</inkml:trace>
  <inkml:trace contextRef="#ctx0" brushRef="#br0" timeOffset="-140876.41">22472 14693 0,'0'0'0,"35"-88"32,-35 35-17,0 35-15</inkml:trace>
  <inkml:trace contextRef="#ctx0" brushRef="#br0" timeOffset="-140746.33">22419 14340 0,'-53'-35'15,"106"70"1,-212-123 0,124 53-16,-53 17 15,35 18 1,0-35 0</inkml:trace>
  <inkml:trace contextRef="#ctx0" brushRef="#br0" timeOffset="-140393.9">22789 14640 0,'0'0'0,"0"36"16,0-19-1,0 18 17,0 18-17</inkml:trace>
  <inkml:trace contextRef="#ctx0" brushRef="#br0" timeOffset="-140016.1">23125 14358 0,'35'0'47,"-35"35"-31,0 1-16,0 17 15,0-1 1,0 1-16,0 0 16</inkml:trace>
  <inkml:trace contextRef="#ctx0" brushRef="#br0" timeOffset="-139693.65">23601 14640 0,'17'18'16,"-17"52"-1,0 89 1,-17-53-1,-1-71-15</inkml:trace>
  <inkml:trace contextRef="#ctx0" brushRef="#br0" timeOffset="-139147.58">23830 14570 0,'18'0'32,"-1"-18"-17,19-17-15,-1 17 16,18 18-1,-18 53 32,-35 0-31,0 18 0,-53 17-1,36-18 1,-1-70-1,36 0 64,52-35-64</inkml:trace>
  <inkml:trace contextRef="#ctx0" brushRef="#br0" timeOffset="-138862.29">24289 14728 0,'35'36'31,"-35"122"1,0-87-1,-18-71-16</inkml:trace>
  <inkml:trace contextRef="#ctx0" brushRef="#br0" timeOffset="-138144.16">24589 14446 0,'0'0'0,"53"-35"32,-18 17-32,0 18 15,71 0 1,-88 0 15,-36 89 0,0-1-15,-52-18 0,17-34 15,35-36 47,36-18-47,35 36 1,-18 70-1,-17 70 0,-36-158 47,-35 0-62</inkml:trace>
  <inkml:trace contextRef="#ctx0" brushRef="#br0" timeOffset="-137794.28">25030 14905 0,'0'70'15,"0"19"1,-18 34-1,-17-52 1,35-54 0,-18-17-1</inkml:trace>
  <inkml:trace contextRef="#ctx0" brushRef="#br0" timeOffset="-137130.1">25400 14393 0,'18'0'31,"17"124"-16,0-36 1,0 18 0,-35-71-1,18-35 17,17 0-17,36-88 1,-36 0-1,-35 35 1,35 35 15,-17 36 16,17 141-31,-17-54-1,-18 72 1,18-124-16,-1 0 16,19-18-1,-54-53 63</inkml:trace>
  <inkml:trace contextRef="#ctx0" brushRef="#br0" timeOffset="-136536">26405 14693 0,'18'0'32</inkml:trace>
  <inkml:trace contextRef="#ctx0" brushRef="#br0" timeOffset="-136282.34">27023 14764 0</inkml:trace>
  <inkml:trace contextRef="#ctx0" brushRef="#br0" timeOffset="-136018.52">27093 14728 0,'18'0'31</inkml:trace>
  <inkml:trace contextRef="#ctx0" brushRef="#br0" timeOffset="-132706.49">22154 15505 0,'0'0'0,"0"123"31,-35-52-15,-18 70 0,18-106-1</inkml:trace>
  <inkml:trace contextRef="#ctx0" brushRef="#br0" timeOffset="-132005.86">21907 15628 0,'36'35'31,"-1"36"1,0 105-1,-35-123-15,0 0-16,36-53 15,-36 18 1,53-18 62,52-71-62,-34 36-1,-36 35 1</inkml:trace>
  <inkml:trace contextRef="#ctx0" brushRef="#br0" timeOffset="-127421.18">23177 14640 0,'0'36'47,"0"87"-32,0-88 1,0 1-1,0-1 32</inkml:trace>
  <inkml:trace contextRef="#ctx0" brushRef="#br0" timeOffset="-95917.33">21837 14023 0,'0'88'31,"0"247"1,-18-282-17,-52 176 1,70-105-1,17-106 1,1-1 0</inkml:trace>
  <inkml:trace contextRef="#ctx0" brushRef="#br0" timeOffset="-94860.33">22049 13952 0,'0'0'0,"53"-17"15,193 17 1,54 0 0,-159 0-16,18 0 15,141 0 1,-159 0-16,71 0 15,-71 0-15,0 0 16,141 0 0,-176 0-16,18 0 15,123 0 1,-106 0-16,-18 17 16,124-17-1,-141 0-15,17 0 16,-70 0-1,-17 0 64,34 18-64,-52 17 1,140 53-1,-122-88 1,-19 18 15,1 53-15,0-18-16,35-1 16,0 1-16,-36-17 15,54 70 1,-71-54-16,35 1 15,18 71 17,-53 17-17,53-53 1,-18 18 0,-35-18-1,18-53-15,-18 1 16,0 17-1,17-53 64</inkml:trace>
  <inkml:trace contextRef="#ctx0" brushRef="#br0" timeOffset="-93451.41">29863 4286 0,'35'0'47,"53"0"-16,141-17-15,142-19-1,-89 36 1,-123 0-1,-106-17 1</inkml:trace>
  <inkml:trace contextRef="#ctx0" brushRef="#br0" timeOffset="-92006.21">30339 4180 0,'0'0'0,"-106"18"15,35 53 1,1-18-1,52-36 1,1-17 78,-54 0 31,53 0-94,36 53 47,0-53-62,35 35-16,-18-17 15,18 0 1,-18-1 0,0 1 46,18 0-31,-17-1 1,-1-17-1</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4:06:09.862"/>
    </inkml:context>
    <inkml:brush xml:id="br0">
      <inkml:brushProperty name="width" value="0.05292" units="cm"/>
      <inkml:brushProperty name="height" value="0.05292" units="cm"/>
      <inkml:brushProperty name="color" value="#FF0000"/>
    </inkml:brush>
  </inkml:definitions>
  <inkml:trace contextRef="#ctx0" brushRef="#br0">24977 5168 0,'17'35'47,"1"36"-32,0 0 1,-1-1 0,18-52-1,-35-1 1,0-87 93,0 52-93,0 1 0,0-1-1,0 0 1,36-17-1,-19 35-15,19 0 63,-19 35-47,19 106-1,-19-70 1,-17-36-1</inkml:trace>
  <inkml:trace contextRef="#ctx0" brushRef="#br0" timeOffset="142774.03">282 14922 0,'18'18'94,"70"-18"-78,-35 0-1,0 0-15,-35 0 16,123 0 0,-53 0-1,194 0 1,-123 0-16,-18 0 15,141 18 1,-229-18 0,-35 0 46,193 17-31,-87-17-15,-1 0 15,-87 0-15,-19 0 31,71 0-32,36 0 1,-36 0 0,-35 0-16,70 0 15,-87 0 1,34 0 15,-17 0-15,-35 0-1,88 0 1,0 0 0,-18 0 15,-35 0-31,-18 0 16,88 0 15,-70 0 31,18 0-46,17 0-16,18 0 16,141 0-1,-18 0 1,-35 0-1,-176 0 1,-1 0 31,72 0-31,69 0-1,54 0 1,0 0-1,-36 0 1,-141 0-16,18 0 16,0 0-1,53 18 1,-18-18 0,0 35-1,1-35 1,-19 0-1,18 0 1,-35 0 0,106 0 15,-71 0-15,0 0-1,18 0 1,-53 0-1,-18 0 1,54 0 31,-36 0-31,158 0-1,1 0 1,0 0-1,-195 36 1,54-36 140,-54 0-140</inkml:trace>
  <inkml:trace contextRef="#ctx0" brushRef="#br0" timeOffset="145921.09">441 16034 0,'18'0'94,"-1"0"-79,19 0-15,-1 0 16,106 35 0,-71-35-1,36 0 1,0 0-1,35 0 1,0 0 0,-105 0-1,-1 0 48,18 0-48,106 0 17,-71 0-17,-18 0 1,19 0 0,-54 0-1,-18 0 1,1 0-16,53 0 31,17 0-15,35 0-1,36 0 17,-106 0-17,-18 0 1,1 0 62,-1 0-47,88 0 0,18 0-15,53 0 0,-141 0-1,-35 0 17,17 0 30,71 0-46,70 0-1,-17 0 1,0 0 0,-124 0-1,1 0 1,52 0 93,282 0-78,-105 0-15,-142 18 0,-17-1-16,-18-17 15,-35 0 1,-18 0 0,54 0 46,210 36-46,-175-19-1,387 1 17,-158-18-1,-300 0-16,18 0 48,123 0-47,0 0-1,-35 0 1,-54 0-1,-69 0 1,52-35 125,18-1-126,-36 36 1,-17 0 0,-35 0-1,-18-35 63</inkml:trace>
  <inkml:trace contextRef="#ctx0" brushRef="#br0" timeOffset="149179.81">476 17022 0,'53'0'62,"53"0"-30,53 0-1,194 0 0,334 17 0,-351 36-15,-213-35 0,53-18-1,-123 17-15,18 19 16,17-36 0,-53 0-1,212 0 1,-70 0-1,-36 0 1,-18 0 0,18 0-1,18 0 1,-35 17 0,-1 1-1,-35 35 1,-70-53-1,52 0-15,1 17 32,335-17-1,-106 0-15,52 0-1,-105 0 1,-158 0-1,210 0 1,1 0 0,-123 0-1,-36 0 1,-53 0 0,0 0 15,0-35-31,-35 18 15,35 17 17,71 0-1,-106 0-31,0 0 16,35 0-1,-35 0-15,0-36 16,18 36-1,-36 0 17,0-35-17,18 35 1,0-18 0,-35 18-1</inkml:trace>
  <inkml:trace contextRef="#ctx0" brushRef="#br0" timeOffset="151589.87">758 18080 0,'18'0'63,"17"0"-48,1 0 1,69 17 0,-16 19-1,69-36 1,142 0 15,0 17-15,-35 1-1,-54 0 1,1-1 0,-36 1-1,-70 17 1,-88-35-1,0 18 1,52-18 47,124 0-32,71 0 0,-142 0-15,-35 0-1,1 0 1,-19-35 0,124-18-1,35 53 1,-17 0-1,-88 0 1,140 0 0,-211 0-1,18 0 1,-18 0 0,35-18 15,53-35-31,106 18 15,0-36 17,176-35-1,-335 106-15,18-35 77,18 35-77,17 0 0,-18 0-1,-52 0 1,-18 0-1,-18 0 79,0 0-78,-17 0-16,35 0 15,88 0 1,-71 0 0,-17 35-1,-17-35 1,-1 18 78,0-18-79,-17 0 1,17 0 0</inkml:trace>
  <inkml:trace contextRef="#ctx0" brushRef="#br0" timeOffset="-70497.72">18874 10548 0,'-36'35'63,"-70"36"-48,1-18 1,69 0-1</inkml:trace>
  <inkml:trace contextRef="#ctx0" brushRef="#br0" timeOffset="-4218.91">22137 11130 0</inkml:trace>
  <inkml:trace contextRef="#ctx0" brushRef="#br0" timeOffset="-4038.48">22137 11130 0,'17'0'16</inkml:trace>
  <inkml:trace contextRef="#ctx0" brushRef="#br0" timeOffset="24657.65">29510 11977 0,'35'-18'125,"0"-17"-109,54 0 0,-72 35-1,19 0 1,-1 0 0,18 0 15,35 0-16,-53-18 1,0 18 0,-17 0-1,17 0 1</inkml:trace>
  <inkml:trace contextRef="#ctx0" brushRef="#br0" timeOffset="56097.1">21802 12947 0</inkml:trace>
  <inkml:trace contextRef="#ctx0" brushRef="#br0" timeOffset="70925.65">11571 2099 0,'-18'0'47,"1"-35"31</inkml:trace>
  <inkml:trace contextRef="#ctx0" brushRef="#br0" timeOffset="83697.84">512 14323 0,'-18'-18'63,"-17"18"-32,17-18 0,-17 18 1,-1 18-1,1 53-15,-35 17-1,-1 53 1,18-88-16,35 0 15,-34 70 1,52-87 0,0 69-1,0-16 1,0-36 0,0 52 15,-36-52-16,36-17-15,0-1 16,0 88 0,0-52-1,0 35 1,0-18 0,0-18-1,36 36 1,-19-35-1,-17 17 1,18 53 0,-18-35-1,0-35 1,0 34 0,0-16 15,0-1-16,-35 18 1,35-54-16,-18-34 16,0 53-1,-17 35 1,35-36 0,0-35-1,0 71 1,0-71-1,0 1 1,0-1 0,0 0 62,0 36-63,35 35 1,-17-71 0,0 18-1,-1-35 17,18 34-17,-35-34-15,36 35 31,-1-35-15,-35 17 0,53 0-1,0 18 1,0-35 15,-18-1-31,0-17 16,-17 18-16,-18 17 15,35-35 1,1 0 31,-19 36-31</inkml:trace>
  <inkml:trace contextRef="#ctx0" brushRef="#br0" timeOffset="-145121.81">7937 3828 0,'18'0'188,"0"0"-173,17 0 16,0 0 1,-17 0-1,0 0-15,-1 0-1,36 0 63,-18 0-62,1 0 0,-1 0-1,-17 0-15,17 0 16,18 0-1,-36 0 1,72 0 15,-1 0-15,53 0 0,-35 0-16,-53 0 15,70 0 1,-88 0-1,-17 0 32,70 17-31,177-17 0,17 18-1,-53-18 1,-87 0-1,-107 0 1,18 0 78,0 0-79,0 0-15,-18 18 16,176-18 0,19 35-1,-19-35 1,-122 0 0,-19 0-1,-52 0 48,176 0-32,-53 0-15,-123 0-1,70 0 1,-35 35 46,17-35-46,54 18 0,35 17-1,35 0 1,-89-17-1,-69-18-15,17 0 32,17 0 46,71 0-63,89 70 1,-19-52 0,-123 17-1,-52-35 63</inkml:trace>
  <inkml:trace contextRef="#ctx0" brushRef="#br0" timeOffset="-143943.43">10407 2170 0,'0'35'78,"-18"53"-63,-52 106 1,70 18 0,-36-89-1,36-105 1</inkml:trace>
  <inkml:trace contextRef="#ctx0" brushRef="#br0" timeOffset="-143032.65">10231 2522 0,'0'18'78,"0"70"-63,0-17 1,35-1 0,-35-52-1,0 0 17,35-1 46,0 18-63,-17-17 1,17 0 0,18-18-1,-18 0 1,1 0-16,-1 0 15,0 0 1,-17 0 0,53-71 62,-71 36-63,17 35 1</inkml:trace>
  <inkml:trace contextRef="#ctx0" brushRef="#br0" timeOffset="-142351.08">11659 2399 0,'-17'0'31,"-1"0"-15,-35 106-1,35-18 1,1 124-1,-1-107 1,-17-69 0</inkml:trace>
  <inkml:trace contextRef="#ctx0" brushRef="#br0" timeOffset="-141840.19">11395 2681 0,'0'-18'31,"35"71"-15,18 36-1,-35-37 1,-1 37-1,1-54 1,-1-17 0,19 17-1,-19-35 17,1 0 30</inkml:trace>
  <inkml:trace contextRef="#ctx0" brushRef="#br0" timeOffset="-141239.29">12735 2240 0,'0'194'16,"0"-88"0,0 53-1,0-71 1,0-70 0</inkml:trace>
  <inkml:trace contextRef="#ctx0" brushRef="#br0" timeOffset="-140645.51">12682 2752 0,'36'0'62,"-36"35"-46,53-35 0,-53 18-1,17-18 48,1 0-48,-1 0 17,1 0-17,17 0 17,1-53-1,-36 35-16</inkml:trace>
  <inkml:trace contextRef="#ctx0" brushRef="#br0" timeOffset="-92557.45">4727 4780 0,'18'0'141,"-1"0"-126,54 0 1,0 0 15,17 35-15,-35-17-1,35-18 1,0 0 0,0 0-1,0 0 1,1 0 0,-36 0-1,52 0 1,-52 0-1,-17 0 1,34 0 0,-35 0-1,18 0 17,36 0-17,-19 0 1,71 0-1,-70 0 1,-18 0-16,-36 0 16,36 0-1,0 0 63,35 0-62,71 18 0,35-1-1,-70-17 1,-54 18 15,-35 0 47,-17-1-62,17-17-16,1 0 16,-1 0-1,18 18 1,-36-18-1,107 0 1,-71 0 0,-35 0-1,-1 0 32,1 0-31,70 0-1,0 0 1,-17 0 0,17 0-1,-88 18 1,88 17 46,0-35-46,1 0 0,-37 0-1,19 0 1,-53 0 62,17 0-62,0 0-1,18 0 1,0 0 15,-18 35-15,1-35-1,-19 0 1,18 18 0,1-18-1,-19 0 32,1 17-31,17-17-1,-17 0 1,17 0 0,-17 18-1,0 17 1,17-35 0,0 0-1,0 0 1,-17 0-1,35 0 1,0 36 0,-18-36-1,-17 0 1,-1 0 78,1 0-79,0 0 1,-1 0 0,19 0 15,16 0 63,-16 0-63</inkml:trace>
  <inkml:trace contextRef="#ctx0" brushRef="#br0" timeOffset="-64408.58">1993 6826 0,'71'0'110,"440"18"-79,18-18-15,-423 0-1,-70 0 1</inkml:trace>
  <inkml:trace contextRef="#ctx0" brushRef="#br0" timeOffset="-23671.97">10142 9913 0,'36'0'156,"17"0"-124,-1 0 30,19 0-46,-18 0-1,53 0 1,-18 0 0,-35 0-1,-18 0 1,36 0 46,-1 0-46,36 0-16,18 0 16,123 0-1,-212 0 1,53 0 125,71 0-110,194 0 0,-301 0-15,-16 0-16,17 0 15,0 0 1,-1 0-16,37 0 16,-36 0-1,-36-18 1,18 18 15,1 0-15,17-17-16,-18 17 15,53 0 1,71 0 0,-106 0-1,53 0 1,-89 0 15,36 0-15,-18 0-1,36 0 1,53 17 0,17-17-1,-36 18 1,-34-18-1,-36 0 1,18 0 0,18 0-1,-1 0 1,36 0 0,-53 0-16,-18 0 15,36 0 1,52 0 15,-70-18 0,18 18-15,70 0 0,71 0-1,70 0 1,-123 0-1,-142 18 1,19-18 31,140 0-31,-35 0-16,18 0 15,123 0 16,-211 0-31,-19 0 16,1 0 31,36 0-31,122 0-1,-52 0 1,-124 0-16,18 0 15,-18 0 1,18 0 31,0 0-31,35 0-1,18 0 1,-35 0 15,-18 0-15,-18 0-1,0 0 1,-17-35 0,53 35-1,-1 0 1,1 0-1,-36 0 1,-17 0 0,-1 0-1,54 0 1,-18 0 0,-18 0-1,18 0 32,17 0-31,-17 0-1,0 0 1,-17 0 0,34-36 62,-35 36-63,1 0 32,-19 0-31,36 0 15,-35 0 78</inkml:trace>
  <inkml:trace contextRef="#ctx0" brushRef="#br0" timeOffset="-22435.47">9684 11024 0</inkml:trace>
  <inkml:trace contextRef="#ctx0" brushRef="#br0" timeOffset="-20897.79">9719 11007 0,'18'0'63,"35"-18"-48,-1 18 1,1 0 15,53 0-15,18 0 0,-1 0-1,-17 0 1,-35 0-1,34 0 1,-16 0-16,16 0 16,107 18-1,-141-18-15,158 0 16,-141 0 0,0 0-1,1 17 1,16 36-1,-34-53 17,-1 0-17,107 18 1,17-1 0,18 19-1,-54-19 1,-52-17-1,-35 0 1,-18 0 0,35 0-1,71 0 1,-36 0-16,1 0 16,-1 18-16,0-18 15,248 0 1,-177 0-1,-53 0 1,-70 0 15,34 0-15,54 0 0,18 0-1,-89 0-15,18 0 16,88 0-1,-141 0 1,35 0 0,-71 0-16,19 0 15,158-35 1,-53-1 0,-71 36-1,1-17 1,-18-1-1,35-17 17,-17 35-17,17-35 1,88 35 0,-88 0-1,1-18 1,-37 18-1,19-35 1,17 17 0,-17 0-1,-18 18 17,0 0-17,35 0 1,0 0-1,18 18 1,-36 0 31,-17-18-31,-17 0-1,34 0 1,-35 35-16,-17-35 15,53 0 1,-36 0 0,0 0-1,18 0 1,0 18 0,-18-18-16,1 35 15,-19-35 1</inkml:trace>
  <inkml:trace contextRef="#ctx0" brushRef="#br0" timeOffset="-19136.45">20108 9190 0,'53'0'140,"-35"0"-108,0 53-1,-1 88-16,-17-18 17,-35-70-17,-36 53 1,18-53 0,53-18-1,36-35 95,-1 0-95,53-17 1,53 17-1,-123 17 79,17-17-78,-35 18-16,0 17 15,0 0 1,0 18 0,0-17-1,0 52 17,-53 0-17,53-70 1,-17 52-1,17-34 1,-36 16 0,36 19 15,0 17-15,0-35-16,0 0 15,0 18 1,0-18-1,0-36 1,-35 18 31,17-17-31,-17 17-1,0-17 1,17-18-1,1 0 64,-19-53-64</inkml:trace>
  <inkml:trace contextRef="#ctx0" brushRef="#br0" timeOffset="-15899.3">14340 7920 0,'-70'53'47,"-18"106"-32,-71 52 1,53-34 0,18 17-1,17-89 1,54-52 0,17-17-1</inkml:trace>
  <inkml:trace contextRef="#ctx0" brushRef="#br0" timeOffset="-15027.74">13652 8590 0,'0'18'94,"0"141"-63,0-142-31,36 36 32,-36-18-1,35-35-31,0 0 31,1 18-15,17-18-16,17 0 15,36 0 1,-53-35 0,-18 35-1,0-18 17,1-17-17,17 35 1</inkml:trace>
  <inkml:trace contextRef="#ctx0" brushRef="#br0" timeOffset="-11506.51">19262 8961 0,'0'0'0,"-18"0"15,0 0 32,-70 0-31,18 0-1,-19 0 1,54 0 0,18 35 15,-72 71 16,19-1-32,17 1 1,18-53 0,35 18-1,0-18 16,0-18-15,0 36 0,0-19-1,17 37 1,1-36 0,35-18-1,-18 18 1,0-18-1,-17 18 1,70 0 0,-53-53-1,-35 18 1,71-18 0,0 0-1,17-18 1,18-17-1,-71 17-15,0-35 16,0 18 0,-17 35-1,17-53 1,1-18 15,52-70 0,-88 106-15,17 0 0,-17-18-16,18 17 15,-18 19 1,-18-18 0,18-1-1,0 19 16,0-36 32,0-18-32,-52 18 0,52 18 1</inkml:trace>
  <inkml:trace contextRef="#ctx0" brushRef="#br0" timeOffset="-3386.08">12947 11836 0,'35'0'78,"53"0"-47,-35 17-15,18-17-16,423 18 31,-194-18-15,-1 0-1,54 0 1,0 0 0,-18 0-1,-229 0-15,53 0 31,-71 0-31,71 0 32,-124 0-17,141 0 1,-87 18-16,-19-18 16,230 0-1,-88 0 1,-18 17-1,-53-17 1,18 0 0,-18 0-1,53 0 1,88 0 0,-18 0-1,-122 18 1,-19-18-16,124 0 15,-35 0 17,-18 0-17,-106 0 1,-18 0 0,-17 0-1,-17 0 16,52 0-15,0 0-16,18 0 16,158 0-1,-140 0-15,17 0 16,-70 0 0,-36 0 15,88 0-16,89 0 1,53 0 15,-1 0-15,-105 0 0,-71 0-1,-35 0 1,35-35-1,0 35 1,-35 0-16,36 0 16,122 0-1,-70 0 1,53 0 0,36 0-1,-19 0 1,1 0-1,-124 0 1,-70 0 0,17 0 15,36 0-15,87 0-1,54 0 1,0 0-1,-89 0 1,-88 0 0,54 0-1,34 0 1,18 0 0,-17 0-1,-54 0 1,54 0-1,70 0 1,106 0 15,123 0-15,36 0 0,-265 35-16,-53-17 15,-18-18-15,-105 17 16,-1-17-1,36 0 95,36 0-95,-54 0 1,18 0-16,-18-35 16,53 35 46,-35 0-46,18 0-1,-1 0 1,54-18 0,-18 18-1,-18-17 1,0 17 0,-17 0-1,17 0 1,-18 0-1,-17 0 1,-18 0 0,-17 0 15,0 0-15,52 0-1,19 0 1,-19 0-1,1 0 1,-54 0 0,54 0 31,-1 0-32,-34 0 1,-1 0-1,0 0 17,106 0-1,-52 0-15,-54 0-1,-18 0 1,1 0-1,17 0 1,54 0 0,-54 0-1,18 0 1,-18 0 46,-17 0-30</inkml:trace>
  <inkml:trace contextRef="#ctx0" brushRef="#br0" timeOffset="286.94">12823 12894 0,'89'0'32,"-1"0"-17,441 18 17,53-1-17,-335-17 1,-35 36-1,70-19 1,-53-17 0,71 0-1,-35 0 1,-18 0 0,52 0-1,-140 0 1,-35 0-1,-36 0 1,106 0 0,18 0-1,-18 0 17,17 0-17,-70 0 1,-17 0-1,-54 35 1,1-17-16,0 0 16,87-18-1,-70 0-15,124 17 16,-35-17 0,17 0-1,0 0 1,-36 0-1,19 0 1,17 0 0,-35 36-1,-71-36 1,35 0 0,89 0-1,-89 0-15,-34 17 16,87-17-1,-70 0 1,-18 0 0,0 36-1,0-36 1,1 53 0,34-53-1,-52 35 1,52-18-1,18 1 1,36 0 0,-54-18-1,-52 35 17,-19-17-32,37 17 15,-1-35 1,18 18-1,70-18 1,36 0 0,-1 0-1,36 0 1,-35 0 0,-106 0-16,17 0 15,89 0 1,-89 0-16,142 0 15,-89 0 1,-17 0 0,0 0-1,0 0 17,105 0-17,1 0 1,35-53-1,-71 17 1,-158 19-16,-54 17 16,36-36-16,0 36 15,18-52 1,17 52 0,0 0-1,0-36 1,0 1-1,18 17 1,-18-35 0,-35 53-16,53-53 15,-53 53 1,0 0 15,0 0-15,17-35-1,19 0 1,-19 35 0,1-18-1,-36 18 17,-17 0-17,-1 0 1,19 0-1,17 0 1,17 0 0,18 0-1,-35 0 17,-35 0-17,-1 0 1,19 0-1,17 0 1,-36 18-16,19 0 16,-1-18-16,-18 0 15,54 0 1,-71 17-16,18-17 16,17 35-1,18-35 32,17 36-31,-34-36 15,17 0 0,-36 17-15,1-17-1,-18 18 235</inkml:trace>
  <inkml:trace contextRef="#ctx0" brushRef="#br0" timeOffset="2165.5">30515 10795 0,'-17'0'31,"-1"0"16,-35 0-16,18 0-15,-36 0-1,1 0 1,34 0-16,19 0 15,-107 18 1,89-1 0,-53 19-1,70-36 1,-17 17 15,0-17-31,-54 71 16,-16 17-1,69-53 1,-17 0 0,18 1-1,-18 34 1,53-52 0,-53 53-1,36-19 1,-54 37-1,18-1 1,0 0 0,53-35-1,-35-18 1,35-17 0,-35 52 15,35 1-16,0-53 1,0 17 0,0 0-16,17-17 47,19 70-32,17-17 1,52-19-1,-52-16 1,35-1 0,-52-17-16,17-18 15,35 17 1,18-34 15,-18-19-15,-35-17-1,35-17 1,-53 52 0,71-70-1,-71 53 1,1-36 0,17 1-1,-36 34 1,19-34-1,-1-1 1,18-35 0,-36 71-16,-17-18 15,36 0-15,-36-17 16,0 35 15,0-1-15,35 1-1,-35 0 32,0-18-15</inkml:trace>
  <inkml:trace contextRef="#ctx0" brushRef="#br0" timeOffset="23042.41">13458 8661 0,'36'35'62,"17"88"-30,-53-87-17,35 17 1,-17-36 31,34 1-16,54-18 0,53-18 1,-106 1-1,-18-19 0,-35 19 16,18-1 0</inkml:trace>
  <inkml:trace contextRef="#ctx0" brushRef="#br0" timeOffset="23647.31">14287 8149 0,'0'18'47,"-52"35"-31,-19 123-1,-70 0 1,106-105-16,-1 0 15,-17-18-15,36-1 16,-1 1 0</inkml:trace>
  <inkml:trace contextRef="#ctx0" brushRef="#br0" timeOffset="24222.95">13776 8572 0,'0'18'31,"0"70"-15,0-70-16,0 35 16,0 35-1,0-53 63,18-35-46</inkml:trace>
  <inkml:trace contextRef="#ctx0" brushRef="#br0" timeOffset="25656.46">10372 8731 0,'0'0'0,"-36"0"16,19 0-1,-54 88 63,36 1-62,-71-1 15,106-35-15,-53 35 0,18-35-1,35 17 1,0 19-1,0-36 1,0-18 0,0 0-1,35-17 17,-35 17-17</inkml:trace>
  <inkml:trace contextRef="#ctx0" brushRef="#br0" timeOffset="27572.17">10619 8943 0,'70'0'63,"212"0"-48,494 0 1,-70 70-1,-159-70 1,-106 36 0,-141-36 15,-89 0-15,-34 17-1,105-17 1,18 18-1,-36-18 1,-87 18 0,-89-18-1,-53 0-15,1 0 16,69 0 0,1 0-1,53 0 1,17 0-1,1 0 1,-54 0 15,-52 0-15,17 0 0,0 0-1,0 0 1,-35-18-1,141-35 1,-106 35 0,18 1-1,35-18 1,-70 17 0,0 18-1,-36 0 1,-18 0-1,19-35 1,-1 35 15,36 0-15,-19 0 0,54 0-1,-17 0 1,-72 0-16,18 0 15,-17 0-15,0 0 16,35 0 78,-18 0-94,0 0 15,18 0 1,-35 0 0,-1 0-1,1 0 1,0 0 0,35 35 15,-1 18-16,19 35 1,-53-88 0,17 123 31,0-70-32,-35 0 1,0-17-1,18-36-15,-18 70 16,0 18 15,0-52-15,0-1 0,0 0-1,0 0 1,0 1-1,0-19 1,0 19 0,-35-19-1,35 19 17,-53-36-1,-18 17-16,1 36 1,52-35 0,0-1 62,-52-17-31,34 0-32</inkml:trace>
  <inkml:trace contextRef="#ctx0" brushRef="#br0" timeOffset="29161.84">10301 8961 0,'-35'88'31,"-18"0"-15,0-35-1,18 35 1,-1-17 0,19-36-1,-18-17 1,35 70 31,35 35-16,0 1 0,-17-89 1,-18 18-17,35-18 1,0 0-1,18 1 17,-18-19 15,36 19-1,35 34-30,-89-70 0,36 0-1,-17 18 32,-1-18-31,53 17-1,71 1 1,-71-18-16,-35 0 16,35 35-1,-70-35-15,-1 0 16,54 36 0</inkml:trace>
  <inkml:trace contextRef="#ctx0" brushRef="#br0" timeOffset="47727.61">12665 12118 0,'0'18'78,"-18"140"-47,18 54-15,-35-53-1,35-142-15,0 36 16</inkml:trace>
  <inkml:trace contextRef="#ctx0" brushRef="#br0" timeOffset="49703.84">12894 12100 0,'53'0'47,"-35"0"-15,52 0-17,18-35 1,36 35-1,87 0 1,36 0 0,0 18-1,0 35 1,36-1 0,-107-52-1,-17 18 1,-71-18-16,18 35 15,229-17 1,-124-18 0,-52 0-1,-88 0 1,-36 0 15,36 0-15,-1 0-1,1 0 1,35 0 0,-18 0-1,-18 0 1,36 0 0,-18 0-1,71 0 1,-35-18-1,17 18 1,-53-53 0,0 36 15,18 17 0,-88 0-15,158 0-1,-17 0 1,-53 0 0,-1 0-1,54 0 1,35 0 0,35 17-1,-52 1 1,-71-18-1,-89 0-15,19 0 16,-19 0 0,71 0-1,18 18 1,18-18 0,34 0 15,-52 0-16,-18 0 1,-70 0-16,35 0 16,0 0-1,18 17 1,-19-17 0,37 0-1,-1 0 1,18 0-1,-18 0 1,-35 0 0,-18 0-1,0 0-15,-17 0 16,70 0 15,0 0-15,18-35-1,-35 35 1,-18 0 0,17-18-1,1 1 1,-18-18-16,-18 35 16,18 0-16,35 0 15,18-18 1,-71-17-1,36 35 1,-1-36 0,1 36-1,-18-35 17,17 35-1,-70-18-16,18 18 1,0 0 78,17 0-63</inkml:trace>
  <inkml:trace contextRef="#ctx0" brushRef="#br0" timeOffset="53824.31">21696 12153 0,'106'0'78,"652"-17"-47,177 17 0,-547 0-15,-317 0 0,105 0-1,36 0 1,35 0 0,-106 17-16,17-17 15,19 0 1,-89 18-1,-17-18 1,17 0 0,-18 35-1,89-35 1,0 0 0,0 0-1,-36 0 16,-52 0-15,34 0 0,-87 0-16,35 0 15,88 0 1,-35 0 0,-18 0-1,0 0 1,-17 0-1,-18 0 1,35 0 0,-53 0-16,18 0 15,35-18 1,-35 1-16,53 17 16,-71-18-1,1 18 1,17 0-16,88 0 31,-106 0-15,36 0-1,-19 0 1,1 0 0,0 0-1,18 0 1,-18 0-16,-18 0 15,71 0 1,-71 0-16,0 0 16,-17 0 46,88 0-46,-18 0 15,-53 18 16,-17-1-31,17 19-1,1 17 1,17-18-1,-36-17 1,1 17-16,35 35 16,-53 36-1,0 18 17,-18-36-17,18-18 1,-35-34 15,17-1-15,-17 0-1,-18 18 1,0 53 0,0-35-1,35-54 1,1 19 31</inkml:trace>
  <inkml:trace contextRef="#ctx0" brushRef="#br0" timeOffset="79312.5">21078 8414 0,'-17'0'31,"-36"0"-15,-141 35-1,-53 53 1,88 0-16,-17 36 16,-159-18-1,211-53-15,71-36 16</inkml:trace>
  <inkml:trace contextRef="#ctx0" brushRef="#br0" timeOffset="80162.08">19914 8520 0,'-53'52'78,"-35"90"-47,88-107 0,0 0 32,18 0-32,-1-17-15,1-18-1,35 0-15,35 35 16,0-17 0,-17-18-1,-36 0 1,18 0 109,-35 0-109,17 0 30</inkml:trace>
  <inkml:trace contextRef="#ctx0" brushRef="#br0" timeOffset="81663.88">30903 10160 0,'0'0'0,"-106"106"15,-17 88 1,70-124 0</inkml:trace>
  <inkml:trace contextRef="#ctx0" brushRef="#br0" timeOffset="82683.1">30409 10107 0,'0'35'79,"-35"106"-48,35-70-16,0-53 1,18 17 93,70-17-93,18-18 0,-18 0-1,-17 0 1,-54 0 140,1 0-109,17 35-31,18-35-1</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4:15:03.550"/>
    </inkml:context>
    <inkml:brush xml:id="br0">
      <inkml:brushProperty name="width" value="0.05292" units="cm"/>
      <inkml:brushProperty name="height" value="0.05292" units="cm"/>
      <inkml:brushProperty name="color" value="#FF0000"/>
    </inkml:brush>
  </inkml:definitions>
  <inkml:trace contextRef="#ctx0" brushRef="#br0">12841 12083 0,'18'0'156,"88"0"-124,-18 0-17,141-18 1,-35 18 0,53 0-1,-35-35 1,17-1-1,-123 1 1,-36 0 0,19 17-1,16 18 1,19 0 0,17 0-1,-70 0 1,52 0-1,-70 0 17,53 0-17,-36 0 1,1 0 0,17 0-1,-17 0 1,70 0-1,-124 0 1,89 18 0,-70-18-16,34 18 15,71-1 1,-35-17 0,17 18-1,-17-1 1,-35 19 15,-1-36-15,19 35-1,-54-35-15,0 0 16,18 0 0,-18 0-1,18 0 1,18 18-1,17 35 1,-17-53 0,34 0-1,-69 0-15,-1 0 16,36 0 0,-19 0-1,54 0 1,-18 0-1,1 0 17,34 0-17,-35 0 1,-70 0 0,0 0 15,35 0-16,52 0 1,-16 0 0,-19 0-1,-35 0 1,-35 17 15,36-17 32,-1 18-48,18 17 1,-18-35 0,53 18-1,-35-1 1,-35-17 15</inkml:trace>
  <inkml:trace contextRef="#ctx0" brushRef="#br0" timeOffset="8270.04">8431 9031 0,'71'0'188,"88"18"-157,-106-18-15,88 0-1,317 0 1,-281 0-1,17 0-15,-18 0 16,-17 0-16,-18 17 16,-70-17-1,17 0 1,123 0 0,19 0-1,52 71 1,-70-53-1,-1-18 1,-17 0 0,0 0-1,-70 0 1,-1 0 15,-70 35-15,0-35 93,35 0-78,-52 0-31,-1 0 32,53 0-1,0 0-15,-52 0-1,52 0 1,0 0-1,-18 0 1,72 0 0,-37 0-1,-69 0 1</inkml:trace>
  <inkml:trace contextRef="#ctx0" brushRef="#br0" timeOffset="9293.83">15099 9013 0,'35'0'141,"36"0"-126,17 0 1,212 0 0,17 0-1,18-17 1,-52 17-1,-125 0 1,-69 0 0,16 0 77,-16 0-77,-1 0-16,88 0 16,-105 0-1,17 0-15,-53 0 16,-17 0-16</inkml:trace>
  <inkml:trace contextRef="#ctx0" brushRef="#br0" timeOffset="11049.96">21255 8855 0,'0'17'78,"17"-17"-47,19 0 1,105 0-17,-18 0-15,89 0 16,194 0-1,123 0 1,-141 18 0,-18-18-1,-123 0 1,-88 0 0,-18 0-1,-53 0 1,-17 0-1,-18 0-15,-36 0 16,107 0 0,-54 0-1,19 0 1,-36-35 15,17 35-15,1 0-1,17 0 1,-35-18-16,17 18 16,-34-18-1,34 18 1,1 0 0,-54 0-1,19 0 1,-19 0-1</inkml:trace>
  <inkml:trace contextRef="#ctx0" brushRef="#br0" timeOffset="13777.48">11342 10724 0,'53'0'125,"88"-88"-109,194 0 0,106 35-1,123 53 1,230 18 0,-212-1-1,-17 54 1,-389-53-1,-158 17 1,-1-35 0</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4:16:08.748"/>
    </inkml:context>
    <inkml:brush xml:id="br0">
      <inkml:brushProperty name="width" value="0.05292" units="cm"/>
      <inkml:brushProperty name="height" value="0.05292" units="cm"/>
      <inkml:brushProperty name="color" value="#FF0000"/>
    </inkml:brush>
  </inkml:definitions>
  <inkml:trace contextRef="#ctx0" brushRef="#br0">2769 15522 0,'0'35'109,"53"-35"-15,35 18-78,1 0-1,87-18 1,89 0 0,34 0-1,-52 0 1,-123 0 15,-71 0-15,0 0-1,17 0 1,-34 0 0,34 0-1,1 0 1,-1 0-1,36 17 1,0-17-16,-18 0 16,36 0-16,-1 0 15,-70 0 1,17 0 78,54 0-79,-36 0 1,71 0 0,-124 0-16,71 0 15,0 0 1,-36 0-1,36 18 1,-18-18 0,-17 0-1,-18 0-15,-18 0 16,106 0 0,106 0-1,-88 0 1,-53 0 15,-36 0-15,19 0-1,-37 0 1,1 0 0,18 0-1,-18 0 1,17 0-1,1 0 1,-18 0 0,35 0-1,-70 0 1,88 0 0,-36 0-1,54 0 1,-1 0-1,-17 0 17,-36 0-17,-17 0 32,-35 0-31,35 0-16,17 0 15,142 35 1,-124-35-16,1 0 16,-1 0-16,70 0 15,-87 0 1,-36 0 0,-17 0-1,35 0 32,-36 0-31,54 0-1,35 0 1,35 0 0,-70 0-1,-36 0 1,53 0 62,35 0-62,54 0-1,-54 0 1,-87 0-16,34 0 15,-35 0 17,-17 0-17,35 18 48,0-18-48,0 0-15,35 18 16,0-18 0,0 0-1,-35 0 1,-17 0 0,69 0 62,1 0-63,35 0 1,-35 0 0,-18 0-1,-70 0 1,17 0 62,18-18-31,-35 18-16,0 0 94,70 0-94,0-35 1,18-1-1</inkml:trace>
  <inkml:trace contextRef="#ctx0" brushRef="#br0" timeOffset="1656.08">4974 14534 0,'18'0'110,"88"36"-95,-36-36 1,18 0 0,-35 0-16,18 0 15,88 0 1,105-18-1,1 18 17,-18 0-17,-124 0 1,-105 0 0,70 0 62,-53 0-63,106-35 1,-105 35 0,-19 0-1,72 0 48,-54 0-32,-18 0-15,19 0-1,34 0 1,36 0-1,-71 0 1</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4:16:15.990"/>
    </inkml:context>
    <inkml:brush xml:id="br0">
      <inkml:brushProperty name="width" value="0.05292" units="cm"/>
      <inkml:brushProperty name="height" value="0.05292" units="cm"/>
      <inkml:brushProperty name="color" value="#FF0000"/>
    </inkml:brush>
  </inkml:definitions>
  <inkml:trace contextRef="#ctx0" brushRef="#br0">4974 3739 0,'18'0'172,"17"0"-156,0 0-1,1 0 1,-19 0 0,54 36 15,-54-36-16,36 0 1,18 35 0,17-35-1,53 0 1,106 0 15,-35 0-15,-89 0-16,18 0 15,-105 0 1,-19 0 0,72 0 31,-37 0-32,54 0 1,106 0-1,-89 0-15,-17 0 16,106 0 0,-142 0-16,19 0 15,-54 0 17,18 0 46,0 0-63,-18 0-15,36 0 16,-54 0 0,54 0-1,-36 0 1,18 0-1,0 0 1,35 0 0,0 0-1,-52 0 1,17 0 0,-1 0-16,1 0 15,-17 0 1,-1 0-1,0 0 48,36 18-47,35 17-1,-71-35 1,177 18-1,-177-18 1,18 0 78,53 0-79,-89 0-15,1 0 16,17 0 0,0-18-1,-17 18 95,53 0-95,-1 0 1,-17 0 15,-35 0-15</inkml:trace>
  <inkml:trace contextRef="#ctx0" brushRef="#br0" timeOffset="2668.3">5345 4780 0,'35'0'63,"18"0"-48,53 0 1,-18 35-1,53-17 1,-35 0 0,88-1-1,-18-17 1,-17 18 0,0-18 15,-54 0-16,-34 0 1,-53 0 0,17 0-1,0 0 1,1 0 0,34 0-1,18 0 1,0 0-1,-17 0 1,-18 0-16,-18 0 16,18 0-1,-35 0 1,-1 18 0,19-18 15,34 0-16,1 0 1,140 0 0,-140 0-1,-53 0 1</inkml:trace>
  <inkml:trace contextRef="#ctx0" brushRef="#br0" timeOffset="4203.39">20144 4604 0,'17'0'31,"54"0"0,-18 17-15,0 36 0,-36-17 15,36 34-16,-53 1 1,0-36 0,-35 53-1,17-70-15,-35 35 16,0-18-16,18 18 16,-53-53-1,53-18 32,17 18-31,0-53-16,1 0 15,-19 36 1,19-89 0,17 35 15,17 1-31,36-1 31,53 18-15,-35-17-1,35 52 1,-18 18 0,-35-17-1,17-19 1</inkml:trace>
  <inkml:trace contextRef="#ctx0" brushRef="#br0" timeOffset="4893.51">21272 4357 0,'-88'53'78,"-35"123"-46,88-123-32,-54 88 31,54-70-16,17-18 1,18 35 0,0-53-1,36 36 1,-1-36 0,18 71-1,0-36 1,53-17-1,-18-18 1,-35-17 0,-18-18 46</inkml:trace>
  <inkml:trace contextRef="#ctx0" brushRef="#br0" timeOffset="5475.22">21802 4639 0,'0'18'31,"0"123"-15,0 70 0,0-140-1,0 17 1</inkml:trace>
  <inkml:trace contextRef="#ctx0" brushRef="#br0" timeOffset="6082.61">22454 5009 0,'18'0'15,"0"0"1,17 0 0,0-35-1,-17 35 1,17-17 15,36-1-15,-36 18-1,18-18 1,-18 18 0</inkml:trace>
  <inkml:trace contextRef="#ctx0" brushRef="#br0" timeOffset="7108.6">23442 4727 0,'35'0'109,"18"106"-78,-53-53-15,18 35 0,-18-35-16,0-35 15,0-1-15,-35 36 16,-71 18 0,71-71-1,-1 0 16,-52-53-15,53-35 0,-18-18-1,35 53-15,18-35 16,0 17 0,0-17-1,0 17 1,18 36 15,35-18-15,-18 36-1,18-19-15,0 19 16,-18 17-16,18 0 16,88-53-1,-123 35 1,17 18-1,0 0 17</inkml:trace>
  <inkml:trace contextRef="#ctx0" brushRef="#br0" timeOffset="7695.99">23777 4180 0,'18'18'94,"17"123"-78,-17 36-1,-18 34 1,0-123-16,0-17 15,0 158 1,0-193 0,-36 16-1,19-52 1,17 18 0</inkml:trace>
  <inkml:trace contextRef="#ctx0" brushRef="#br0" timeOffset="8998.52">20443 5662 0,'18'0'31,"17"0"0,54 0 1,-54 0-32,0 0 15,265 0 1,-194 0-16,35 0 16,106 0-1,35 0 1,53 53-1,0-18 1,-70-17 0,-71 17-1,-106-35-15,-35 0 16,71 0 0,-36 0-1,18 0 1,-18 0-1,-18 0 17,1 0-17,-36 0 1,-17 0 31,35 0-32,-18 0 1,18 0 0,-18-35 93</inkml:trace>
  <inkml:trace contextRef="#ctx0" brushRef="#br0" timeOffset="15839.48">5715 9807 0,'18'0'187,"70"35"-171,-35 1 0,0-19-1,0-17-15,52 0 16,125 53 0,-124-53-16,-36 0 15,106 0 1,-123 0-1,0 0 64,36 0-64,-19 0-15,18 0 16,0 18-1,-35-18-15,-17 18 16,52-18 0,-71 0-1,19 0 1,-19 0 0,19 0-1,34 0 1,18 0-1,-70 0-15,17-18 16,18 18-16,0-18 16,-35 18-1,35 0 1,-36-17 15</inkml:trace>
  <inkml:trace contextRef="#ctx0" brushRef="#br0" timeOffset="17563.95">9313 9842 0,'0'0'0,"89"0"15,34 0 1,53 0-1,-52 0 1,-36 0 0,-35 0-1,35 0 1,0 0 15,1 0-15,52 0-1,-36 0 1,-34 0 0,35 0-1,-18 0 1,0 0 0,-17 0-1,17 18 1,0-18-1,-35 0 1,-18 0 0</inkml:trace>
  <inkml:trace contextRef="#ctx0" brushRef="#br0" timeOffset="19202.43">6138 10954 0,'36'0'93,"-1"0"-77,0 0 0,53 17-1,36-17 17,193 0-17,-193 0 1,87 0-1,1 0 1,-159 36 0,35-36-1,-17 17 1,-36-17 0</inkml:trace>
  <inkml:trace contextRef="#ctx0" brushRef="#br0" timeOffset="20466.86">8996 11042 0,'17'0'109,"36"0"-93,88-18-1,71-52 1,35 34 0,-35 36-1,-18 0 1,-71 0-1,-70 0-15,0 0 16,35 0 0,-70 0-16,52 0 15,-34 0 1,-1 0 0,18 18 15,35-18-16,-17 0 1,-18 18 0,0-18-1,-18 0 32,0 0-31,0 0 218</inkml:trace>
  <inkml:trace contextRef="#ctx0" brushRef="#br0" timeOffset="23012.54">11060 14058 0,'17'0'94,"18"0"-78,1 0-1,34-35 1,230 35 15,-212 0-15,18 0-16,-53 0 16,18 0-1,-54 0 1</inkml:trace>
  <inkml:trace contextRef="#ctx0" brushRef="#br0" timeOffset="25543.32">17180 9931 0,'0'35'94,"0"71"-79,-53-18 1,53 18 0,0-18-1,0 0 1,0 0-1,36-88 79,-19 0-78,71-88-16,-17 35 15,35-17 1,-71-1 0,-17 36-1,-18 0 1,35-1 0,-17-17-1,-18-17 1,17 52-1,-17 1 1,0-1 15,0 0-15,0 1 0,0-19 15,0 54 78,0 158-78,0-52-15,0-89 0,36 53-1,-36-70 1,17 17-16,19 1 16,34-36 140,-17-18-141,-18-35 1,1 53 15,-1-35-15,-18-1 0,19-16-1,-19-37 1,-17 72-16,0-19 15,0-34 1,0 17 0,0 18-1,0-18-15,0 17 16,0-34 0,0 52-1,0-17 1,0 0-1</inkml:trace>
  <inkml:trace contextRef="#ctx0" brushRef="#br0" timeOffset="28611.39">18186 9155 0,'17'35'63,"19"177"-32,-36-107 0</inkml:trace>
  <inkml:trace contextRef="#ctx0" brushRef="#br0" timeOffset="29070.12">18045 9313 0,'17'0'63,"36"0"-32,-35 0-15,-1 0-1,1 0 16,0 0 16</inkml:trace>
  <inkml:trace contextRef="#ctx0" brushRef="#br0" timeOffset="29558.54">18768 10319 0,'17'0'31,"-17"17"-15,18-17 0,70 0 15</inkml:trace>
  <inkml:trace contextRef="#ctx0" brushRef="#br0" timeOffset="30019.97">18750 10566 0,'53'0'140,"0"0"-124,53 0 0,-36-18-1</inkml:trace>
  <inkml:trace contextRef="#ctx0" brushRef="#br0" timeOffset="31335.81">19685 9948 0,'-35'36'62,"35"34"-46,0 18 0,0 53-1,0-52 1,35-54 15,0-35 32,18-18-48,0-17-15,-53 17 16,18-35-16,17 36 16,-17-124-1,17 70 1,-35 36-1,18 35 1,-18-35 0,17 70 140,1 124-140,17 17-1,-17 53 1,-1-140-1,19-37 1,-36-34 0,53-53 15,0-53 0,-18-54-15,-35 1-1,35 71 1,-17-36 0,-18 18-1,0 53 1,0-1-16,0 1 16,0-36-1,-18 54 1,18-1-1,0 0 1,-18 18 31</inkml:trace>
  <inkml:trace contextRef="#ctx0" brushRef="#br0" timeOffset="31859.98">20884 10742 0,'36'0'32,"-19"0"-17,1 0 1,0 0 0,17 0-1,0 0 1,0-35 15,-17 35 47</inkml:trace>
  <inkml:trace contextRef="#ctx0" brushRef="#br0" timeOffset="33079.83">21572 10389 0,'18'0'78,"35"0"-63,-18-17 17,18 34-17,-18 89 1,-35-35 0,0 35-1,0-36 1,-17-35-1,-19-35 48,36-88-32,0 53-31,0-53 16,0-53-1,53 123-15,-35-17 16,35-18-16,-53 17 16,18 19-1,34 105 95,1 177-79,-53-36-15,0-159 15,18 89-16,0-53 1,17-88 0,71-1 31,0-105-32,-1-18 1,-69 71-1</inkml:trace>
  <inkml:trace contextRef="#ctx0" brushRef="#br0" timeOffset="34399.18">22966 9701 0,'0'-17'62,"35"17"-15,89 141-16,-54 159 1,-70-106-1,0-106-31,0 0 15,0 53 1,0-35 0,-18-35-1,-87 34 1,16-69 0,54-36-1,18 0 1,-19-36-1,-52-52 1,53 18 0,17-1-1,1 1 1,17 34 0,0-17 15,0 0-16,35 18 1,18 0 0,17 0-1,-17 35 1,0 0 0,-35 0 30,-1 0-14,1 0-17</inkml:trace>
  <inkml:trace contextRef="#ctx0" brushRef="#br0" timeOffset="35262.51">23760 9895 0,'0'53'62,"-18"106"-46,-53 88 0,18 0-1,36-88 1,17-89-1,0-52 17,141-18 30,106-18-31,-141 1-31,-71-19 16,36 19 0</inkml:trace>
  <inkml:trace contextRef="#ctx0" brushRef="#br0" timeOffset="35883.31">22966 11112 0,'70'0'125,"477"0"-94,-300 0-15,18 0-16,-36-17 15,283-54 1,-160 36 0,-281 0-1,-36 35 1</inkml:trace>
  <inkml:trace contextRef="#ctx0" brushRef="#br0" timeOffset="36717.87">23830 11307 0,'35'0'94,"1"52"-79,70 37 1,-71-36 0,-18 17-1,1 36-15,17 106 31,-35-124-31,0 0 16,-123 141 0,123-211-1,-141-18 1,88 0 0,0-18-1,18-52 1,17-18-1,18 17 1,0 36 0,18-71-1,70 53 1,35 0 0,-52 35-1,-1 18 1</inkml:trace>
  <inkml:trace contextRef="#ctx0" brushRef="#br0" timeOffset="37615.94">24289 11677 0,'35'18'47,"-35"70"-32,0 71 16,0 52-15,0-52 0,35-89-1,36-140 32,-36 17-31,18-141-1,-35 53 1,-18 106 0,0-1-1,35 72 48,-17 69-48,-1-16 17,19-36-17,-19-53-15,71-36 32,-52-17-17,-1-158 1,18-19-1,-36 36 1,-17 141 0,0 36 15,0-1 0</inkml:trace>
  <inkml:trace contextRef="#ctx0" brushRef="#br0" timeOffset="46056.97">2999 17039 0,'53'0'125,"88"35"-110,35 1 1,36-19 0,70 1-1,18 0 1,-36-18-1,1 35 1,-53-35 0,-54 0-1,-69 0 1,122 0 0,-87 0-1,140 0 1,18 0-1,-176 0 1,0 0 0,18 18-1,34-18 1,-52 0 0,18 0-1,-36 17 1,-18-17-1,-34 0-15,52 0 16,0 0 0,0 0-1,0-17 17,18 17-17,0 0 1,35 0-1,-17 0 1,34 0 0,-87 0-16,35 0 15,-36 0 1,36 0 0,-18-36-1,18 36 1,-18 0-1,1 0 17,-1 0-32,-70 0 15,17 0-15,18 0 32,17-17-17,1-1 1,35 0-1,-53 18 1,-18-35 0,0 35-1,-17 0 1,35 0 0,0-53-1,52 18 1,-69 35-16,17-18 15,0 18 1,-36 0 0</inkml:trace>
  <inkml:trace contextRef="#ctx0" brushRef="#br0" timeOffset="48610.77">3140 18009 0,'17'0'47,"19"18"-16,52 0 0,-53-18-15,71 0-1,-53 0 1,53 0 0,52 0-1,-34 0-15,17 0 16,282 0 0,-158 0-1,-71 17 1,-35 18-1,-71-35 1,-18 0-16,19 0 16,16 0-1,-16 36 1,-36-36 15,88 35-15,-53-17-1,-35-1 1,17 1 0,1-18-1,17 18 1,-35-18-16,18 0 16,-1 17-1,-17-17-15,-18 0 16,54 0-1,16 0 1,-34 0 0,17 0-1,-17 0 17,35 0-32,-36 0 31,-17 0-31,-18 0 15,53 0 1,-52 0-16,-1 0 16,18 0-1,0 0 1,35 0 0,0-17-1,106-72 1,36 36-1,-19 1 1,-70-1 0,-17 17-1,-89 36-15,0-17 16,18-1 15,35-17-15,-17 0-1,17 17 1,-17-17 0,17 17-1,-17-17 1,-54 35 0,18 0-1,1 0-15,-19 0 16,1 0-16,35 0 31,17 0-15,19 35-1,52-17 17,-35 35-17,-53-53 1,-18 35-1,53-35 1,-70 0 0,17 35-1,-17-35 1,-1 0 31,1 0-32,17 0 1,0 0 0,-17 0-1</inkml:trace>
  <inkml:trace contextRef="#ctx0" brushRef="#br0" timeOffset="56028.14">10354 16492 0,'18'53'203,"52"106"-172,-70-88-15,35-1 0,-35-17-16,18-18 15,0 89 1,-18-107-1,0 19 1,0-1-16,0-17 16</inkml:trace>
  <inkml:trace contextRef="#ctx0" brushRef="#br0" timeOffset="57390.05">9842 16722 0,'18'0'109,"17"0"-93,36 0 0,52 0-1,19 0 1,69 0 0,-52 0-1,-88 0 1,-54 0-1</inkml:trace>
  <inkml:trace contextRef="#ctx0" brushRef="#br0" timeOffset="58681.43">10107 16545 0,'-35'18'125,"-18"17"-110,35 18 1,-35-35-1,36-1 1,17 1 250,35-18-251,0 35-15,36-17 16,88 17 0,-54-17-1,-87-18 1</inkml:trace>
</inkml:ink>
</file>

<file path=ppt/ink/ink1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4:17:31.081"/>
    </inkml:context>
    <inkml:brush xml:id="br0">
      <inkml:brushProperty name="width" value="0.05292" units="cm"/>
      <inkml:brushProperty name="height" value="0.05292" units="cm"/>
      <inkml:brushProperty name="color" value="#FF0000"/>
    </inkml:brush>
  </inkml:definitions>
  <inkml:trace contextRef="#ctx0" brushRef="#br0">6297 8378 0,'18'0'78,"35"18"-62,0 17 15,70-35-15,-52 0-1,87 0 1,54 0 0,-159 0-1,35 0 1,-70 0-1,35 0 64,17 0-64,36 0 1,-53 18-1,18-18 1,34 0 0,-87 0-16,17 0 15,-17 0 1,0 0-16,158 0 62,247 0-30,-246 35-1,-160-35-15,36 0-1,53 0 1,-18 0-16,124 0 15,-71 18 1,-53-18 0,-53 0-1,-17 0 32,17 0-31,212 0-1,-70 0 1,-71 0 0,-71 0 15,18 18 31,0-18-46,70 0 0,1 17-1,-36-17-15,71 0 16,140 18 0,-246-1-1,18 19 1,-36-54-16,-35 36 15,106-18 32,0 0-15,106 0-17,-1 0 1,36 0-1,-123 0 1,-71 35 0,-36-35-1,18 0 48,124 0-48,53 0 1,158 0 0,-211 0 15,-36 0-15,-52 0-1,17 0 1,0 0-1,-35 0 1,18 0-16,17 0 16,124 0-1,141 0 1,-265 0 0,-18 0-16,36 0 15,-53 0 1,-18 0-1,-17 0 1,53 0 0,-36 0 15,0 0-15,71 0-1,-36 0 1,-17 0-1,0 0 1,35-18 0,-35 18-1,36-35 1,16 17 0,-16 18-1,-36-35-15,-1 18 16,37-19-1,-1 36 1,-35 0 0,-18 0 15,0 0-15,36 0-1,-53 0-15,52 0 16,36-17-1,-18 17 1,-53 0 0,18-36-1</inkml:trace>
  <inkml:trace contextRef="#ctx0" brushRef="#br0" timeOffset="42347.42">11959 6932 0,'-17'88'78,"-54"124"-47,-17-124-15,88-53-1</inkml:trace>
  <inkml:trace contextRef="#ctx0" brushRef="#br0" timeOffset="43061.75">11659 7091 0,'18'0'78,"0"17"-63,17 19-15,-35-1 16,35 53 0,-17-53-1,-18 1 1,35-1-1,-35 0 1,53-17 93,106-18-77,-106 0-32,-18 0 15,53-35 1</inkml:trace>
  <inkml:trace contextRef="#ctx0" brushRef="#br0" timeOffset="43615.17">14093 6914 0,'-35'36'32,"0"-1"-17,-36 71 1,1 17 0,35-17-1,-18-35 1,17-71-16</inkml:trace>
  <inkml:trace contextRef="#ctx0" brushRef="#br0" timeOffset="44278.42">13670 7126 0,'0'35'63,"0"36"-48,0-18 1,0 35 0,0 0-1,0-35 16,35-53-15,-35 18 15,53-18-15,-17 17 0,34-17-1,-35 0-15,36-17 16,0-18-1,-54 35 17</inkml:trace>
  <inkml:trace contextRef="#ctx0" brushRef="#br0" timeOffset="44824.05">15416 6862 0,'0'35'47,"-88"124"-32,18-1 1,34 1 0,36-124-1</inkml:trace>
  <inkml:trace contextRef="#ctx0" brushRef="#br0" timeOffset="45873.52">15169 7073 0,'0'18'78,"0"-1"-62,0 36-16,18-35 15,0 88 1,-18-71-1,35 0 1,-35 1 47,18-36-32,17-18 0,106-70 0,-123 88-15,-1-18 15,19 18 0,-19-17-15,18-19 0,-17 36 77</inkml:trace>
  <inkml:trace contextRef="#ctx0" brushRef="#br0" timeOffset="71842.53">9437 9737 0,'17'0'140,"36"0"-124,106 0-1,106 0 1,-89 0-16,53 0 16,336 0-1,-71 0 1,-124 0 0,-88 0 15,-211 0-31,-18 17 15,70 19 1,-70-19 0,-18-17-16,36 18 15,53-1 1,52-17 0,71 0-1,-35 0 1,-1 0-1,-87 0 1,-54 0 0,-17 0-16,0 0 15,71 0 1,-36 0 15,123 36 0,-52-19-15,-18 19 0,-53-36-1,1 0 1,-36 17-16,-1-17 16,1 0-1,-17 0 1,-1 0-1,71 18 1,-71-18 0,18 0-16,0 0 15,-18 0 1,18 0 0,88 0-1,-70 0 16,-54 0-31,19 0 16,-1 0-16,0 0 16,18 18-1,-18-18 1,1 0 0,34 0-1,-17 0 1,0 0-1,35 0 1,-70 0 0,0 0-1,-1 0 32,1 17-31,17-17 234,-17 0-203,-1 0-16</inkml:trace>
  <inkml:trace contextRef="#ctx0" brushRef="#br0" timeOffset="73118.05">13194 9507 0,'0'71'125,"0"176"-109,0-159 0,0 36-1,0-19 1,0-52-1</inkml:trace>
  <inkml:trace contextRef="#ctx0" brushRef="#br0" timeOffset="73824.55">13247 9490 0,'-53'0'32,"-35"70"-17,-1-17 1,37 35 15,-1-70-15,53 0-1</inkml:trace>
  <inkml:trace contextRef="#ctx0" brushRef="#br0" timeOffset="74279.92">13176 9507 0,'18'0'63,"0"0"-48,17 18 1,35 35 0,-34 53-1,52-18 1,-88-53 0</inkml:trace>
  <inkml:trace contextRef="#ctx0" brushRef="#br0" timeOffset="75262.2">14305 9543 0,'0'70'16,"0"283"31,0 0-16,0-265 0</inkml:trace>
  <inkml:trace contextRef="#ctx0" brushRef="#br0" timeOffset="75881.55">14340 9613 0,'-17'0'16,"-142"124"15,106-36-15,-35-53-1,88-17 1,70-54 62,-70 1-78</inkml:trace>
  <inkml:trace contextRef="#ctx0" brushRef="#br0" timeOffset="76201.73">14323 9578 0,'53'0'62,"-18"0"-46,18 18-1,17 52 1,1-35 0,-36 1-1,1-36 1</inkml:trace>
  <inkml:trace contextRef="#ctx0" brushRef="#br0" timeOffset="76780.69">15628 9790 0,'18'105'31,"-18"72"-15,0 34-1,0-122-15,0-1 16,0-35 15</inkml:trace>
  <inkml:trace contextRef="#ctx0" brushRef="#br0" timeOffset="77230.78">15681 9966 0,'-18'0'31,"-17"71"-15,-18 34 0,53-87-1,35-89 110,1-17-125</inkml:trace>
  <inkml:trace contextRef="#ctx0" brushRef="#br0" timeOffset="77524.35">15787 9807 0,'0'0'0,"35"18"78,-17-18-62,17 106-1,36-36 1,-54-34-1</inkml:trace>
  <inkml:trace contextRef="#ctx0" brushRef="#br0" timeOffset="102465.53">6421 12612 0,'35'0'390,"18"0"-327,-53 17-48,35-17 1,18 36 0,53-36-1,-18 0 1,-35 0-16,0 0 15,158 0 1,-87 0-16,-1 0 16,142 0-1,-177 0 1,18-18 109,-18 0-109,-17 18-1,52 0 1,54 0-1,-107 0 1,18 0 0,1 0-1,-19 0 1,1-52 0,17 16 15,0 36-16,18 0 1,-53 0 0,0 0-1,17 0 1,-52 0 0,105 0-1,-70 0 1,53 0-1,0 0 1,0 0 0,-18 0-1,0 0 1,-35 0 0,35 0 15,1 0-16,-19 0 1,18 0 0,-17 0-1,70 0 1,-53 0 0,-17 0-1,-36 0 1,106 18-1,0-18 1,71 0 0,-18 18-1,18-18 1,-18 0 15,-36 35-15,-140-35-1,88 35-15,53 0 16,-71-35 0,159 53-1,0-35 1,-142-18-16,54 0 16,0 18-1,-88-18 1,175 17-1,-157-17 1,175 35 0,-176-17-1,142-18 1,-142 18 0,-18-18 15,19 0-16,17 0 1,-36 17 0,36-17-1,70 0 1,-17 18 0,-71-18-16,-17 18 15,123 17 1,-106-35-1,0 0 1,18 0 0,-18 0-1,0 18 1,18-18 0,-18 0-1,-35 0 16,36 0-15,-37 0 0,19-53-1,0 53 1,-18-18 0</inkml:trace>
  <inkml:trace contextRef="#ctx0" brushRef="#br0" timeOffset="105457.19">20443 11818 0,'36'0'78,"87"71"-47,-88-1 0,-17-17 16,0-53-31,35 35 0,-18-35-1,-35 18 1,88-71 31,36-70-16,-71 34 0,-53 72 16,0-1 0,0 0-31,0-17 15,-36 88 109,36 124-108,0-125-17,-35 125 1,-18-71 0,35 17-16,-70 212 15,35-105 1,36-54-1,-1-105 1,18-54 0,-18-17 31,-35-17-32,-35-36 1,71-18 15,-1 18-15,18-35-1,0 53 1,53-54 0,35-34-1,71 0 1,-141 87-1,-1 1 1,18 0 0</inkml:trace>
  <inkml:trace contextRef="#ctx0" brushRef="#br0" timeOffset="106127.83">21325 12153 0,'36'0'94,"17"0"-79,17 0 1,89-17 0,-36-1-1,-105 18 1,0-18-1</inkml:trace>
  <inkml:trace contextRef="#ctx0" brushRef="#br0" timeOffset="106731.53">22472 11571 0,'-35'35'31,"-54"89"-15,89-54-16,0 1 16,0 141-1,0-124 1,18-35 0,-18-18-1,53 0 1,18-35-1,-19 0 17,-16 0-32,34-17 15,-70-19-15</inkml:trace>
  <inkml:trace contextRef="#ctx0" brushRef="#br0" timeOffset="107181.54">22190 12030 0,'0'0'16,"17"0"-16,36-53 16,35 35-1,-52 1-15,34 17 16,-17 0-16,-35 0 16,141-18-1,-159-17 1</inkml:trace>
  <inkml:trace contextRef="#ctx0" brushRef="#br0" timeOffset="107548.8">22860 11606 0,'71'89'15,"-19"34"17,-34-52-17,-18 70 1,-35-53 0,-36-18-1,1-17 1,-160 18-1</inkml:trace>
  <inkml:trace contextRef="#ctx0" brushRef="#br0" timeOffset="108080.83">20126 11695 0,'0'17'15,"0"213"1,88 87 0,-53 36-1,54-142 1,-1-69-1,18-54 1,-89-88-16</inkml:trace>
  <inkml:trace contextRef="#ctx0" brushRef="#br0" timeOffset="109170.66">23671 11077 0,'36'0'31,"-1"0"32,-17 35-47,-18 54-1,-89 17 1,19-18-1,35-71 32,123-17 16,18 0-48,141 0 1,-89-17 0,-105 17-1</inkml:trace>
  <inkml:trace contextRef="#ctx0" brushRef="#br0" timeOffset="126610.09">16704 15593 0,'18'0'94,"17"17"-63,-17-17-15,17 18 0,71-18-1,-18 0 1,0 0-16,36 0 15,105 0 1,18 0 0,-71 0-1,-17 0 1,53 0 0,87 0-1,-87 0 1,-35 0-1,-107 0 1,18-18 15,-52 18-31,-1 0 16,53 0 0,177 0-1,-124 0-15,0 0 16,18 0-16,-36 0 15,106 0 1,-211 0 0,53 0-1,17 0 1,0 0 0,71 0-1,17 0 1,-70 0-1,-36 0 1,19 0 15,52 0-15,-35 0 0,-36 0-1,1 0 1,17 0-1,0 0 1,0 0 0,0 0-16,36 0 15,176 0 1,-89 0 0,-140 18-1,-18 0-15,0-18 78,194 0-62,-141 0 0,123 17-1,-106-17 1,-52 0 46,211 0-30,-70 0-1,-159-17 0,70-19 0,-35 36-15,1 0 0,-19 0-1,18 0 1,54 0-1,-54 0 1,-18 0 0,18 0-1,-52 0 1,-1 0 0,0 0-1,-17 0-15,17 0 16,36 0 15,-1 0-31,1 0 31,-18 0-15,0 0 0,-36 0-16,1 0 15,17 18 1,18 17-1,0-35 1,-18 0 0,1 0-1,-1 0 1,18 36 0,0-36-1,-18 17-15,18-17 16,0 0-1,-35 0 1,17 0 15,0 0-15,0 0 0,18 0-1,-17 0 1,-1 0-1,0 0 1,-35 36 0,35-36-1,-17 0 1,0 0 15,-1 0-15,1 0 171,0 0-62</inkml:trace>
  <inkml:trace contextRef="#ctx0" brushRef="#br0" timeOffset="130058.37">10160 15663 0,'53'18'47,"-18"-18"-31,18 0-16,-18 0 31,1 0-31,87 18 16,-35-18-1,1 0-15,52 0 16,300 0-1,-142 0 1,-52 0 0,-35 0-1,0 0 1,-124 0 0,88 0-1,71 0 1,-17 0-1,-19 0 1,-52 0 0,-88 0-1,-54 0 17,160 0 14,-89 0-30,123 0 0,19 0-1,-36 0 1,-88 0 0,-71 0-1,-17 0 1,-1 0-16,36 0 31,0 0-15,35 0-1,0 0 17,18 0-17,-35 0 1,-36 0 46,18 0-46,-35 0 0,17 0-1,-17 0 1,17 0 46,0 0-46,0 0 15,1 0 47,-19 0-62</inkml:trace>
  <inkml:trace contextRef="#ctx0" brushRef="#br0" timeOffset="192537.44">6350 15699 0,'53'0'109,"-18"0"-93,71 0-1,-35 0 1,17 0-1,53 0 1,-35 0 0,-18 17-1,0-17 17,0 0-17,0 0 1,-17 0-1,-36 0-15,1 0 16,52 0 0,-18 0-1,54 18 1,-36 0 0,35-1-1,-34 18 1,17-35-1,-106 36 1,35-36 0,-18 0-16,1 0 31,0 0-31,-1 0 0,1 0 31,17 0-15,-17 0 15,17 0-15,18 0-16,0 0 15,212 0 1,-124 0 0</inkml:trace>
  <inkml:trace contextRef="#ctx0" brushRef="#br0" timeOffset="-210792.85">6350 16739 0,'88'0'109,"89"0"-93,34 0 0,-70 0-1,-52 0 1,-72 0 281,36 0-282,-35 0 1,17 0 0,0 0-1</inkml:trace>
  <inkml:trace contextRef="#ctx0" brushRef="#br0" timeOffset="-208202.23">8484 16598 0,'71'35'78,"70"-17"-62,335-18 0,142 53-1,52-35 1,35 17 0,-440-35-16,-53 0 15,-71 0-15,-18 0 16,124 0-1,-159 0-15,36 0 16,-36 0 0,18 0-1,300-18 1,-195 18 0,-123 0-1,-35 0 1,88 0 31,71 0-32,-71 0-15,-17 0 16,140 0 0,-193 0-16,17 0 15,0 0 1,0 0-1,1 0 1,-1 0 0,123 0-16,19 0 31,-36 0-15,-35 0-1,-89 0 1,18 0-1,71 0 1,-53 0 0,317 71-1,-123-71 1,-212 0 0,18 0-1,-18 0 1,124 0 15,-89 0-31,266 0 16,-231 0 15,-105 0-15,-18 0-1,-35-35-15</inkml:trace>
  <inkml:trace contextRef="#ctx0" brushRef="#br0" timeOffset="-191350.22">16087 16810 0,'0'0'0,"194"17"15,35 1 1,106 17-1,-88-35 1,-176 0 0,17 0 15,18 0-15,194 0-1,317 18 16,-159 35-15,1-35 0,-88-18-1,-177 0 1,-142 0 0,-34 0-16,0 0 15</inkml:trace>
  <inkml:trace contextRef="#ctx0" brushRef="#br0" timeOffset="-190573.78">20955 16951 0,'0'0'0,"88"0"15,71 0 1,-53 0-1,-18-18 1,-17 18 0,17 0-1,35 0 1,54 0 0,-19 0-1,19 0 1,34 0-1,1 0 1,35 0 0,-159 0-1,71 0-15,-53 0 32,-36 18-17,-17-18 1,0 0-1,0 0 1,35 18 0,0-1-1,-52-17-15,17 0 16,229 36 0,-123-19-1,-54 18 1,-69-17-1,17-18 1,0 18 0,-1-1-1,-16-17 17,34 0-17,-52 0-15,0 18 16,-1-18-1</inkml:trace>
  <inkml:trace contextRef="#ctx0" brushRef="#br0" timeOffset="-142287.95">8467 6456 0,'17'0'313,"36"0"-297,0 17-1,-35-17 1,-1 0-16,1 0 15,35 18 1,0-18 0,17 0-1,-17-35 17,0 35-17,-17 0 1,-1 0-1,18 0 1,17 0 0,-17 0-16,18 0 15,17 0 1,0 0 0,-17 0-1,35 0 1,-36-35-1,18 35 1,0 0 0,-52 0-16,17 0 31,17 0-15,-17 0-1,-18 0 1,1 0-1,-1 0 32,18 0-31,17 0 0,1 0-1,-53 0 1,-1 0 62,1 0-62,17 0-1,-17 0 1,17 0-1,0 0 1,1 35 31,-19-35-31,1 0-1</inkml:trace>
  <inkml:trace contextRef="#ctx0" brushRef="#br0" timeOffset="-135941.28">7638 4410 0,'17'17'94,"142"36"-79,-53-35 1,106-18 0,-124 0-1,0 0 1,-35 0-1,17 0 1,-34 0-16,-1 0 16,106 0-1,18-53 1,35 18 0,-88 35-1,-71 0 16</inkml:trace>
  <inkml:trace contextRef="#ctx0" brushRef="#br0" timeOffset="-127278.7">23883 5486 0,'0'53'93,"0"-18"-77,0 106 0,0-70-1,0-1-15,0-17 16,0 0-16,0 0 15,0 35 1,0-17-16,18-1 16,17 142-1,-17-89 1,-1 1 0,-17-1-1,18-35 1,0-17-1,17 17 1,0 18 0,0-18 15,-35-35-31,18-35 16,35 52-1,0 1 1,-18-1-1,18 36 1,-18-18 0,18 1-1,0-19 1,-35-35 0,17 18-1,0-17 1,1 17-1,-19-18-15,36 0 16,71 71 0,-54-71-1,36 18 17,-71-35-17,36 17 1,-1-35-1,-34 0 1,52 35 0,0-35-1,-17 0-15,34-17 16,-16-19 0,-19 19-1,-17-36 1,18 0-1,35 0 1,-1-35 0,-34 53 15,35-54-15,-36 19-1,1-1 1,-36 1-1,0 34-15,1-69 16,-19 16 0,19 1-1,-1 0 1,-17 35 0,34-53-1,-34 18 1,0 35-1,-18 0-15,17 18 16,19-18 0,-1-17-1,-35 34 17,18-34-32,17-54 15,35 1 1,-70 70-1,36 18 17,-36-18-17,53-36 1,-36-16 0,36 52-16,-53 17 15,35 19 1,-17-54 78,0 54-79,-1-54 1,-17 18-1,36 18 1,-36 17 0</inkml:trace>
  <inkml:trace contextRef="#ctx0" brushRef="#br0" timeOffset="-124544.65">23689 5644 0,'0'18'109,"-18"53"-93,18-1 0,-17-35 15,17-17-31,0 0 16,0 35 15,0 0-16,0 17 1,0 36 0,0-53-1,0 0 1,0 17 0,0-52-1,0 0 1,0 52-1,0 1 17,17 17-17,19-35 17,-19-18-17,-17-17 1,0-1-1,18 19 1,0-19 0,-18 1-16,35 0 15,-35-1 1,0 36 0,0-18-1,0 1 1,35-1-1,-35-17-15,0 17 32,18 35-1,-1-17 0,-17 0-15,0-17-16,36-1 15,-19 18 1,-17-18 0,36-17-1,-36 17 1,35 0 0,-35 1-1,35-1 1,-35-18-16,0 1 15,18 0-15,17-18 16,-35 70 0,35-34-1,1 16 17,-36-16-17,53-1 1,-18 0-1,0 53 1,18-52 0,-53-1-1,35 18 1,1-18 0,16 53-1,-34-70 1,0 53-1,35-18 1,-18-18 0,18 35-1,-18-17 1,-17-35 15,17 0-15,36 34-1,-54-34 1,1-18 0,-36 0 109</inkml:trace>
  <inkml:trace contextRef="#ctx0" brushRef="#br0" timeOffset="-123534.28">24271 8396 0,'18'0'94,"17"18"-79,0-18-15,1 35 16,16-35-1,-16 53 1,-1-35 0,36 34-1,-36 1 1,0-53 0,-17 0-1,-1 0 1,1 36-1,17-36 1,-35 17 0,36-17-1,-1 0 126,0-70-110,0 17 0</inkml:trace>
  <inkml:trace contextRef="#ctx0" brushRef="#br0" timeOffset="-122245.33">25400 8184 0,'-18'71'47,"18"-18"-31,-53 0-16,18-18 15,-35 71 1,34-53 0</inkml:trace>
  <inkml:trace contextRef="#ctx0" brushRef="#br0" timeOffset="-121254.55">25065 8114 0,'17'0'47,"-17"18"-31,89-1-1,-54 71 1,0-52-16,1-19 16,16 124-1,-16-105 1,-1 17-1,-17-53 1,-1 17 0,1 1-1,17 17 1</inkml:trace>
</inkml:ink>
</file>

<file path=ppt/ink/ink1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4:21:35.024"/>
    </inkml:context>
    <inkml:brush xml:id="br0">
      <inkml:brushProperty name="width" value="0.05292" units="cm"/>
      <inkml:brushProperty name="height" value="0.05292" units="cm"/>
      <inkml:brushProperty name="color" value="#FF0000"/>
    </inkml:brush>
  </inkml:definitions>
  <inkml:trace contextRef="#ctx0" brushRef="#br0">10918 4163 0,'36'0'78,"281"0"-47,424 0 1,-159 0-1,-494 0-16,71 0 1,-88 0 0,-36 0-1,53 0 1,36 0 0,34 0-1,-105 0 1,-17 0-1</inkml:trace>
  <inkml:trace contextRef="#ctx0" brushRef="#br0" timeOffset="1588.41">11007 6103 0,'35'35'62,"106"-35"-46,-17 18 0,70-18 15,17 53-16,-87-35 1,-89-18 0,-17 0 31,-1 0-32</inkml:trace>
  <inkml:trace contextRef="#ctx0" brushRef="#br0" timeOffset="4648.2">2840 3581 0,'0'53'94,"-35"35"-78,17 53-1,18-71 1,0-34 0,-35 34-1,35-34 1,-18 34 15,18-52-31,0 17 16,0 18 15,0-18-15,0 18-1,0-18 1,-35 36-1,35-36 79,0-17-63,35 52 110,-17-52-125,-1 0-1,19 35 1,-36-18-16,35 18 31,-18-18-15</inkml:trace>
  <inkml:trace contextRef="#ctx0" brushRef="#br0" timeOffset="7499.69">15011 4022 0,'35'0'125,"53"0"-109,0 0 0,18 0-1,-88 0-15,35 0 16,-18 0-1,18 0 17,0 0-17</inkml:trace>
  <inkml:trace contextRef="#ctx0" brushRef="#br0" timeOffset="9465.31">13106 5944 0,'70'0'110,"18"18"-95,71-18 1,106 0 0,-1 0-1,36-53 1,-106 53 0,-176 0-1</inkml:trace>
  <inkml:trace contextRef="#ctx0" brushRef="#br0" timeOffset="74791.09">4251 10037 0,'35'0'187,"106"17"-155,-123-17-17,70 53 1,-17-53-1,87 0 1,1 53 0,53-53-1,-106 0 1,-89 0-16,19 0 78,52 0-62,71 0 15,-89 0-15,-52 0-16,-1 0 109,36 0-93,36 18-1,69-1 1,-52-17-1,-71 0 1,71 0 78,-88 0-79,0 0 1,17 0 0,0 0-1,36 0 17,-36 0-17,0 0 1,18 0 93,-18 0-78,-17 0-15,0 0 125,-1 36-110</inkml:trace>
  <inkml:trace contextRef="#ctx0" brushRef="#br0" timeOffset="76532.59">8784 11130 0,'18'0'94,"88"0"-79,88-53 1,53 53-1,17 0 1,-52 0 15,-53 18-15</inkml:trace>
</inkml:ink>
</file>

<file path=ppt/ink/ink1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4:22:56.969"/>
    </inkml:context>
    <inkml:brush xml:id="br0">
      <inkml:brushProperty name="width" value="0.05292" units="cm"/>
      <inkml:brushProperty name="height" value="0.05292" units="cm"/>
      <inkml:brushProperty name="color" value="#FF0000"/>
    </inkml:brush>
  </inkml:definitions>
  <inkml:trace contextRef="#ctx0" brushRef="#br0">4833 5909 0,'35'0'63,"177"0"-32,105 88 0,-158-88-15,-53 18 0,-35-1-1,-36-17 1,-17 0 0,17 0-1,0 0 1</inkml:trace>
  <inkml:trace contextRef="#ctx0" brushRef="#br0" timeOffset="783.09">4710 6650 0,'17'0'78,"36"0"-62,0 0-16,35 0 31,71 0-15,-36 17 0,36-17-1,88 0 1,124 0-1,-124 0 1,-89 18 0,-105-18-1</inkml:trace>
  <inkml:trace contextRef="#ctx0" brushRef="#br0" timeOffset="1638.83">5080 7391 0,'0'35'93,"141"-17"-61,-88-1-32,370-17 31,54 0 0,-424 18-15</inkml:trace>
  <inkml:trace contextRef="#ctx0" brushRef="#br0" timeOffset="3655.81">10848 5821 0,'70'0'109,"301"0"-78,17 0-15,106 0-1,-18 0 1,-282 0-16,194 0 16,-70 0-1,-124 0 1,-36 0 0,-52-18-1,0-17 1,-53 17-1,-18 18 17</inkml:trace>
  <inkml:trace contextRef="#ctx0" brushRef="#br0" timeOffset="6536.72">16140 5856 0,'0'35'187,"0"142"-156,0-89-15,0 0 0,0 0-1,0 1 1,0-37-1,0 54 1,52 0 0,-34-18-1,0 1 1,-1 16 0,1-52-16,0 0 15,-1 229 1,1-70-1,17 17 1,-17-158 15,-18 17-15,0 18 0,0 0-1,0 53 1,0 17-1,0 89 1,0-19 0,0-34-1,0 17 1,0-105-16,0-1 16,0-34-16,0-37 15,0 72 1,18-36-1,-18 0 1,0 1 0,0 52 15,0 53-15,0-88-1,0-18 1,35-35-1,-35 0-15,0 70 32,17-52-17,-17 34 1,0-52 0,0-35-16,0 35 15,0 70 1,0-34-1,0-37 1,0 1-16,0-35 31,0 17-15,0-17 0,36 17 30,-36 0-30,0-17 15,17 17-15,-17 18 0,18 18-1,-18-18 1,0 35-1,0-53-15,0 18 16,0-18 0,0-17-1,0 0 17,0-1-17,0 36 1,0 35-1,0-35 1,0-35 0</inkml:trace>
  <inkml:trace contextRef="#ctx0" brushRef="#br0" timeOffset="7498.34">16157 11959 0,'53'35'109,"0"54"-78,-53-72-31,88 107 32,0 17-1,-35-71-15,-35-34-1,0-36 16,-1 17 1,19-17-17,-1 36 1,18-54 0,105-141-1,-140 159 1,0-35-16,-1-18 15,36-35 1,-35 53 0,-18 17-16,35 0 62</inkml:trace>
  <inkml:trace contextRef="#ctx0" brushRef="#br0" timeOffset="11122.68">14746 4851 0,'0'0'0,"-53"-36"16,18 36-1,-18 0-15,53-35 16,-106 35 0,71 0-16,-18 0 15,-35 0 1,0 35 15,17-17-15,53 0-1,-35 70 1,18-35 0,-18 35-1,53-53-15,0 1 16,-35 87 0,35-35-1,0-35 1,0 35-1,18-35 1,35 0 0,-1 0-1,-52-18 1,53 36 15,0-36-31,18 71 16,-1-71-1,-17 18-15,-17-35 16,52-1 0,-18 1-1,19-18 1,34-18 0,-52 18-16,-19-17 15,37-54 1,-54 54-16,0-19 15,36-52 1,-54 53 15</inkml:trace>
  <inkml:trace contextRef="#ctx0" brushRef="#br0" timeOffset="13502.1">15240 11536 0,'0'0'0,"-71"0"31,36-18-16,-18 18 1,18 0 0,17 0-16,-17 0 15,0 0 17,17 0-17,-35 18 1,-35-18-1,17 35 1,36-17 0,0 17-16,0 53 31,35-53 0,-53 36-15,35-53-1,18-1 17,-53 19-17,53 17 1,-70 35 0,52-53-1,-35 53 1,53-70-1,0 35 1,0-18 0,0 18 15,35 17-15,-17-17-1,17-17-15,-17-19 16,0 19-1,87 52 1,-16-35 0,-1-36-1,-53 1 1,124 0 0,-36-18-1,-17-36 1,-35-52-1,87-71 1,72-105 0,-160 211-1,-17-35 17,-53 52-1,0 19-31,0-18 15,35-18 1,-35 35 0</inkml:trace>
  <inkml:trace contextRef="#ctx0" brushRef="#br0" timeOffset="16176.43">4586 14340 0,'0'-17'78,"71"17"-15,-1 0-47,18 0-16,336 0 15,-1 0 16,-123 0-15,-71 17 0,-158 1-1,35 0 1,-1-18 0,54 0-1,-141 0 1,17 0-1</inkml:trace>
  <inkml:trace contextRef="#ctx0" brushRef="#br0" timeOffset="17079.41">4762 15046 0,'18'0'94,"70"0"-79,159 18 1,-123-1 0,-36 1-1,-35 0 1,53-1 15,0 1-31,176-18 16,0 0 15,0 0-15,-176 0-1</inkml:trace>
  <inkml:trace contextRef="#ctx0" brushRef="#br0" timeOffset="18102.89">11271 14323 0,'71'0'47,"-18"0"-31,264 0 0,89 0-1,53 0 1,-371 0-1,-53 0 1,0 0 31</inkml:trace>
  <inkml:trace contextRef="#ctx0" brushRef="#br0" timeOffset="19127.3">11095 15064 0,'70'0'93,"72"0"-77,193 0 0,159 0-1,52 0 1,-105 0-1,-282 0-15,-18 0 16,-106 0 62,1 0-47</inkml:trace>
</inkml:ink>
</file>

<file path=ppt/ink/ink1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4:02:49.618"/>
    </inkml:context>
    <inkml:brush xml:id="br0">
      <inkml:brushProperty name="width" value="0.05292" units="cm"/>
      <inkml:brushProperty name="height" value="0.05292" units="cm"/>
      <inkml:brushProperty name="color" value="#FF0000"/>
    </inkml:brush>
  </inkml:definitions>
  <inkml:trace contextRef="#ctx0" brushRef="#br0">26917 4886 0,'70'0'94,"19"0"-79,-1 0 1,159 0-1,70 0 1,124 0 0,-53 0-1,-88 0 1,-88 0 0,-177 0-1</inkml:trace>
  <inkml:trace contextRef="#ctx0" brushRef="#br0" timeOffset="30866.34">27111 2752 0,'-35'35'109,"-89"88"-93,124-52 0,-35-18-1,0 35 1,35-35-1,0 0 1,0 0 0,0-36-1,0 19 1,17-19 15,19 19-15,16-1 15,-16-35-15,-19 0-16,36 0 15,88-35 1,-52-18 0,-19-18-1,-70 54 1,35-54-1,-17 36 1,-18-18 0,0 18-1,0 17 1,0-17 15,0 17-31</inkml:trace>
  <inkml:trace contextRef="#ctx0" brushRef="#br0" timeOffset="31115.58">27376 2893 0,'0'0'0,"-36"-36"31,1 36-15,17 0-1,-17 0 16,35-35-15,0 53 0,0-36-1</inkml:trace>
  <inkml:trace contextRef="#ctx0" brushRef="#br0" timeOffset="31765.4">27887 3316 0,'-35'53'62,"17"0"-46,-17 17-1,17-34 1,18-19 31</inkml:trace>
  <inkml:trace contextRef="#ctx0" brushRef="#br0" timeOffset="32398.48">28487 2875 0,'0'18'16,"17"158"0,-17-88-1,0-52 1,0-19 0</inkml:trace>
  <inkml:trace contextRef="#ctx0" brushRef="#br0" timeOffset="32748.27">29104 3440 0,'-17'0'94,"-36"52"-94</inkml:trace>
  <inkml:trace contextRef="#ctx0" brushRef="#br0" timeOffset="34022.36">29439 2752 0,'36'-36'16,"-1"19"-1,0 34 48,-35 54-48,0 17 1,-35-35 0,0 35-1,52-123 110,36 17-109,0-17 0,0 35-1,-35 0 16,-1 0-15,-17 35 0,36 36-1,-36-18-15,0 0 16,0 35 0,0-53-16,0-17 15,-106 141 16,70-107-15,1-16 0,35-19 124</inkml:trace>
  <inkml:trace contextRef="#ctx0" brushRef="#br0" timeOffset="35469.68">29016 2910 0,'35'18'15,"1"0"17,-19 17-17,18 18 1,1 17-1,-19 36 1,-17-35 0,0 17-1,0-35 1,-17 0-16,-36-18 16,18 0-1,35-17 1,-18 0-1,0-1 17,36-17 93,105-35-110,-87-18 1,-19 53 0</inkml:trace>
  <inkml:trace contextRef="#ctx0" brushRef="#br0" timeOffset="36027.72">28716 3563 0,'0'71'63,"0"-36"-48,-35 18-15,35-36 16,0 1-1</inkml:trace>
  <inkml:trace contextRef="#ctx0" brushRef="#br0" timeOffset="36615.68">29263 3528 0,'0'35'62,"0"36"-46,0 34 0,0-52-1,0-35-15</inkml:trace>
  <inkml:trace contextRef="#ctx0" brushRef="#br0" timeOffset="38571.61">27005 4039 0,'88'0'47,"-35"0"-32,53 0 1,88 0 15,88 0-15,89 0 0,70 18-1,35 0 1,-247-18-16,-17 0 15,123 0 1,-194-53 0,-88 53-1,-35-18 1,-1 18 15,1 0-15,53 0 62,-36 0-62,-18 0-1</inkml:trace>
  <inkml:trace contextRef="#ctx0" brushRef="#br0" timeOffset="74561">2081 4357 0,'89'0'62,"-37"0"-46,54 0 0,53 0-1,-53 0 1,-53 0-1,-18 0 79</inkml:trace>
  <inkml:trace contextRef="#ctx0" brushRef="#br0" timeOffset="76305.42">1746 5821 0,'36'0'78,"34"0"-62,36 0-1,-36 0 1,-34 0-16,-1 0 16,230 0-1,-54 0 1,-52-18 15,-88 18 0,17 0 1,-18 0-17,-17 18 1,0-1 0,-18-17-16,1 0 15,-19 0-15,19 0 16,-1 0-1,0 18 1,-17-18 47</inkml:trace>
  <inkml:trace contextRef="#ctx0" brushRef="#br0" timeOffset="81694.42">1976 4851 0,'-18'17'125,"-106"107"-94,36-36 1</inkml:trace>
  <inkml:trace contextRef="#ctx0" brushRef="#br0" timeOffset="82823.98">1852 4762 0,'18'0'78,"17"0"-62,-17 36 0,35 34-1,-36-52 1,-17 35 0,53-18-1,-35 0 16,17 18-15,0-35 0</inkml:trace>
</inkml:ink>
</file>

<file path=ppt/ink/ink1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4:34:46.442"/>
    </inkml:context>
    <inkml:brush xml:id="br0">
      <inkml:brushProperty name="width" value="0.05292" units="cm"/>
      <inkml:brushProperty name="height" value="0.05292" units="cm"/>
      <inkml:brushProperty name="color" value="#FF0000"/>
    </inkml:brush>
  </inkml:definitions>
  <inkml:trace contextRef="#ctx0" brushRef="#br0">22684 5697 0,'53'0'188,"-1"0"-157,37 0-16,16 0 1,1 0 0,-18 18-1,89-18 1,-71 0 0,-53 0-1,-36 0 1,36 18-1,-18-18 1,18 0 0,18-18-1,-1 0 1,-17-17 15,-17 35-15,-1 0 15,-17 0-15,105 0-1,-35 18 1,0 17 0,-52-35-1,-19 0 1,1-18-1,35 1 1,-35 17 15,17 0 1,-18 0-1,19 0 16,-1 0-16,-35 17-15,35-17-1,1 36 188</inkml:trace>
  <inkml:trace contextRef="#ctx0" brushRef="#br0" timeOffset="1198.82">26846 2681 0,'0'88'94,"-53"247"-78,18-229-1,-124 159 1,89-177-16,-1 124 16,54-142-1,17-17 1,-36 35-1,107-52 95,0-36-95,87 0 1,-17 0 0,-35 0-1,-53-18 1,-53 0 156,0-87-157</inkml:trace>
  <inkml:trace contextRef="#ctx0" brushRef="#br0" timeOffset="1702.91">26952 3704 0,'0'18'63,"18"70"-32,-18-17-31,17-19 16,-17 54-1,0-18 1,0-35 0,0 36-1,0 16 1,18-69-1</inkml:trace>
  <inkml:trace contextRef="#ctx0" brushRef="#br0" timeOffset="9677.59">31768 2893 0,'0'88'94,"0"106"-79,-18-71-15,0 195 32,1 70-17,17-212 1,0 124-1,0-229 1,0-54 0</inkml:trace>
  <inkml:trace contextRef="#ctx0" brushRef="#br0" timeOffset="27368.59">5433 5662 0,'88'0'94,"-53"0"-79,36 0-15,35-53 16,123 36 0,-17 17-1,-36-53 1,71 53 0,0 0-1,-18 0 1,-70 0-1,-89 0 1,-17-18 0,-17 18-1,70 0 17,-54 0-17,90 0 1,-90 0-1,1 0 1,-17 0 15,17 18-15,70-1 0,124 19-1,-141-19-15,158-17 16,-175 0-1,-36 0 64,-36 0-64,1 0 1,17 0-1,18 35-15,-18-35 16,18 0 0,53 0-1,-35 0 1,-1 0 0,-35 0-1,-17 0-15,53 18 31,-18-36-15,-36 18-16,1 0 16,70 0 15,-17 18-15,-1-18-1,-35 0 16,18 0 16,-17 0-31,52 0 0,-35 0-1,-18 0 1,0 0-1,-17 18 64,17-18-64,-17 0 1,17 0-1,-35-18 642</inkml:trace>
  <inkml:trace contextRef="#ctx0" brushRef="#br0" timeOffset="34806.99">15752 7726 0,'35'0'125,"-18"0"-109,89 0-1,124 0 1,158 0 0,88 0-1,-53 0 1,-88 0-1,-70 0 1,-18 0 0,-159 0-16,71 0 15,-71 0 1,212 0 0,-124 0-1,18 0 16,-53 0-15,71 0 0,-18 0-1,-88 0 1,0 0 0,0 0-1,-18-35 1,53 17-1,-35 18 1,-18 0 0,0 0-1,0 0 1,-17 0 0,17 0-1,-35 0 1,106 0 15,-53 0-15,-18 0-1,-35 0 1,17 0 0,36-35-1,70 35 1,89 0-1,-71 0 1,-176 0 0,17 0 31,71 0-16,-71 0-31,18 0 0,0 0 31,-35 0-31,87 0 63,-52 0-48,0 0-15,0 0 16,141 0-1,-141 0 1,53 0 0,-18 35-1,-35-35 1</inkml:trace>
  <inkml:trace contextRef="#ctx0" brushRef="#br0" timeOffset="39455.03">25612 7655 0,'17'0'141,"71"0"-126,195 36 1,-54-19 0,18 1-1,-18 17 1,-105-17 0,158-1-1,-141 1 1,-106-18 15,36 0-31,-18 0 0,53 35 31,-36-35-15,89 0 0,70 0-1,18 0 1,18 0-1,-54 0 1,-69 0 0,-54 0-1,-53 0-15,-17 0 16,88-17 0,-71 17-16,71-36 15,-18 19 1,-35-1-1,-18 18 64,18 0-64,-18-18 1,36 18-1,-18-17 1,17 17 0,-52-18-1,0 18 1,-1 0 31,89 0-16,-18 0 0,0 0-15,53 0 0,-35-53-1,-35 53 1,-36 0-1,36-35 1,-54 35 0,36 0-1,-35 0 1,35 0 0,-18 0 15,0-18-16,18 18 17,-17-17-17,-1 17 1,0-18 0,0 18 15,-17 0-16,0 0 1,-1-18 15</inkml:trace>
  <inkml:trace contextRef="#ctx0" brushRef="#br0" timeOffset="42669.83">3457 9860 0,'18'0'172,"17"0"-157,177 18 1,52-18-1,-158 0-15,53 0 16,70 0 0,-123 0-16,18 0 15,-89 0 1,-18 0 0,1 0-1,53 0 1,87 0-1,-34 0 1,-1 0 0,-70 0 15,-35 0-15,35 0 30,17 0-30,1 0 0,-18 0-1,0 0-15,-18 0 16,-17 0-16,-1 0 16,36 0-1,-35 0 1,52 0-1,-34 0 1,-1 0 15</inkml:trace>
  <inkml:trace contextRef="#ctx0" brushRef="#br0" timeOffset="51937.88">16845 9666 0,'18'0'62,"-1"0"-46,19 0 0,70 0-1,-89 0-15,36 0 16,18 0 0,-18 0-16,-36 0 15,89 0 1,0-18-1,-18 18 1,-53 0 0,54 0-1,-37 0-15,-34 0 16,106 0 0,17 0-1,-18 0 1,18 0 15,-53 18-15,-17-18-1,35 18 1,-18 17 0,0-17-1,0-18 1,-35 0-1,-17 0 1,-1 0 0,-17 0-1,34 0 1,19 0 0,35 0-1,-71 0 1,89 17-1,-89-17 1,18 0 0,35 0 31,18 0-32,-36 0 1,1 0-1,-1-35 1,-34 35 0,-1-35-16,0 35 31,-17 0 31,17 0-46,0 0 0,18 0-1,0 0 1,0 0 0,-17 0 15,-19 0-16,1 0 1,-1 0 0,1 0-1,35 0 1,0 0 0,53 0 15,-53 35 0,-18-35-15,-17 0 77</inkml:trace>
  <inkml:trace contextRef="#ctx0" brushRef="#br0" timeOffset="76357.77">2399 15840 0,'18'0'297,"17"0"-250,106 35-16,-88-35-15,35 18-1,-53-1 1,1-17 0</inkml:trace>
  <inkml:trace contextRef="#ctx0" brushRef="#br0" timeOffset="78892.67">3122 15963 0,'71'0'31,"-142"0"-31,195 0 0,17 0 32,-88 0-32,-18 0 15,71 0 1,-89 0-16,72 0 15,-37 0 1,37 0 0,16 0-1,89 0 1,-52 0 0,52 0-1,-18 18 1,-70-18-1,-53 0 1,-36 0 0,72 0 31,52 0-32,-53 0 1,159 0-1,-141 0-15,105 0 16,1 0 0,-89 0-1,-34 0 1,-54 0 0,0 0-1,-17 0 16,52 17-15,19-17 0,105 0-1,-18 0 17,36 0-17,-142 0 1,-34 0-1,-1 0 48,53 0-47,35 0-1,1 0 1,-18 0-1,0 0 1,-18 0 0,-35 0-1,35-35 17,-18 35-17,36 0 1,-17 0-1,-19 0 1,-35 0 0,18 0 77,71 0-61,34 0-1,-69 0 0,-54 0-15,-17 0 31,-1 0-32,19 0-15,-1 0 16,124 0 0,-54 18-1,1-18 1,18 0-1,-71 0 1,-36 0 0,19 0-1,-19 0 1,36 35 15,71-17-15,-1 17-1,-88-35 1,18 0-16,-35 0 31,17 0-15,0 0 0,36 0-1,0 0 1,-19 0-1,19 0 1,0 0 0,-19 0-1,-16 0 17,-1 0-17,-17 0 1,17 0-1,0 0 1,36 0 0,-36 0-1,18 0 1,35 0 0,-70 0-1,35 0 1,-18 0 62,124 0-47,-142 0-15,36 0-1,-17 0 1,-1 18 0,0-1-1,0 36 1,1-53 0,-19 35-1,1-35-15,-18 18 47,18-18 219</inkml:trace>
  <inkml:trace contextRef="#ctx0" brushRef="#br0" timeOffset="84824.03">14534 15769 0,'0'18'234,"18"-18"-172,17 0-15,-17 0-15,-18 17-1,35 1-16,1-18 1,-19 0 0,1 18-1,17-18 1,-17 0-16,-1 0 16,72 0-1,16 0 1,-16 0 15,-19 0-15,89 0-1,-106 0 1,70 0 0,-87 0-1,16 0-15,-16 0 16,-1 0-16,18-36 15,35 36 1,-17-17 0,17 17-1,-18 0 1,19 0 0,69 0-1,54 0 1,35 0 15,-71 0-15,-34 0-1,-19 0 1,-52 0 0,-19 0-1,54 0 1,106 0-1,70 0 1,-53 17 0,1 19-1,-71-36 1,-71 0 0,0 0-1,0 0 1,0 0 15,18 0-15,-18 17-1,-52-17-15,69 18 16,-16 17 0,-1-35-1,18 0 1,-36 0-1,1 0 1,17 0 0,0 18-1,-35-18-15,0 0 16,88 0 0,-53 0-1,-17 0 1,-1 0 15,72 0-15,-72 0-1,195 0 1,-54 0 0,-122 0-1,-19 0 1,1 0-1,-54 0 1,1 0 0,17 0-1,36 0 1,-36 0 0,18 0-1,0 0 1,-35-18 124,17 18-93</inkml:trace>
  <inkml:trace contextRef="#ctx0" brushRef="#br0" timeOffset="88603.71">28028 15769 0,'88'0'125,"18"0"-110,-53 0 1,88 0 0,0 0-1,-17 0 1,-54 0 0,19 0-1,-37 0-15,-16 0 16,34 0-1,36 0 17,-53 0-17,35 0 1,-35 0 0,35 0-1,-52 0 1,34 0-1,1 0 1,-36 0-16,53 0 16,18 0-1,-53 0 1,-18 0 0,1 0 46,16 0-31,-34 0-15,17 0 0,18 0-1,-17 0 1,-19 18-1</inkml:trace>
</inkml:ink>
</file>

<file path=ppt/ink/ink1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4:44:11.793"/>
    </inkml:context>
    <inkml:brush xml:id="br0">
      <inkml:brushProperty name="width" value="0.05292" units="cm"/>
      <inkml:brushProperty name="height" value="0.05292" units="cm"/>
      <inkml:brushProperty name="color" value="#FF0000"/>
    </inkml:brush>
  </inkml:definitions>
  <inkml:trace contextRef="#ctx0" brushRef="#br0">2170 2981 0,'0'-18'31,"17"18"0,1 0 0,-1 0-15,36-17 0,53-36-1,-53 35 1,88-17-1,-70 35 1,-1 0 0,89 0 15,0 0-15,17 0-1,1 0 1,-36 0-1,-53 0 1,0 0 0,-17 0-1,-1 0 1,36 0 0,-53 0-1,0 0 1,35 0-1,-17 0 1,17 0 0,18 0 15,-53 0-15,17 0-1,-35 0 1,18 0-1,18 0 1,17 0 0,-35 0-1,53 0 1,70 0 0,-88 0-1,1 0 1,-72 0-1,54 17 48,-54-17-47,19 0-16,34 0 15,-17 0 1,-17 18-1,16 17 1,-16-35 0,-19 0-1,1 0-15,17 0 16,18 0 0,-18 18-1,36 0 1,-18-18-1,0 0 1,0 0 0,-18 17 15,-17-17-31,17 0 31,18 0-15,-35 0-1,17 0 1,-18 0 15,1 0 47,17 0-62,36 0 0,-18 0 15,-18 0-15</inkml:trace>
  <inkml:trace contextRef="#ctx0" brushRef="#br0" timeOffset="47725.82">8555 5803 0,'17'0'157,"19"35"-126,-1-35 0,0 0 0,1 18 1,17 17-1,-1-35-31,37 18 16,-36-18-1,-1 0 1,19 0-1,-18 0 1,17 0 0,-17 0-16,-17 0 15,52 0 1,-53 0-16,18 0 16,35 0-1,-35 0 1,0 0-1,-18 0-15,1 0 0,17 0 16,35 0 15,-53 0-31,18 0 16,159 0 0,-1 0-1,1 0 1,-53 0-1,-18 0 1,-106 0 0,0 0-1,1 0 1,17-18 31,88 1-16,-71 17 0,-17 0-15,-18 0 0,-17 0-1,17 0 32,89-36-31,-36 36-1,0 0 1,18 0 0,-71 0-1,-17 0-15,0 0 94,35 0-78,141 0-1,-106 0 1,0 0-1,18 0 1,-36 0 0,-52 0 46,105 0-46,-87 0-16,70-17 15,-18 17 1,18 0 0,-89 0 15,54 0 31,-1 0-46,-34 0-16,17 0 16,17 17-1,-17-17-15,-18 0 16,1 18 0</inkml:trace>
  <inkml:trace contextRef="#ctx0" brushRef="#br0" timeOffset="49532.21">14446 5821 0,'18'0'15,"0"0"95,52 0-95,-17 0 1,35 0 0,0-18-1,18-17 1,35 35-1,-52 0 1,-54 0 0,0 0-16,18 0 15,-18 0 17,1 0-17,-1 0 1,0 0-1,18 0 1,18 0 0,34 0-1,160 0 1,-106 0 0,-106 18-1,17-18 63,142 17-46,-159-17-17,141 18 1,-141-18-1,105 35 1,-52-17 0,-53-18-1,0 17 1,35 19 0,-52-36-16,17 17 15,105 1 1,19 0-1,17-1 1,-71 1 0,-70 17-1,35-35 17,-17 0-17,-36 0-15,18 0 16,35 0-1,0 0 1,-17 0 0,-36 0-16,36 0 15,17 0 1,0 0 0,-35 0-1,18 0 1,-54-35-1,1 35 17,53-18-17,-54 18 1,18 0 15</inkml:trace>
  <inkml:trace contextRef="#ctx0" brushRef="#br0" timeOffset="57000.4">2258 5715 0,'0'35'172,"35"-35"-140,0 36 46,1-36-63,17 17-15,-1 18 16,1-35 0,-17 0-1,34 0 1,-17 0 15,18 0-15,-1 0-1,-52 0-15,35 0 16,0 0-16,-18 0 16,53 0-1,-70 0-15,35 0 16,105 0-1,-69 0 1,-54 0 0,18 0-1,-18 0 1,71 0 0,-53-17-1,53-1 1,-18 1-1,-53 17-15,124-36 63,-106 36-47,53 0-1,0 0 1,-1 0-1,1 0 1,-18 0 0,89 0-1,-18 0 1,-18 0 0,-106 0-1,18 0 1,35 0 46,0 0-46,0 0 0,-35 0-1,18 0 1,-1 0-1,-52 0-15,17 0 16,18 0 0,0 0-1,18 0 1,35 0 0,-54 18-1,37 0 16,-36-18-15,0 0 0,-18 0 62,0 35-63,18-18 17,18-17-17,-71 18 1,17-18 62,18 0-62,1 0 140,-19 0-78,1 0 0,0 35-47,-1-35-31,1 0 63,17 0-47,18 0 15,0 0 0,-35 0-15,-1 0-1,36 0 17,-35 0-1,0 0 0,17 0 0</inkml:trace>
  <inkml:trace contextRef="#ctx0" brushRef="#br0" timeOffset="61637.23">25259 6897 0,'18'0'94,"52"0"-78,18 0-1,18 0 1,70-35 15,1 35-15,35 0 0,34 0-1,-51 0 1,16 0-1,-87 0-15,-36 0 16,71 0 0,-89 0-16,-17 0 15,35 0 1,0 0 0,-35 0-1,18 0 1,-18 0-1,-18 0 1,18 0 0,-18 0-16,18 0 15,0 0-15,-18 0 16,107 0 0,-107 0-1,0 0 1,-17 0-16,17 0 31,0 0-15,36 0-1,-18 0 1,35 0 0,-35 0-1,0 0 1,35 0-1,-70 0 1,-1 0-16,1 0 31,35 0 63,-36 0-78</inkml:trace>
  <inkml:trace contextRef="#ctx0" brushRef="#br0" timeOffset="66348.37">3228 6809 0,'18'-18'94,"-1"18"-78,18-18-1,54 18 1,-54 0-16,18-35 15,17 35 1,19 0 0,-1 0-1,71 0 1,-1 0 15,19 0-15,34 0-1,19 0 1,-19 0 0,-17 0-1,-105 0 1,-54 0 0,0 0 93,0 0-78,-17 0-31,0 0 31,35 0 235,-18 18-235,0-18-15</inkml:trace>
  <inkml:trace contextRef="#ctx0" brushRef="#br0" timeOffset="67632.58">8484 6667 0,'36'0'110,"-1"0"-95,88 0 1,107 0 0,69-70-1,178 70 1,-266 0-16,-34 0 15,158 0 1,-282 0 0</inkml:trace>
  <inkml:trace contextRef="#ctx0" brushRef="#br0" timeOffset="69631.42">14393 6615 0,'18'0'78,"17"0"-47,1 0 0,69 0 16,-69 0-47,193 0 31,-17 0-15,-36 0 0,0 0-1,-70 0 1,-53 0 0,-18 0-1,1 0 63,-1 0 204,-17 0-251,-1 0 16,36-18 0,35 18-32,-17 0 1,17 0-1,-53 0 1,-17-35 0</inkml:trace>
  <inkml:trace contextRef="#ctx0" brushRef="#br0" timeOffset="71055.98">17515 6738 0,'18'0'47,"35"-18"-16,88-52-15,106 35 31,-106 35-32,-35 0 1,-35 0-1,-19 0 1,37 0 15,16 0-15,-34 0 0,17 0-1,18 0 16,-71 17-15,18-17 15,-35 35-15,17-17 0,0 0-1,-17-18-15,-18 17 16,18 1-16,-1-18 31</inkml:trace>
  <inkml:trace contextRef="#ctx0" brushRef="#br0" timeOffset="83057.14">6544 9260 0,'18'0'31,"17"0"109,0 0-124,71 0 0,-18 0-1,-17 0 1,246 0 15,-105 0-15,0 0-1,-71 0 1,-106 0 0,-17 0-1,-1 0 1,1 0 0,52 0-1,36 18 1,-53-18-1,71 0 1,105 0 47,-194 18-48,36-1 1,-54-17-16,54 0 15,17 0 1,18 0 0,-71 0-1,18 0-15,124 0 16,-1 0 0,-123 0-1,35 0 1,-35 0-1,-18 0 32,36 18-31,17 0 15,-53-18-15,124 17-1,-53 19 1,-53-19 0,17 1-1,-34-18-15,-19 0 16,107 0 0,-89 0-1,-17 0 1,-1 0-16,1 0 15,0 17 17,-1-17-17,19 0 1</inkml:trace>
  <inkml:trace contextRef="#ctx0" brushRef="#br0" timeOffset="98249.9">2611 14305 0,'52'18'62,"1"35"-30,-53-18 14,36-35-14,-19 0-1,1 0 141</inkml:trace>
  <inkml:trace contextRef="#ctx0" brushRef="#br0" timeOffset="94382.39">14852 6844 0,'18'0'141,"34"0"-110,-34 0-31,70 0 15,1 0 1,-1 0 0,-35 0-1,0 0-15,-18 0 16,53 0 0,-70 0-16,52 0 15,-17 0 1,18 0-1,17 0 1,0 0 0,-17 0-1,-18 0-15,-18 0 32,229 0-17,-193 0 16,105 0 1,-17 0-17,35 0 1,18 0 0,-18 0-1,-106 0-15,0 0 16,53-18-1,-105 18-15,69 0 16,-52 0 0,36 0-1,16-17 17,72 17-17,-71-18 16,17 0 1,-88 18-17,-17 0 48,70 0-48,18 0 1,-18 0 0,-35 0-1,-18 0 17</inkml:trace>
  <inkml:trace contextRef="#ctx0" brushRef="#br0" timeOffset="97186.58">3757 6862 0,'18'0'46,"-1"0"17,1 0-47,0 0-1,35 0 1,-18 35-1,0-35 1,36 0 0,87 0-1,54 0 1,35 0 15,-88 17-15,70-17-1,-88 0 1,0 0 0,-70 0-16,88 0 15,17 0 1,36 0 0,-36 0-1,36 0 1,-18 0-1,-124 0 1,-52 0 0,35 0-16,17 0 15,-34 0 1,-19 0 0,72-17-1,-37-1-15,19 18 16,-18 0-1,-18 0-15,18 0 16,53 0 0,-18 0-16,-17-17 15,70 17 1,-53 0-16,-17 0 16,175 0-1,-69 0 1,35 0-1,-71 0 1,-36 0 0,-16 0-16,34 0 15,18 0 1,-53 0 0,-35 0 15,-17 0 94,-1 0-110,-17 0-15</inkml:trace>
  <inkml:trace contextRef="#ctx0" brushRef="#br0" timeOffset="112163.59">6191 8590 0,'0'18'63,"36"70"-48,-19 0 1,18-17 15,54 87-15,-54-122 15</inkml:trace>
  <inkml:trace contextRef="#ctx0" brushRef="#br0" timeOffset="114033.23">6421 8484 0,'141'18'16,"-282"-36"-16,723 36 15,-335-18-15,211 35 16,-105-35 15,-124 53 0,-211-53-15,70 0 15,-35-18-15,0 18-16,17 0 16,36 0-1,-35 0-15,17 0 16,18 0-1,-53 0 64,35 0-64,-53 0-15,124 0 31,-88 0-15,-18 0 47,-1 0-48,1 0-15,0 0 16,35-17-1,-35 17 1,-17 0 47,-19-35-48,54 35 16,-1 0-15,36 0 15,-53 0-15,-35 0 46,17 0-46,0 0 0,71 0-1,-35 0 1,-54-36 15,1 36-15,17 0 31,-17 18-16,0 35-15,17-36-1,-35 1 1,35 17-1,0 36 1,-17-18 0,17-18-1,-17 0 1,0-17 15,-1 17-31,-17-17 31,18 0-31,17 17 16,-35 53 0,35-35-1,-17-18 1,0 1 0,-1-19-1,19 1 1,-36 17-1,0 18-15,35 18 16,-35-1 0,0-35-1,0-17 1,0 0 0,-18-1 30,-52 1-30,52 0-16,-35-1 16,-70 36-1,70-18 1,0-17 0,18-18 77,-1 0-93</inkml:trace>
  <inkml:trace contextRef="#ctx0" brushRef="#br0" timeOffset="117299.23">12153 9349 0,'35'0'16,"-17"0"15,17 0-15,-17 0-1,35 0 1,0 0-16,17 0 16,19 0-1,-1-18 1,-18-17 0,19 35-1,-19 0 16,71 0-15,141 0 0,-123 0-16,-18 0 15,265 35 1,-335-35 0,17 35-1,-35-35 1,0 0 15,-18 0-15,0 0-1,53 0 1,-35 0 0,18 0-1,-18 0 1,53 0-1,52 0 1,-52 0 0,-35-35-16,-1 35 15,195-35 1,-159 35 0,35 0-1,-71 0 1,-17 0-1,-17 0 1,87 0 0,-88 0-16,1 0 15,-19 0-15,36 0 16,18 0 0,-18 0-1,88 0 16,-124 17-15,89-34 0,-35 17-1</inkml:trace>
  <inkml:trace contextRef="#ctx0" brushRef="#br0" timeOffset="138092.51">25700 7426 0,'53'0'141,"0"0"-110,35 0 0</inkml:trace>
  <inkml:trace contextRef="#ctx0" brushRef="#br0" timeOffset="-164987.68">9860 13794 0</inkml:trace>
</inkml:ink>
</file>

<file path=ppt/ink/ink1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4:58:05.860"/>
    </inkml:context>
    <inkml:brush xml:id="br0">
      <inkml:brushProperty name="width" value="0.05292" units="cm"/>
      <inkml:brushProperty name="height" value="0.05292" units="cm"/>
      <inkml:brushProperty name="color" value="#FF0000"/>
    </inkml:brush>
  </inkml:definitions>
  <inkml:trace contextRef="#ctx0" brushRef="#br0">10372 8625 0,'53'18'328,"-36"-18"-296,1 18-1,-1-18-16,1 17 1,17-17 0,1 0-1,-19 0 1,1 0-16,0 0 16,17 0-1,0 0 1,53 0-1,-35 0 1,-17 0 0,-1 0-1,-18 0 1,19 0 46,-1 0-46,36 0 0,17 0-1,-35 0 1,17 0 0,-34 0-16,16 0 31,19 0-16,17 0 1,-35 0 0,35 0-1,0 0 1,18 0 0,-35 0-1,-36 0 1,0 0-1,-17 0 1,35 0 47,-35 0-48,17 0 1,18 0-1,-18 0 1,18 0 0,-35 18-1,-1-18 1,19 0 46,16 0-46,54 35 0,-35-35-1,35 36 1,-18-36 0,-53 0-16,0 0 15,36 0 1,-36 0-16,-17 0 15,88 0 1,0 0 0,-36 0-1,-35 17 1,1-17 0,-19 0 62,19 0-63,69 0 1,-16 0 0,-36 0-16,-18 0 15,71 0 1,-18-35-1,-53 35 1,-17 0 0,-1 0-1,36 0 1,-17 0 0,34-35-1,-35 35 1,1 0-1,70 0 1,-71 0 0,18 0-1,-36 0 1,19 0 0,17 0-1,0 0 1,17 0-1,1 0 1,-1 0 0,1 0 93,-1 0-93,-34 0-1,34 0 1,-52 0-16,-1 0 16,1 0-16,0 0 78,123-36-47,0 36 0,-123 0 79,34 0-95,-34 0-15,0 0 16,52 0-1,-34 0-15,-19 0 16,1 0 0,52 0 77,89 0-77,-106 0 15,-35 0-15,35 0 46,-36 0-46,1 0-16,35 0 16,35 18-1,-53-18 1,1 18 0,-1-18 46,18 0-31,-36 0-15,1 0-16,17 0 16,1 0-1,-19 0 48,19 0-48,16 0 1,1 0 0,-35 0-16,0 0 15,-1 0 157,1 0-141,0 0 16,-1 0-16,1 0 1,-1 0-17,1 0 1,0 0 31,-1 0-32,1 0 1,35 17 0,0-17 46,-18 36-31,36-36 1,-36 0-1</inkml:trace>
  <inkml:trace contextRef="#ctx0" brushRef="#br0" timeOffset="4164.12">15169 7867 0,'0'18'266,"0"17"-251,0 0 1,0-17 0,0-1-1,0 19 1,0-19-1,0 19 1,0-1 0,0 18-1,0-18 1,0 18 0,0-35-1,0 52 1,0-17 31,0 18-32,0-54 1,-17 19 0,17-1-1,-18-18 1,18 1-16,0 0 31,0 17 0,18-35-15,17 0 46,-35 18-30,0-1-1,35-17-15,18 0-1,-17 36 1,69-36-1,-34 0 1,-36 0 0,-17 0-1,-1 0-15,1 0 16,17 0 0,1 0-1,52 0 1,-18 0-1,-52 0 17,17 0-32,54 0 31,-54 0-15,71 0-1,-53 0 1,-1 0-1,-16 0 1,-19 0 0,19 0-1,-1 0 1,0 0 0,1 0-1,16 0 1,1 0 15,-17 0 0,-1 0 1,-17 0-17,-1 0 1,54 0-1,-36 0 1,-17 0 0,17 0-1,0 0 17,-17 0-1,-1 0-16,1 0 17,0-18-1,-18 0-15,17 1-1,-17-1-15,0 0 16,36-35-1,-36 18 1,0 0 0,0 0-1,0-1 1,0 1 0,0 0-1,0-36 1,0 1-1,0 52 1,0-17-16,0-18 31,0 18-15,0-18 0,0 17-1,0 1 1,0 17-16,0 1 15,0-36 1,0 18 0,0 17-1,0 0 63,-124 1-46,36 17-1,35 0-31,-35 0 16,-18 0-1,88 0 1,-105 53-1,70-53 1,-35 17 0,35-17-1,-53 0 1,18 0 0,0 0-1,35 0-15,35 0 16,-17 0-1,17 0 1,-17 0 15,0 0-15,-1 0 0,-34 18-1,-1-18 1,18 35-1,0-17 79,36-18-78,-1 0-1,1 0 1,-36 17 109,17-17-94</inkml:trace>
  <inkml:trace contextRef="#ctx0" brushRef="#br0" timeOffset="7150.64">15134 7232 0</inkml:trace>
  <inkml:trace contextRef="#ctx0" brushRef="#br0" timeOffset="7693.65">15152 7514 0</inkml:trace>
  <inkml:trace contextRef="#ctx0" brushRef="#br0" timeOffset="9741.89">15540 7091 0,'0'17'78,"0"19"-63,0 17 1,-18-18 15,18 0-15,0-17-1,0-53 157,71 35-156,-36-36 15,-35 19-15,35 17 31,1 35-32,-1 18 1,-17-18 0,-1-17-1,1 35 1,-18 17 15,-35 1-15,35-36-16,-53-17 15,17-1 1,1-17 0,17 0 62,1 0-63</inkml:trace>
  <inkml:trace contextRef="#ctx0" brushRef="#br0" timeOffset="10375.35">15540 7073 0,'35'0'47,"53"0"0,-17 18-31,35-1-1,-53-17 1,-36 0-1</inkml:trace>
  <inkml:trace contextRef="#ctx0" brushRef="#br0" timeOffset="11172.85">15998 7179 0,'0'88'31,"-35"-53"-15,0-17 0,17 0-1,18 17 1,0 0 0,0-17-1,0 0 1,0-1-1,36 1 17,-1-18-17,18 0 1,35-18 15,-53-35-15,18 18-1,-35 35-15,-1-35 16,-17-1 0,18 1-1,-18-18 1,-18-17 15,-35 52-15,18 18-1,35-35 1</inkml:trace>
  <inkml:trace contextRef="#ctx0" brushRef="#br0" timeOffset="11866.25">16263 7091 0,'18'0'16,"-18"70"-1,0-17 1,-18 18 0,-17 35-1,35-71 1,0 18-1,53-53 64,53 18-48,-71-18-31,-18 0 15,36-18 1,-53-17 0,0-1-1,18 1 1,-18-18 0,0 18 15,-35 0-16,-1 17 1,19-17 0</inkml:trace>
  <inkml:trace contextRef="#ctx0" brushRef="#br0" timeOffset="12608.62">16669 7161 0,'0'36'79,"0"-1"-64,0 18 1,0-36-1,0 1-15,0 17 32,0-17-17,17 0 1,-17-1 0,18-17-1,17 0 16,-17 0-31,0 0 16,34-17 0,-34-19-1,-18 19 1,18-1 0,-18-35-1,0 18 48</inkml:trace>
  <inkml:trace contextRef="#ctx0" brushRef="#br0" timeOffset="13799">14764 7073 0,'0'18'94,"0"17"-79,35 18-15,-35-18 16,0 1-16,0-19 16,35 54-1,-35 17 1,18-35 0,17 17-1,-35-17 16,0-35-31,0 0 16,0-1 0,35 1-1,-35 35 1,18-53 0</inkml:trace>
  <inkml:trace contextRef="#ctx0" brushRef="#br0" timeOffset="15189">17057 6826 0,'17'0'62,"1"18"-15,17 141-16,-35-106-31,18 52 31,-18-69-15,0 52 0,18-35-1,-18-18 1,0 36 0,0-36-1,0-17 1,0-1-1,0 1-15,-18-18 157,0 0-157</inkml:trace>
  <inkml:trace contextRef="#ctx0" brushRef="#br0" timeOffset="20545.68">6015 6738 0,'-35'88'47,"-1"-35"-31,-17 0 0,0 71-1,18-36-15,0-18 16,-18 54-1,18-71-15,17 17 16,18-17 0</inkml:trace>
  <inkml:trace contextRef="#ctx0" brushRef="#br0" timeOffset="21835.87">5539 7144 0,'17'123'63,"-17"18"-32,18-70-15,17-1-1,-35 1 1,0-53 31,35-18-32,-17 0 1,53 0 0,17-18-1,18-17 1,-18 17-1,-53 18 1,-17-35 0,17 35 31</inkml:trace>
  <inkml:trace contextRef="#ctx0" brushRef="#br0" timeOffset="42073.71">25576 8555 0,'36'0'140,"-1"0"-124,53 0-1,-35 0 1,35 0 0,159 0-1,-123 0 1,70 0 0,-124 0-1,-52 0 1,17 0 31,53 0-32,18 0 17,18 0-17,-89 0 1,-17 0-1,-1 0 48,36 0-1,-35 0 126,-1 0-157,1-18 141,17 18-141,1 0 63,-19 0-63,1 0 1,0 0-17,-1 0 16</inkml:trace>
  <inkml:trace contextRef="#ctx0" brushRef="#br0" timeOffset="45932.47">9155 7108 0,'-71'71'94,"18"0"-78,18-1-16,-53 36 15,52-35 1,19-54-16,-1 18 16,18-17-16,-35 0 15</inkml:trace>
  <inkml:trace contextRef="#ctx0" brushRef="#br0" timeOffset="47253.71">8749 7232 0,'0'106'93,"0"-53"-77,0 0 0,0 35-1,0-53-15,-18 18 16,18 35-1,0-70 142,0-1-126,18-17-15,52 0-1,1 0 1,35 0-1,-53-52 1,53 16 0,-89 1-1,-17 17 1</inkml:trace>
  <inkml:trace contextRef="#ctx0" brushRef="#br0" timeOffset="52297.16">18292 8661 0,'-18'0'15,"36"0"173,34 17-172,19-17-1,52-17 1,124 17-1,18 0 1,-53 0 0,-71 0-1,-106 0 1,53-18 46,36 18-46,-54 0 0,-17 0 15,18 0 31,-18 0-46,-18 0 0,18 0-1,-18 0 1</inkml:trace>
  <inkml:trace contextRef="#ctx0" brushRef="#br0" timeOffset="53743.68">18627 8714 0,'35'0'78,"124"-36"-46,-53 19-17,-54 17 1,19 0-1,0 0 1,-54 0 0,1 0-1,52 0 48,71 0-32,-105 0-31,-1 0 16,-17 0-1,35 0 32,-36 0-31,19 0-16,-1 0 15,-18 0-15,1 0 63,0 0-1</inkml:trace>
  <inkml:trace contextRef="#ctx0" brushRef="#br0" timeOffset="56014.18">28716 8502 0,'18'0'203,"88"35"-172,176 0 0,-123-17-15,-54 17-1,-52-35 1,-17 0 0,34 0-1,18 0 1,-35 0 0,53 0-1,-35 36 1,-1-36-1,1 0 1,-1-18 0</inkml:trace>
  <inkml:trace contextRef="#ctx0" brushRef="#br0" timeOffset="57078.35">30039 8714 0,'0'0'0,"18"0"16,52 0 15,1 0-16,-1 0 1,-17 0 0,-17 0-1</inkml:trace>
  <inkml:trace contextRef="#ctx0" brushRef="#br0" timeOffset="62434.33">10372 7743 0,'-18'106'141,"18"35"-126,0-17 1,0-54 15,0-34-15</inkml:trace>
  <inkml:trace contextRef="#ctx0" brushRef="#br0" timeOffset="64194.87">10442 7743 0,'35'0'15,"-17"0"1,17 0 0,36 0-1,0 0 1,70 0-1,-71 0-15,89 0 16,423 0 0,-229 18-1,-18-18 1,-88 18 0,-106-18-1,-53 0 1,0 35 15,-52-35-31,-19 0 16,54 0-1,-1 0 1,19 0 0,-36 0-16,-1 0 15,19 35 1,-36-35-16,18 18 15,-18-18 1,18 0 0,18 0-1,52 53 1,-34-53 0,-1 0-1,0 0 1,35 0-1,-52 0 17,0 0-17,-54 0 1,18 0 31,1-35-32,34 35 1,1 0 0,-36 0-1,0 0 1,1 0 46,-19 0-46,19-18-16,17 0 16,17-17-1,-52 35-15,17 0 16,-35 71 140,0 105-125,0-53 1,18-34-17,-1 16 1,19-69 0,-36-1-1,-18-35 188,-17 0-125,-1 0-46,-17 0-17</inkml:trace>
  <inkml:trace contextRef="#ctx0" brushRef="#br0" timeOffset="66928.93">4392 8731 0,'18'0'63,"123"0"-47,-71 0-1,54 0 1,88-17-1,52-19 1,-105-17 0,352 18 15,-440 35-15</inkml:trace>
  <inkml:trace contextRef="#ctx0" brushRef="#br0" timeOffset="68047.7">7285 8643 0,'35'0'32,"0"0"46,54 0-63,-36 0-15,35 0 16,141 0 0,-106 0-16,177 0 15,-159 0 1,71 18-16,-35-18 16,122 0-1,-246 0 1,-35 0 78</inkml:trace>
  <inkml:trace contextRef="#ctx0" brushRef="#br0" timeOffset="76677.14">10601 9596 0,'35'0'156,"-17"0"-140,17 0-1,18 0 1,0 0 46,-35 0-46,-1 0 0,19 0 156,-36 17-157,35 1-15,0-18 31,-17 0-15,-1 17-16,19-17 16,87 0-1,-70 0 1,229 0 0,-70 0 15,17 18-16,-52-18 1,-19 18 0,19-18-1,34 0 1,1 0 0,-71 0-1,-106 0-15,18 0 16,-17 0-16,-19 0 15,107 0 1,17 0 0,71 0-1,-36 0 1,-53 0 0,-34 0 15,-54 0-16,35 0 1,-34 17 0,34-17-1,1 0 1,17 0 0,18 0-1,-88 0-15,34 0 16,72 0-1,-71 0 1,35 0 0,-35 0-1,35 0 17,71 0-1,-53 0-16,-18 0 1,-53 0 0,0 0-1,1 0 17,-1 0-17,18 0 1,-35 0-1,52 0 1,-35 0 0,18 0 156,0 0-141,-17 0 141,-1 0 312,18 0-468,-18 0-1,18 0 1,-18-17-16,-17 17 16,-1 0-1,1 0 1,53 0-1,-54 0 1,71 0 0,-70 0-1,0 0 1,-1 0 78,19 0-79,-1 0 1,0 0 0,-17 0-1,0 0 1,-1 0-1,18 0 48,36 0-47,-18-36-1,-18 36 32</inkml:trace>
  <inkml:trace contextRef="#ctx0" brushRef="#br0" timeOffset="78025.93">11201 9701 0,'-89'36'109,"37"17"-93,-90-18-1,-87-18 1,-18 36 0,0-35-1,71-18-15,17 0 16,-317 0-1,335 0 1,-247 0 0,282 0-16,-18 0 15,-123 0 1,71 0 0,88 0 15,35 0-31,0 0 15,-18 0 1,-70 0 0,-70 0-1,70 0-15,-18 0 16,-141 0 0,159 0-16,17 0 15,-158 0 1,194-35-1,17-1 1,-34 19 0,16-18-1,19 35 1,35 0 0,-1-36-1,1 36 16,0-17-31,-71-19 16,18 36 0,0-35-1</inkml:trace>
  <inkml:trace contextRef="#ctx0" brushRef="#br0" timeOffset="78572.23">5627 9560 0,'0'71'47,"-18"-18"-32,-52 17 1,34 18 15,36-158 110</inkml:trace>
  <inkml:trace contextRef="#ctx0" brushRef="#br0" timeOffset="78878.08">5556 9648 0,'0'0'15,"53"0"17,-35-35-17,70 35 17,-53 0-17,36 0 1,-36 0-1</inkml:trace>
  <inkml:trace contextRef="#ctx0" brushRef="#br0" timeOffset="81153.25">19085 9754 0,'0'0'0,"406"0"16,123 0-1,53 0 1,0 0 0,-317 0-16,-36 0 15,124 0 1,-71 0 0,-123 0-1,-53 0 1,-36 0-1,89 0 17,17 0-17,18 0 1,18 0 0,-88 0-1,-19 36 1,-34-1-1,0-35 1,17 0 0,35 0-1,-70 0 1,-35 0 0</inkml:trace>
  <inkml:trace contextRef="#ctx0" brushRef="#br0" timeOffset="83210.22">21131 9895 0,'-70'0'47,"-159"53"-16,140-53-15,-69 18-1,-1 35-15,-88-18 16,88-17 0,0-18-1,54 0 1,-19 0 0,-35 17-1,-17-17 1,35 0-1,106 0 1,-177 0 15,0 18-15,53-18 0,-17 18-1,17-18 1,-52 0-1,-107 0 1,159 0-16,-17 0 16,-141 17-1,17-17 1,176 0-16,54 0 16,-107 0-1,107 18-15,-107 0 16,19-1-1,69-17 1,-281 36 15,70-19-15,-17-17 0,52 0-1,53 0 1,124 0-16,35 0 15,-35 0 1,17 0-16,-34 0 16,-142 0-1,123 0-15,18 0 16,-193 0 0,175 0-16,1 0 15,-89 0 1,88 18-1,36-18 1,0 0 0,-53 0 15,-106 0-15,18 0-1,-18-35 1,-35-18-1,140 35 1,54 0 0,-18 18-1,71 0 1,-88 0 0,-18 0-1,52-17-15,36-19 16,-141 36-1,36 0 1,52-35 15,35 18-15,36 17 0,0-18-1,-54-17 1,19-1-1,-36 36 1,-35 0 0,18-35-1,34 0 1,1 35 0,53-36-1,-18 19 1,-35-18-1,0 17 1,-1 0 15,72 18-15,-36 0-16,18-35 16,-18-18-1,17 53 1</inkml:trace>
  <inkml:trace contextRef="#ctx0" brushRef="#br0" timeOffset="84222.31">8608 9560 0,'0'36'32,"0"-1"-17,0-18 1,0 1 15,-36-18 172,36-35-187,18 35 124,70 0-108,1 35-1,-19 18-15,-52-53-1,17 0 1,-35 18 15</inkml:trace>
  <inkml:trace contextRef="#ctx0" brushRef="#br0" timeOffset="95014.14">12682 12524 0,'36'0'125,"17"0"-109,-18 0-1,53 0 1,-35-18-1,-35 18 1,140 0 0,36 0-1,36 0 1,17 0 0,17 0-1,-52 0 1,-36 0-1,-52 0 1,-18 0 0,-71 0-16,0 0 15,18 0-15,0 0 16,17 0 0,36 0-1,-35 0 1,-36 0-1,0 0 17,54 0-17,34 35 1,36-35 0,-36 18-16,-34-18 15,-1 0-15,0 18 16,71-18-1,-106 0-15,35 0 16,35 0 0,-35 17-1,-52-17 1,-1 0 0,-17 0-1,-1 35 1,19-35-1,-19 0-15,36 0 0,35 0 32,0 0-17,-17 0 1,17 0 0,-35 0-1,-18 0 1,1 36-1,-19-36-15,1 0 16</inkml:trace>
  <inkml:trace contextRef="#ctx0" brushRef="#br0" timeOffset="96206.21">23442 12771 0,'0'52'63,"0"90"-48,0-54-15,0-18 16,0 19 0,0-72-1</inkml:trace>
  <inkml:trace contextRef="#ctx0" brushRef="#br0" timeOffset="96645.3">23830 13229 0,'18'0'62,"-18"18"-31,0 52-15,0-17 0,0-35-1</inkml:trace>
  <inkml:trace contextRef="#ctx0" brushRef="#br0" timeOffset="97577.49">24465 12912 0,'0'0'0,"0"88"32,0-18-17,0-52 1,0 35 0,-18-18-1,18 1 16,71-1 79,194-35-79,-212 0-31,123-18 31</inkml:trace>
  <inkml:trace contextRef="#ctx0" brushRef="#br0" timeOffset="98101.89">24941 13123 0,'18'0'109,"0"53"-93,17 35 0,-35-17-1,0-53-15,0-1 16</inkml:trace>
  <inkml:trace contextRef="#ctx0" brushRef="#br0" timeOffset="101736.55">10918 15557 0,'0'18'62,"106"-18"-46,212 0-1,-18 0 17,141 0-17,-89 35 1,-140-35-1,-141 18 1</inkml:trace>
  <inkml:trace contextRef="#ctx0" brushRef="#br0" timeOffset="102771.9">15346 15505 0,'35'0'63,"247"35"-32,-141-35-31,371 53 31,-300-53-15,264 0-1,-370 0 1,35 0 0</inkml:trace>
  <inkml:trace contextRef="#ctx0" brushRef="#br0" timeOffset="103607.36">19544 15646 0,'35'0'78,"18"0"-62,88 0-1,159-36 1,88 19 0,-35 17-1,-89 0 1,-175 0 0,-19 0-16,18 0 15,-70 0-15,0 0 16,-1 0 62,1 0-62</inkml:trace>
  <inkml:trace contextRef="#ctx0" brushRef="#br0" timeOffset="104493.14">23636 15628 0,'18'0'78,"-1"0"-62,54 0-1,70 0 1,-70 0 0,70 0-1,-71 18 1,1-18 15,-18 0-15,-36 0-1,1 0 17,0 0-17,-1 17 17</inkml:trace>
  <inkml:trace contextRef="#ctx0" brushRef="#br0" timeOffset="118873.78">4692 16704 0,'35'0'109,"18"0"-77,88 0-1,-88 0-15,176 0-1,89 0 1,35 0-1,0 0 1,193 0 0,-352 0-1,512 18 1,-230-1 0,-70 19-1,-124-19 1,-70 18-1,-1-17 1,19 0 15,17 35-15,105-36 0,-122-17-16,17 18 15,264 17 1,-264-35-16,-35 18 15,317 0 1,-176 17 0,88-18-1,88-17 1,0 71 0,88-53-1,107 17 1,-407-35-16,18 53 15,-35-36-15,0 1 16,494 70 0,-300-88 15,0 18-15,35 35-1,-53-18 1,476 159 15,-634-176-15,-18-1-1,0-17 1,0 0 0,17 18-1,-17 17 1,35-35-1,18 0 1,88 0 15,-212 0-31,0 0 16,371 0 0,-371 0-16,36 0 15,-36 0-15,1 0 16,-19 0-16,-70 0 15,230 0 1,-230 0 0,71 0-1,70-53 1,-35 18 0,0-18-1,-71 53 1,36 0-1,17-17 1,0 17 0,-35-53 15,0 0-15,18 35-1,-159-17-15,-18 35 16,18-35-1,0-1-15,53-34 16,-53 34 0,0 1-1,53-88 1,-18 35 0,-35 35-1,35-36 1,-35 19-1,0 17 1,-53-35 0,35-36 15,-17-105-15,-1 123-16,1 18 15,-18-177 1,0 54-1,0-1 1,0 0 0,0 36-1,0 123 1,0 0-16,0 18 16,-53-53-1,53 70 1,-35-35-1,-18 53 48,35-18-47,-88-52-1,-105 52 1,-36 18-1,35-35 1,53-18-16,36 18 16,-1 35-16,-123 0 15,-70 0 1,-18 0 0,-18 0-1,53 0 1,18 0-1,0 0 1,-71 0 0,0 0-1,36 0 17,17 0-17,35 0 1,142 0-16,-1 0 15,-229 0 1,124 0-16,0 0 16,17 0-16,36 0 15,-353 0 1,194 0 0,-36 0-1,-17 0 1,35 0 15,177 0-31,-195 17 16,160-17 15,34 18-15,-17-18-1,53 0 1,53 0-1,-159 0 1,88 0 0,-70 0-1,-18 0 1,88 0 0,-70 0-1,-18 0 1,-35 0-1,-141 0 1,70 0 0,-53 0-1,71 0 17,53 0-17,-177 0 1,353 0-1,-141 0 1,36 0 0,-54 0-1,159 18-15,53-18 16,-211 53 0,193-53-1,-70 0 1,-35 0-1,17 0 1,-53 0 0,54 0 15,69 0-31,1 0 16,-124 0-1,1 0 1,52 0-1,18 0 1,0 0 0,17 0-1,19 17-15,52-17 16,-247 0 0,176 0-1,18 0 1,36 0-1,-89 0 1,71 0 0,-71 0 15,-35 0-15,0-17-1,18 17 1,17-18-1,-35-35 1,35 18 0,-141 35-1,212 0 1,-212-18 0,-70 1-1,158 17 1,89 0-1,70 0 1,-212 0 0,54-18-1,52 18 17,-18 0-17,-52-35 1,-35 35-1,52-36 1,88 36-16,1 0 16,-89 0-1,71 0-15,71 0 16,-107 0 0,142 0-1,-36 0 1,18 0-1,-158 36 1,-36 17 0,-53-18-1,53 0 17,53 18-17,106-53-15,-18 18 16,53-1-1,-17-17 1,-1 53 0,18-18-1,-17 18 1,17-17-16,35-19 16,-88 54-1,18-1 1,17 1-1,36 0 1,35-19 0,-35 37-1,35 16 17,0-69-32,0 17 15,-35 88 1,35-71-1,0 1 1,0 17 0,17-53-1,18 1 1,-17-36 0,17 35-1,1-17 1,17 17-16,-1 18 15,19 53 1,35-1 0,-53-34-1,-53-18 1,53-18 15,-18 18-15,0-18-1</inkml:trace>
  <inkml:trace contextRef="#ctx0" brushRef="#br0" timeOffset="126171.37">4727 15734 0,'18'0'157,"70"0"-142,-53-18 1,159 1 15,-105 17-31,34 0 16,283 0-1,-71 0 1,-106 0 0,-35 0-1,-123 0 1,-1 35-1,-52-35 1,52 35 0,36-35-1,-17 18 1,-1-18 0,-35 0-16,-36 0 15,19 0 1,-1 0 31,0 0-32,53 17 1,0-17 0,1 18-1,-1-18 1,18 0-16,-71 0 15,106 18 1,-88-18 0,0 0-1,-18 0 1,-17 0 46,123 0-30,-106 0-17</inkml:trace>
  <inkml:trace contextRef="#ctx0" brushRef="#br0" timeOffset="127615.87">5274 15822 0,'18'0'125,"17"0"-109,35 0 0,19 0-1,140 0 16,88 0 1,-228 0-32,17 0 15,176 0 1,-106 0 0,36 0-1,-1 0 1,-87 0-1,52 0 1,-87 18 0,-37-18-1,-16 0 63,70 35-46,-54-35-17</inkml:trace>
  <inkml:trace contextRef="#ctx0" brushRef="#br0" timeOffset="157930.23">26758 14111 0,'18'106'47,"-1"17"-31,1 124-1,-18-70 1,53-71 0,-53-54-1</inkml:trace>
  <inkml:trace contextRef="#ctx0" brushRef="#br0" timeOffset="158929.87">26441 14587 0,'35'18'110,"53"35"-95,-88-18 1,53 71 0,-18-71-16,18 18 15,-35-18 1,70-70 62,-53 18-62,18-36-16,0 0 15,-18 0-15,18 35 16,18-35-1,-53 36 1,-18-1 0,0 0 140,35-17-140</inkml:trace>
  <inkml:trace contextRef="#ctx0" brushRef="#br0" timeOffset="163791.97">27217 13406 0,'0'70'47,"-53"18"-32,0-17 1,35-54 0,18-34 140,71-18-141,-36 17 1,0-17 0,36 88 31,-18-1-16,-53-16 0,0-19-15,0 107 15,0-89-31,-18-17 16,-35 35-1,0-18 1</inkml:trace>
  <inkml:trace contextRef="#ctx0" brushRef="#br0" timeOffset="164408.81">27270 13335 0,'0'0'0,"88"-18"94,-53 1-78,0 17-16,1-18 15,-1 0 1</inkml:trace>
</inkml:ink>
</file>

<file path=ppt/ink/ink1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5:00:23.204"/>
    </inkml:context>
    <inkml:brush xml:id="br0">
      <inkml:brushProperty name="width" value="0.05292" units="cm"/>
      <inkml:brushProperty name="height" value="0.05292" units="cm"/>
      <inkml:brushProperty name="color" value="#FF0000"/>
    </inkml:brush>
  </inkml:definitions>
  <inkml:trace contextRef="#ctx0" brushRef="#br0">8555 6015 0,'17'0'188,"125"0"-157,-72 0-31,230 0 31,-53-18-15,0 18-1,-71 0 1,1 0 0,34 0-1,-17 0 1,-70 0 0,-71 0-16,35 53 15,0-53 1,-35 18-1,18-18 1,17 0 0,18 0-1,-53 0 1,35 0 15,-35 0-31,0 0 16,70 0-1,-35 0 1,-17 0 0,-1 0-1,36 0 1,-88 0 0,-1 0-1,36 17 48,106 1-32,35 17 0,-141-35 0,0 0-15,-18 0 78,36 0-63</inkml:trace>
  <inkml:trace contextRef="#ctx0" brushRef="#br0" timeOffset="1849.51">13970 6121 0,'35'-18'140,"36"18"-124,88 0 0,17 0-1,18 0 1,-88 0-1,-53 0 1,-18 0 0,18 0 15,35 0-15,-17 0-1,105 0 1,-88 0-1,36 0-15,-36 0 16,53 0 0,-88 0-1,18 0 32,34 0-31,1 0-1,35 0 1,-88 0-16,0 0 16,-35 0-1,-1 0 48,72 0-48,-19 0 1,36 0 0,-35 0-1,-19 0 1,-34 0 0,17 0-1,1 0-15,-19 0 16,124 0-1,-88 0 1,18 0 0,-1 0-1,-34 0 1,17 0 46,0 0-46,35 0 0,-18 0-1,-34 0 1</inkml:trace>
  <inkml:trace contextRef="#ctx0" brushRef="#br0" timeOffset="7236.51">4851 6667 0,'17'0'31,"19"0"-16,52 0 17,-18 0-17,19 0 1,16 0 0,-87-17-16,17 17 15,106-53 1,-52 35-1</inkml:trace>
  <inkml:trace contextRef="#ctx0" brushRef="#br0" timeOffset="7988.28">5362 6403 0,'0'-18'47,"18"18"0,35 53-32,35 0 1,-35 0 0,0-18-1,0-17 1,-53 17-16,0-17 47,0 35-32,0-18 1,0-17 0,-18 17-1,18-17 1</inkml:trace>
  <inkml:trace contextRef="#ctx0" brushRef="#br0" timeOffset="30000.16">17127 4604 0,'0'53'47,"-70"141"-32,-124 106 1,-53 52 0,-71 1-1,71-18 1,124-211 0,17 70-1</inkml:trace>
  <inkml:trace contextRef="#ctx0" brushRef="#br0" timeOffset="31029.96">16581 5045 0,'0'0'0,"70"-71"16,-52 71-16,35-53 16,88 0-1,-53 0 1,-53 18 0,-17 35 15,17-18 31,0 1 1,-17-18-48,35 17 1,-35 0 0,-1 18 109,-17 18-110,36 35-15,-36-18 16,17 71 0,1-35-1</inkml:trace>
  <inkml:trace contextRef="#ctx0" brushRef="#br0" timeOffset="31849.26">17762 4374 0,'0'18'31,"0"17"-15,0-17-16,0 17 15,0 1 1,0-19 0,71 71 77,-36-35-77,-17-17-16,-1-1 31,1 0-15,-18-17-16,0-1 15,0 19 1,0-19 109,-18-17-94</inkml:trace>
  <inkml:trace contextRef="#ctx0" brushRef="#br0" timeOffset="32487.8">17745 4374 0,'0'-35'16,"35"35"30,0-35-14,89 17-17,-1 1 1,-70 17 0</inkml:trace>
  <inkml:trace contextRef="#ctx0" brushRef="#br0" timeOffset="33078.49">17956 4886 0,'-17'0'32,"-36"0"-1,0 0-16,-18 0 1,54 0 0,-1 0 93</inkml:trace>
  <inkml:trace contextRef="#ctx0" brushRef="#br0" timeOffset="35204.4">6385 7179 0,'18'0'94,"229"0"-63,-88 0-31,599 0 31,-229 0-15,-158 0-1,-142 0 1</inkml:trace>
</inkml:ink>
</file>

<file path=ppt/ink/ink1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5:01:24.484"/>
    </inkml:context>
    <inkml:brush xml:id="br0">
      <inkml:brushProperty name="width" value="0.05292" units="cm"/>
      <inkml:brushProperty name="height" value="0.05292" units="cm"/>
      <inkml:brushProperty name="color" value="#FF0000"/>
    </inkml:brush>
  </inkml:definitions>
  <inkml:trace contextRef="#ctx0" brushRef="#br0">12206 5927 0,'18'0'266,"35"0"-188,-18 0-47,18 0-31,-18 0 31,53 17-15,-35-17-1,-17 0-15,-1 0 16,-18 0 0,54 0 374,-36 0-358,1 0-1,-1 0-16,18 0 1,0 0 0,-18 0-16,0 0 15,71 0 1,-35 0 0,-54 0-16,19 36 15,34-36 1,-52 0-1,17 0 1,18 0 47,-18 0-48,71 0 1,-18 0-1,-35 0-15,0 0 32,-35 0 30,35 0 1,141 0-32,-36 17 0,-87-17-15,-18 0-16,-18 0 15,36 0 79,211 0-63,35 0 1,-123 0-1,-158 0-31,17 0 94,141 18-79,-36-1 17,-105-17-17,18 0 1,-53 0 62,105 0-47,-35 36-15,-17-36-1,-1 0 1</inkml:trace>
  <inkml:trace contextRef="#ctx0" brushRef="#br0" timeOffset="2895.77">12153 5927 0,'35'0'140,"54"0"-93,52 0-16,35 0 1,-52-18-1,-71 18-16,17 0 1,-17 0-16,-18 0 16,-17 0-16,17-18 15,53 18 1,-35 0 0,18 0-1,-1 0 1,54 0-1,-54 0 1,-17 0 0,0 18-16,-35-18 15,0 0 17,34 18-32,-34-18 78,35 0-63,106 0 1,-36 0 0,89 0-1,-53 0 1,-124 17-16,0-17 15,1 0 1,-19 0-16,18 0 16,18 36 46,0-36-46,-17 0-16,52 0 15,53 0 1,-88 0 0,88 0-1,-123 0 1,-1 0 0,18 0 93,36 17-78,-53-17-31,35 35 16,-36-35-1,71 18 1,-70-18 0,35 0-1,-35 0 1,17 0 0,0 0-1,36 0 1,-18 0-1,-36 18-15,19-18 16,16 0 0,-16 0-1,-1 0 1,18 0 15,-18 0-15,-17 0-16,-1 0 15,72 17 1,-72-17 0,1 0-1,17 0 17,18 0 61,-18 0-61,-17 0-32,35 0 31</inkml:trace>
  <inkml:trace contextRef="#ctx0" brushRef="#br0" timeOffset="4567.21">12171 4992 0,'53'0'125,"17"0"-110,1 0 1,105 0-1,89 0 1,35 0 0,0 0-1,-1 17 1,1-17 0,-70-17-1,-107 17 1,-35 0-16,-17 0 15,17 0 1,53 0 0,-88 0-16,-35 0 15,87 0 1,19 0 0,35 0-1,17 0 1,-88 0-1,18 0 1,-71 0-16,18 0 16,0 0-16,-35 0 15,88 0 1,-18 0 0,-53 0-1</inkml:trace>
  <inkml:trace contextRef="#ctx0" brushRef="#br0" timeOffset="6564.33">12330 5045 0,'35'0'78,"35"0"-47,-34 0-15,52 0 0,18 0-1,-71 0-15,71 0 16,-18 0 0,0 0-1,36 17 1,-18-17 15,35 18-15,-71-18-1,36 35 1,-18-17 0,36-18-1,-36 35 1,-18-35-1,19 18 1,-1-18 0,0 0-1,0 0 1,0 0 0,-17 0-1,-53 0-15,35 0 16,52 0 15,-16 0-15,16 0-1,-16 0 1,-1 0 0,0 0-1,-17 0 1,-19 0-16,-16 0 15,70 0 1,-71 0 0,18 0 62,0-18-63,35 1 17,-18-19-17,-52 36 1,0 0 125,35-35-110,-18 35 172,88-35-172,-87-18 0</inkml:trace>
  <inkml:trace contextRef="#ctx0" brushRef="#br0" timeOffset="26365.03">7479 5962 0,'53'0'94,"35"0"-63,53 0-15,141 0 0,-141 0-16,36 0 15,387 18 1,-229 17-1,-17-18 1,17-17 0,-35 18-1,-18-18 1,-70 0 0,-89 0-16,-52 0 15,17 0 1,-70 0-1,35 0 32,123 0-31,71 0 0,17 0-1,-87 0 1,-107 0-1,-34 0 1,-19 0 0,89 0 77,-18-18-77,-52 18 15,17 0-15,-18 0 140,18 0-140,-18-35-1,-17 35 1</inkml:trace>
  <inkml:trace contextRef="#ctx0" brushRef="#br0" timeOffset="30046.29">5962 4815 0,'0'0'0,"-53"-17"16,-53-71-1,71 70 1,-18 0-1,18 1 1,-1-19 0,-69 36-1,16-17 1,54-1-16,17 18 16,-52 0-1,-18-35 1,35 35-1,-18 0 1,18 0 0,-35 0 15,0 17-15,53 1-16,35 0 15,-71 35 1,53-53-1,18 35 32,-141 124-15,-35-36-1,123-88 0,53-17 16,-70 123-16,70-106-15,-36 18-1,-34 36 1,34-37 0,36-34-1,0 0 1,0 17 15,0 53-15,0-52-1,18 34 1,-18 1 0,18-36 15,-18 0-15,53 0-1,-18 1 1,0 17-1,0-36-15,1 1 32,-19 17-17,19-35 1,-1 0 0,-17 35-1,17-17 1,-18 0-1,1-18 1,0 17 0,-1-17 15,1 0-31,0 36 16,35-1-1,-1-17 1,1 35-1,-17-1 1,34-34 0,1-18-1,35 53 1,-71-53 0,0 0-1,0 0 1,18 0-1,0 0 1,0 0 0,0 0-1,-18 0 1,107-18 0,-54-35-1,-53 53 1,0-17-1,36-1 1,-36 18 0,71-17-1,17-36 1,-105 53 0,17-36-1,-17 36 1,17 0-1,1 0 17,-19 0-1,1-35-15,-1 35-1,1-18 16,0 18-15,17-17-16,-17-19 16,-1 1-1,1 18 1,17-19 0,-35-17-1,0 18 1,0 0-1,0 17 1,0 1 0,0-19-16,0-34 31,0 34-15,0-16-1,0-1 1,-17 17-1,17-17 1,-18 0 0,-17 18-1,35-18 1,0 18 0,-53 35-1,35-35 1,0 17-1,18 0-15,-35 1 32,35-18-17,-35-1 17,0-17-17,17-17 1,-17 17-1,17 53-15,0-35 32,1 17-17,-19 18 17,36-18-17,-35-17 1</inkml:trace>
  <inkml:trace contextRef="#ctx0" brushRef="#br0" timeOffset="33548.25">17992 11130 0,'70'-18'156,"-52"18"-140,17 0-1,18-17 1,0 17-16,35 0 16,124-35-1,-53-18-15,52 0 16,442 53-1,-336 0 1,-52 0 0,-71 0-1,-88 0 17,-36 0-17,-17 0 1,-17 0-1,16 0 1,1 0-16,18 0 16,35 0-1,53 0 1,-18 0 0,-53 0-1,-18 0 1,-17 0-1,53 35 1,53 0 0,88-17-1,-71-18 1,-35 18 15,-52-1-15,16 18-1,-69-35 1,17 0 0,-18 18-1,35 17 1,36-35 0,-18 18-1,-35-18-15,53 18 16,-71 17-1,-17-35 1,0 0 78</inkml:trace>
  <inkml:trace contextRef="#ctx0" brushRef="#br0" timeOffset="41376.42">9472 12047 0,'18'0'1265,"-1"0"-1249,19 0-1,-19 0 1,19 0 0,-19 0 31,1 0-32,52 0 16,36 36 1,-35-36-17,35 0 1,88 17 0,0 1-1,-36 0 1,-69-18-1,-36 0-15,-1 0 16,107 0 0,-106 0-16,-18 0 15,18 0-15,35 0 16,1 0 0,-54 0-1,-17 0 1,52 0 46,-35 0-46,18 0-16,0 0 16,35 0-1,54 0 1,-72 0-1,-52 0 1,52 0 62,265 0-47,-88 0 1,-176 0-17,-36 0 1,18 0 0,-35 0-1,17 0 1,-17 0-1,35 0 1,35 0 0,53-18-1,-71 18-15,1 0 16,141 0 0,-159 0-1,35 0 1,-71 0-1,142 0 17,53 0-17,0 0 1,-1 0 0,1 0-1,-159 0-15,17 0 16,36 0-1,-53 0-15,18 0 16,-1 0 0,-17-18-1,53 18 1,53 0 0,17 0-1,-17 0 1,-18 0 15,-106 0-15,36 0-1,-18 0 1,35 0 0,18 0-1,-18 0 1,0 0-1,-35 0 1,0 0 0,-18 0-1,36 0 1,17 0 0,-53 0-1,1 0 1,16 0-1,19 0 17,-18 0-17,35 0 1,-70 0-16,35 0 16,0-35-1,0 35-15,17 0 16,18 0-1,0 0 1,-35 0 0,18 0-1,-18 0 1,0 0-16,-36 0 16,72 0-1,-36 0 1,-1 0-1,19 0 17,17 0-17,18 0 1,-18 0 0,-35 0-16,-35 35 15,123-35 1,-71 0-1,-17 0 1,0 0 0,0 0-1,18 36 1,-1-36 0,36 17-1,-35-17 1,-18 0-1,-18 0 17,35 0-17,-17 0 1,36 0 0,-19 0-1,-17 0-15,-35 0 16,87 0-1,-69 0 1,-1 35 0,18-35-1,0 0 1,88 0 0,0 0-1,-70 0 1,-54 0-1,54 0 79,-1 0-78,1 0-1,-18 0 1,-18 0-16,-17 0 16,-1 0-16,54 0 62,0 0-31,-1 0 1,-35 0-17,-17 0 1,0 0 0,17 0-1,0 0 1,0 0-1,-17 0 1</inkml:trace>
  <inkml:trace contextRef="#ctx0" brushRef="#br0" timeOffset="45842.95">24201 6473 0,'17'0'93,"71"18"-77,36 0 0,-18-18-1,-18 0 1,0-18-1,-70 18 1</inkml:trace>
  <inkml:trace contextRef="#ctx0" brushRef="#br0" timeOffset="46625.71">24324 7267 0,'18'0'78,"17"0"-62,0 35-1,71-35 1,-53 18 0,35 17-1,0-17 1,-52 0-1,17-18 1</inkml:trace>
  <inkml:trace contextRef="#ctx0" brushRef="#br0" timeOffset="47375">24624 8414 0,'0'0'0,"70"0"94,107-18-63,-142 0-16,36 18 1,-36 0 0,-17-35-1</inkml:trace>
  <inkml:trace contextRef="#ctx0" brushRef="#br0" timeOffset="135453.73">8343 3722 0,'-35'17'63,"-371"248"-32,-123 35 0,441-247-15,-36 35-1,89-35 1,-18-35-16,18 17 16</inkml:trace>
  <inkml:trace contextRef="#ctx0" brushRef="#br0" timeOffset="136258.07">6950 4198 0,'35'0'47,"-35"35"-31,0 89 0,0-54-1,-35-34 1,-1 52-1,36-35 1,0 0 0,0-36-1,36-17 1,-36 18 0,17 17-1,19-35 1,-1 35-1,0-17 1,-17 17-16,70 1 31,-53 17-15,53-36 0,1-17-1,-1 0 1,0 0-1,-17-17 1,-18 17-16</inkml:trace>
  <inkml:trace contextRef="#ctx0" brushRef="#br0" timeOffset="138758.54">12982 6791 0,'18'0'125,"-1"0"-109,1 0-16,0 18 15,123 17 1,-71-17 0,318-1-1,-158-17 1,-19 0 15,-140 0-31,52 0 31,-70 18 16,0-18-31,18 17-1,52-17 1,-70 18 0,-35-18-1,17 0 1,0 0 0,-35 18-16,36-1 15,17-17-15,-36-17 16,1 17-1,0 0 32,34 0-15,-34 0-17,0 0 1</inkml:trace>
  <inkml:trace contextRef="#ctx0" brushRef="#br0" timeOffset="145893.41">20884 5415 0,'0'53'63,"0"18"-47,0 17-1,0 0 1,0-35-1,0-18 1</inkml:trace>
  <inkml:trace contextRef="#ctx0" brushRef="#br0" timeOffset="146635.19">20743 5803 0,'18'0'94,"-18"18"-78,35-1-1,-35 1 1,18-18 15,17 0 63,53-88-63,-70 53-15,0 35 31,-18-36 31</inkml:trace>
  <inkml:trace contextRef="#ctx0" brushRef="#br0" timeOffset="148218.62">22013 5309 0,'18'0'31,"0"106"-15,17-35-1,-17-1 1,-18-34 0,35 34-1,-35-35 1,0-17 0,0 17-1,35-35 1</inkml:trace>
  <inkml:trace contextRef="#ctx0" brushRef="#br0" timeOffset="149141.1">21855 5592 0,'17'0'31,"1"0"-15,35 0-1,-53 35 1,70 18 0,-34-36-1,17 36 1,-18-35 0,-18 17-16,1-35 15,0 0 48,-1 0-48,36 35 1</inkml:trace>
  <inkml:trace contextRef="#ctx0" brushRef="#br0" timeOffset="149863.07">22331 5733 0,'0'17'62,"-18"19"-46,1 16 15,17-16 188,0-19-157,-18 19-30,0-36-17,1 0 48,-1 0-1</inkml:trace>
  <inkml:trace contextRef="#ctx0" brushRef="#br0" timeOffset="152936.84">16298 6932 0,'71'0'93,"-36"0"-77,71 0 0,35 0-1,-17 0 1,52 0-1,71 0 1,53 0 0,158 0-1,36 0 1,18 0 0,-107 0-1,-158 18 1,-158 35-1,-54-53 17,18 0 15,35 0-32,-53 0 1,18 0-1,35 0 1,18 0 0,18 0-1,-1 0 1,-105 0-16,35 0 16,70 35-1,1-35 1,105 53-1,-53-36 1,-52-17 15,-89 0-15,-35 18 31</inkml:trace>
  <inkml:trace contextRef="#ctx0" brushRef="#br0" timeOffset="179488.39">30251 4180 0,'0'0'0,"17"0"31,89 0 1,-53 0-17,53-17 1,-18-19 0</inkml:trace>
  <inkml:trace contextRef="#ctx0" brushRef="#br0" timeOffset="211186.78">12859 6844 0,'0'18'16,"35"-18"0,0 0-1,-17 17 1,52-17-1,1 18 1,-18-18-16,0 0 16,-18 0-16,36 0 15,140 0 1,-105 0-16,88 0 31,-176 0-15,0 0 15,34 0 0,19 35-15,17-35 0,18 18-1,-71-18-15,18 0 16,0 0-16,-35 0 15,35 17 1,17 19 0,-17-36-1,18 35 17,17-17-32,0 17 15,0-18 16,-70-17-31,0 0 16,-1 0 47,18 18-48,1-18 1</inkml:trace>
  <inkml:trace contextRef="#ctx0" brushRef="#br0" timeOffset="-195621.68">27940 4233 0,'0'71'140,"0"52"-108,-18 107-17,-35-72 1,53-52 0,-35-53-16,35 0 15,0-18 1,0 1-1</inkml:trace>
  <inkml:trace contextRef="#ctx0" brushRef="#br0" timeOffset="-192428.32">27993 4180 0,'35'0'47,"0"0"-16,230-17 0,176 17 1,35 0-1,-423 0 0,0 0-15,-18 0-16,-17 0 15,53 0 1,-54 0 0,1 0-1,-1 0 17,-17 35 77,0 53-78,0-17-15,0 52-1,0-35 1,0 18 0,0-35-1,0-54 17,0 19-1,36-1-16,17 36 1,-36-1 0,-17-35-1,0-17 142,0 17-142,0 18 1,18 18 187,-18-54-187,0 36 155,0 36-155,0-37 0,0-16 234,-53-36-219,-106 17-15,106 19-16,0-19 15,-123-17 1,141 18-1,0-18 1,-1 18 0,-52 17-1,35-35 17,-35 18-17,17 17 1,18-35-1,1 0 32,-107 0-15,106 0-17,-18 0 1,54 0 31,-1 0-16,-35 0-15,18 0-1,17 0 1,1 0-1,-19-18 48,-17-70-32,18 70-15,35 1-1,-35-54 32,35 18-15,-18-35-17,-17 17 1,17 1-1,18 17 1,0 0 0,0 18-1,0 0-15,0-1 16,0 19-16,0-36 31,0 0-15,18 17-1,-18-16 1,0 16-16,18 1 16,-18 17-16,17 18 15,1-70 17,-18-1-17,35 54 1,-35-19-1,0 1 1,0 0 62</inkml:trace>
  <inkml:trace contextRef="#ctx0" brushRef="#br0" timeOffset="-190766.96">26599 6650 0,'18'17'16,"17"54"-1,1-36 1,-36 18-16,35 35 31</inkml:trace>
  <inkml:trace contextRef="#ctx0" brushRef="#br0" timeOffset="-190005.07">26652 6491 0,'36'71'31,"-19"-1"-16,1-35-15,-18 36 16,18 35 0,-18-53-16,17 70 15,-17-35 1,0-52 0</inkml:trace>
  <inkml:trace contextRef="#ctx0" brushRef="#br0" timeOffset="-188226.54">26793 6597 0,'18'0'47,"35"0"-31,0 0-16,0 0 15,194-71 1,-36 18 0,-34 53-16,264 0 31,-177 0-31,-17 0 15,494 0 1,-300 0 0,0 0-1,-70 0 1,-213 0 0,-70 0-1,54 0 1,-1 0-1,17 0 1,-52 0 0,53 0-1,-106 0 1,0 0 0,-18 0-1,-35 36 157,0 122-141,0-122-31,0 70 32,0-71-32,35 0 31,-105 18 125,-159-35-125,-371 35 1,247-53-1,88 0-16,142 0 1,-89 0 0,-35 17-1,36 1 1,105 0 0,-194-18-1,159 0 1,-53 17-1,53-17 1,17 0 0,54 0-1,-1 0 1,-17 0 0,-18 0 15,71 0-31,-36 0 15,-87 0 1,69 0-16,1 0 16,-176 0-1,175 0 1,54 0 140,-53 0-125,53 0-15</inkml:trace>
  <inkml:trace contextRef="#ctx0" brushRef="#br0" timeOffset="-187184.87">29210 5644 0,'53'89'78,"-53"316"-46,-35-334-1,35 35 0</inkml:trace>
  <inkml:trace contextRef="#ctx0" brushRef="#br0" timeOffset="-186308.2">28998 6085 0,'18'36'78,"141"87"-47,-124-105-15,0 17-1,-17 0 17,0-17-17,17 0 1,-18-1-1,1-17 95,35-35-79,-53 0-15,35 17-1,-35 0-15,0 1 16,0-1-16,0 1 16,0-19-1,0 1 79,18 35-78,0-18-1,-18 1-15,0-19 16</inkml:trace>
  <inkml:trace contextRef="#ctx0" brushRef="#br0" timeOffset="-184556.6">27005 7796 0,'18'0'94,"-18"89"-63,0-54-15,0 53-1,0-53 1,17 106 0,1-70-16,-18-18 15,53 88 1,-18-70-1,-35-54 1,0 1 0,18-18-1</inkml:trace>
  <inkml:trace contextRef="#ctx0" brushRef="#br0" timeOffset="-181933.49">27040 7743 0,'36'0'63,"17"36"-48,17-36 17,-17 0-17,71 0 1,87 0 0,89-18-1,0 18 1,-106 0-1,53 0 1,-159 0-16,36 0 16,-72 0-1,1 0-15,-17 0 16,87-18 0,-70 1-1,35 17 1,-17 0-1,35 0 17,-18 0-17,-35-35 1,-36 35 0,1 0-1,17-18 1,71 18-1,18 0 1,34 0 0,-69 0-1,16 0 1,-16 0 0,-19 0-1,36 18 1,-18-18-1,-35 0 17,71 0-17,-89 0 1,0 0 0,0 0-1,-17 0 1,17 0 15,54 0-15,-37 0-16,-16 0 15,34 0 1,-17 0 62,-18 0-47,-17-18-31,-18 106 110,18 36-95,-18-54-15,17 1 16,-17 52 0,18 54-1,17-107 1,-17-35-1,-18 1 17,18-36-17,-1 17 1,1-17 15,35 88-15,-18-52-1,-35-19 1,-71-17 78,-281 0-63,-89 0 0,247 0-15,53 0 0,-89 36-1,1-19 1,0 1-1,17 17 1,124-35 0,-18 0-1,18 18 1,-18-18 0,-70 0-1,17 0 1,35 0-1,71 0 1,1 0-16,34 0 31,-17 0-15,-18 0-16,0 0 16,-18 0-1,18 0-15,-17 0 16,-18 0-16,-54 0 15,-52 0 1,53 0 0,35-18-1,54-17 1</inkml:trace>
  <inkml:trace contextRef="#ctx0" brushRef="#br0" timeOffset="-180946.58">27552 8167 0,'-18'35'109,"18"0"-93,0 36-1,0-36 1,0-17 15,36-1-15,-19-17 15,1 0-15,-1 0-1,36 0 17,-17 0-17,-1 0 1,53-35 0,-88 0-1,0 17 1,0-17-1,0 17 1,-17-35 0,-19 53-1,-17-52 1,18 16 0,0 36-1,17 0 1,-17-35-1,35 17 142</inkml:trace>
  <inkml:trace contextRef="#ctx0" brushRef="#br0" timeOffset="-180095.4">28275 7990 0,'0'18'94,"-88"141"-79,88-124 1,0 0-1,0 18 1,18-17 31,-1-19-16,89-17 0,-71 0-15,36 0 15,-53 0-15,-18-53 31,0 18-32,-53 0-15,0-18 32,53 18-17,-36 35-15,36-18 47,-17 18-31</inkml:trace>
  <inkml:trace contextRef="#ctx0" brushRef="#br0" timeOffset="-179178.51">29069 8167 0,'-18'17'109,"18"19"-93,0-1-1,0-17 1,18 70-1,35-53 1,-18-35-16,-35 18 16,53 17-1,-35-35 1,17 0 0,18 0-1,-18 0 1,-35-35 15,-18-1 0,18 19-15,-70-1 0,52 1-1,-17-19 1,0 36-1,35-17 1</inkml:trace>
  <inkml:trace contextRef="#ctx0" brushRef="#br0" timeOffset="-178479.22">29722 8114 0,'0'35'78,"0"18"-62,0 18-1,0-18 1,17-18 0,18-18-1,1-17 48,17 0-48,-53-35 48,-18-35-32,0 52-15</inkml:trace>
  <inkml:trace contextRef="#ctx0" brushRef="#br0" timeOffset="-177779.68">30409 8184 0,'-88'18'31,"53"35"1,35 88-1,0-123-15,18-18-1,-18 17 1,105 19 15,-34-54-15,-18-35-1,0 18 1,-36 0 0,-17 17 15,0 0 31</inkml:trace>
  <inkml:trace contextRef="#ctx0" brushRef="#br0" timeOffset="-177162.62">30992 8149 0,'-53'0'46,"35"35"-30,0 1 0,1-1-1,17 18 1,0-18 0,70 0 30,-52-35-30,17 0-16,18-17 16,0-1-1,0-35 32,-35-17-31,-18 34 31,-36 36-32</inkml:trace>
  <inkml:trace contextRef="#ctx0" brushRef="#br0" timeOffset="-175385.07">27217 6826 0,'35'18'47,"71"17"0,-53-35-31,-18 35-1</inkml:trace>
  <inkml:trace contextRef="#ctx0" brushRef="#br0" timeOffset="-174863.4">28134 6773 0,'18'0'94,"-1"0"-78,19 0-1,-1 0 1,-18 0 0</inkml:trace>
  <inkml:trace contextRef="#ctx0" brushRef="#br0" timeOffset="-174372.56">28769 6844 0,'35'0'62,"89"0"-31,-71 0-15,0-35 0,70 35-1</inkml:trace>
  <inkml:trace contextRef="#ctx0" brushRef="#br0" timeOffset="-173881.66">29898 6809 0,'18'0'15,"-18"-18"1,17 18 0,54-18 46,17-17-31,-35 35-31</inkml:trace>
  <inkml:trace contextRef="#ctx0" brushRef="#br0" timeOffset="-173319.18">30462 6756 0,'36'0'31,"-19"0"0,1 0 16,0-18-16,-1 18-31,36 0 32,71 0-17,-107 0 1,-17-18-1,35 18 32,18 18-15</inkml:trace>
  <inkml:trace contextRef="#ctx0" brushRef="#br0" timeOffset="-171503.1">27305 6897 0,'35'17'94,"-35"142"-63,0-18-15,0 36-1,0-1 1,0-17 0,0-106-16,0-18 15,36 53 1</inkml:trace>
  <inkml:trace contextRef="#ctx0" brushRef="#br0" timeOffset="-170273.15">28257 7073 0,'0'0'0,"53"282"31,-53 71 0,0-318-15,0 36-1,0-18-15,0-35 16</inkml:trace>
  <inkml:trace contextRef="#ctx0" brushRef="#br0" timeOffset="-169535.44">27993 6862 0,'18'0'47,"-18"35"-31,0 53-1,-71 88 1,-123 54 0,-18 70-1,89-195 1,105-87 15</inkml:trace>
  <inkml:trace contextRef="#ctx0" brushRef="#br0" timeOffset="-168851.16">27393 7214 0,'35'18'31,"54"70"-15,-1-53 0,0 36-1,-35 52 1,18 36-1,-1-53 1,-17-53 0,-53-35 31,53-1-1,0 18-14</inkml:trace>
  <inkml:trace contextRef="#ctx0" brushRef="#br0" timeOffset="-167913.41">28875 6985 0,'0'18'62,"0"35"-46,-88 52 0,-124 19-1,0 17 1,-17 18-1,17-53 1,-123 140 0,282-210-1,-105 17 1,158-18 0</inkml:trace>
  <inkml:trace contextRef="#ctx0" brushRef="#br0" timeOffset="-164839.04">27605 6932 0,'35'0'15,"53"71"1,-17-1-1,17 1 1,-17 17 0,-54-18-1,19 107 1,-19-54 0,1 36-1,-18-71 1,35-52-16,-35-1 15,18-35 17,-1 0-17</inkml:trace>
  <inkml:trace contextRef="#ctx0" brushRef="#br0" timeOffset="-163466.28">28275 7003 0,'0'0'0,"71"53"31,17 17-15,-18 54-1,54 87 1,-36-87-1,0 17 1,-35-35 0,35-36 15,-52-17-15,17-18-1,17 18 1,-17-17-1,-18-36 1,-17 35 0,-18-53 77</inkml:trace>
  <inkml:trace contextRef="#ctx0" brushRef="#br0" timeOffset="-162591.25">29069 6950 0,'0'88'47,"0"88"-32,0 36 1,0-106 0,18 176-1,-1-229 1,1 0-1,17 0 1,-17-36 0,-18 19 15,17-36-15</inkml:trace>
  <inkml:trace contextRef="#ctx0" brushRef="#br0" timeOffset="-161800.04">29898 7038 0,'-53'88'31,"35"-53"-15,-17 18-16,-53 53 15,-53 194 1,35-71 0,35-52-1,36-107 17,35-52-17</inkml:trace>
  <inkml:trace contextRef="#ctx0" brushRef="#br0" timeOffset="-161054.84">29122 7073 0,'17'0'16,"54"18"0,35 141-1,-36 35 1,19-18 0,-37-35-1,37-17 1,-36-54-1,-18 1 1,0-36 0,-17-17 31,-1-18-32,1 0-15</inkml:trace>
  <inkml:trace contextRef="#ctx0" brushRef="#br0" timeOffset="-160139.05">30198 6773 0,'-18'53'46,"-17"141"-30,-18 36 0,-18 17-1,54-124 1,-89 194 0,53-87-1,35-142 1</inkml:trace>
  <inkml:trace contextRef="#ctx0" brushRef="#br0" timeOffset="-159355.15">30215 6950 0,'18'141'16,"53"159"-1,-36 88 1,35-106 0,-70-159-16,18-70 15,17-17 1,-35-19-16,36-17 15</inkml:trace>
  <inkml:trace contextRef="#ctx0" brushRef="#br0" timeOffset="-158691.93">30639 6985 0,'-18'123'31,"0"1"-31,-52 123 15,52-124 1,18-34-16,0-1 16,0 53-1,0-71 1,-35-52 0,35 17-1</inkml:trace>
  <inkml:trace contextRef="#ctx0" brushRef="#br0" timeOffset="-158038.6">30251 7020 0,'0'0'0,"88"88"15,-53-17-15,18 35 16,71 123-1,-72-105-15,19 17 16,0-18 0,-19-70-1,-52-35 1,0-1 0,36-17 15</inkml:trace>
  <inkml:trace contextRef="#ctx0" brushRef="#br0" timeOffset="-157403.21">30745 6879 0,'0'124'31,"35"34"-15,-18 107 0,19 70-1,-36-17 1,17-107 0,1-87-1,0-89 1</inkml:trace>
  <inkml:trace contextRef="#ctx0" brushRef="#br0" timeOffset="-155411.52">31627 7602 0,'17'0'31,"1"0"-15,17 0-1,0 0 17,-17 0-17,0 0 1,-1 0 0,1 36-1,-18 34 48,-35 1-48,-1-1 1,-17-34 0,36-36-1,70 0 188,-18 0-171,0 35-1,18 0-16,-53 0 1,0 18 0,0-17-1,0 17 1,-35-1 0,0-16-1,-54-1 16,-34-35-15,88 0 0,17-18-1,-17 18 17</inkml:trace>
  <inkml:trace contextRef="#ctx0" brushRef="#br0" timeOffset="-153991.92">32032 7708 0,'18'0'31,"-18"35"-16,0 36 1,0 17 0,0-70-16,0-1 15,0 36 1,17-53 0,36 0 77,0-35-77,-17 0 0,-36 17-1,0 1 1,-18-36-1,0 53 1,-17-53 0,0 53-1,-18-36 1,88 1 109,18 18-109,53-19-1,-71 36 1,0-17-1,-17 105 110,-18 88-93,0-105-17,0-54 1,18-17 78,35-35-94,0-35 15,-53 52 1,52-35 0,-69 18 15,17 17 0,-35 18 0,35-18-15,-18 18 15,18-17-15</inkml:trace>
  <inkml:trace contextRef="#ctx0" brushRef="#br0" timeOffset="-153142.6">31909 8449 0,'17'0'47,"36"0"-31,159 0-1,35-71 1,-106 36 0,-106 35-1</inkml:trace>
  <inkml:trace contextRef="#ctx0" brushRef="#br0" timeOffset="-148683.68">15117 7655 0,'105'0'62,"178"0"-30,-107 0-17,194 0 1,-211 0 0,-124 0-1,18 0-15,-35 0 16,17 0 62,36 0-47,-54 0 0</inkml:trace>
  <inkml:trace contextRef="#ctx0" brushRef="#br0" timeOffset="-144960.28">15205 8661 0,'17'0'63,"36"0"-48,35-36 1,1 36 0,-1-17-1,0 17 1,-35 0-16,0 0 16,-18 0-16,18-36 15,0 36-15,-35 0 16,-18-17 109</inkml:trace>
  <inkml:trace contextRef="#ctx0" brushRef="#br0" timeOffset="-143353.21">27287 9331 0,'18'18'187,"35"35"-171,-53 35 0,18 0 15,-18-18-16,0-34 1</inkml:trace>
  <inkml:trace contextRef="#ctx0" brushRef="#br0" timeOffset="-142682.8">27428 9454 0,'0'89'31,"0"-178"-31,0 231 16</inkml:trace>
  <inkml:trace contextRef="#ctx0" brushRef="#br0" timeOffset="-142234.39">27428 9384 0,'18'0'31,"0"53"-15,-1 88-1,-17-53 1,0 88 0,-17-123-1,17 0 1,0-17-1</inkml:trace>
  <inkml:trace contextRef="#ctx0" brushRef="#br0" timeOffset="-140232.71">27323 9349 0,'17'0'31,"19"0"1,52 35-17,-53-35 1,-17 0-16,35 0 16,-1 0-16,125 0 31,-107 0-16,36 0 1,-53 0-16,0 0 16,300 0-1,-89 0-15,336 0 16,-335 0 0,35 0-16,-36 0 15,36 0 1,-124 0 62,71 0-47,-53 0 0,-105 0-15,-36 0-16,-36 0 16,1 0-16,-1 0 15,1 0 1,0 0-16,17 0 16,53 0-1,0 35 1,1-17-1,-72-18 1,1 0 47,105 53-32,-105-53-16,-18 35 157,35 124-140,-17-71-1,-89-88 78,-105 0-78,-212 0 1,53 18-1,247-18-31,-248 0 16,107 0 15,-53 0-31,88 0 31,88 0-31,0 0 16,-70 0-1,141 0 1,17 0 0,-88 0-1,-35 0 1,-106 0-1,35 0 1,-52 0 0,105 0-1,124 0-15,-18 0 16,18 0 0,-1 0 30,-70 0-30,-52 0 0,-72 0-1,107 0-15,-1 0 16,19 0 0,105 17 109</inkml:trace>
  <inkml:trace contextRef="#ctx0" brushRef="#br0" timeOffset="-138820.9">27993 9543 0,'0'17'79,"0"1"-64,18 17 16,17 18-15,-18-53 0,1 18-1,35-1 1,-18-17 15,-35 36-15,36-36 31,-1-36-32,-35-17 1,-18-17 0,-35 52-1,18 1 16,0-36-15,-1 53 0,19-18-16,-1 0 62</inkml:trace>
  <inkml:trace contextRef="#ctx0" brushRef="#br0" timeOffset="-138149.65">28363 9472 0,'36'18'31,"-36"17"-15,17 0 15,1-17-31,-18 0 16,35-1-1,0 1 1,1-1 0,-19 19-1,19-19 1,-54-52 62,-17-53-62,-18 53 15,18-1 0,17 19 0</inkml:trace>
  <inkml:trace contextRef="#ctx0" brushRef="#br0" timeOffset="-137500.05">29034 9454 0,'0'18'79,"17"35"-48,19-35 0,-36-1-15,35-17-1,-18 18 1,19-18 0,-1 0-1,0 0 1,-52-18 15,-19-17-15,19 0-16,-19 35 15,1-36 1,18 36 15</inkml:trace>
  <inkml:trace contextRef="#ctx0" brushRef="#br0" timeOffset="-136899.83">29457 9596 0,'35'88'16,"-17"-35"0,-1-36-1,1 1 1,17 0 15,1-18 16,-1 0-31,-35-18 15,0-35-15,-53 35-1,53 1 1,-35-19 31,17 36 0</inkml:trace>
  <inkml:trace contextRef="#ctx0" brushRef="#br0" timeOffset="-136251.86">29968 9596 0,'36'0'16,"-36"17"-1,35 1 1,-17 17 15,-1 0-15,19-35 46,-36-35-15,0 0-31,0 17-16,-18 1 47,0 17-32</inkml:trace>
  <inkml:trace contextRef="#ctx0" brushRef="#br0" timeOffset="-135618.39">30674 9648 0,'-71'36'16,"36"-1"-1,35 0 32,18-17-16,-1-18-15,19 0 15,-1 0-15,-35-35 15,0-1-15,0 1-1,0-18 17,-18 53-17,1 0 32</inkml:trace>
  <inkml:trace contextRef="#ctx0" brushRef="#br0" timeOffset="-134569.18">32226 9349 0,'36'53'31,"-19"123"1,1-141-17,-1 36 1,19-54-16,-19 1 16,-17 17-1,18-35 1</inkml:trace>
  <inkml:trace contextRef="#ctx0" brushRef="#br0" timeOffset="-133808.79">32456 9419 0,'0'18'47,"0"17"-31,17 0 0,36 18-1,0 18 1,-53-54 31,53-17-32,53 0 1,-106-70 0,0 52-1,-18-17 1,-35-18-1,-17 0 1,-1 18 15,-35 35-15</inkml:trace>
  <inkml:trace contextRef="#ctx0" brushRef="#br0" timeOffset="-133135.39">32702 9296 0,'0'0'0,"18"0"47,0 0-16,-1 70 47,-17-34-62,36 34-1,-1 1 1,-35-54-16,18-17 16,-18 18-1,35-18-15,-35 18 31,88 17-15,-53-35 0,18 0 15,-53-88 16,-17 35-16,-1 35-15,18-35-1,-18 53 1,1 0 0,17-17 30,-53-19-14</inkml:trace>
  <inkml:trace contextRef="#ctx0" brushRef="#br0" timeOffset="-126037.13">25012 7814 0,'0'0'0,"18"0"31,52 18-16,1 52 1,17 1 0,-70-54-16,17 36 15,-18-17 1,19-19 0,-107-17 77,36-70-61,-18 52-32,35 0 31,1 18-16,17-17 1,-18-19 0,53-52 46,36 35-46,-1 0-1,19 1 1,-19 34 0,-17 18-1</inkml:trace>
  <inkml:trace contextRef="#ctx0" brushRef="#br0" timeOffset="-125506.55">25541 7673 0,'35'88'31,"-70"-176"-31,106 229 0,-1-35 31,-52-71-15,35-17 0,-53-1-1,106-17 1,-53-17 0,-18-36-1,-35 18 1,-88-54-1,35 1 1,-18 53 0,1 0-1,52 35 1,18-18-16,-18 18 31</inkml:trace>
  <inkml:trace contextRef="#ctx0" brushRef="#br0" timeOffset="-125074.02">25894 7532 0,'0'0'0,"123"88"15,-17-35 1,-18 35 0,-35-70-1,-17-18 1,-19-36 15,-17-16-15,0-37-1,-53-16 1,36 105 0,-19-36 15,1 36 0</inkml:trace>
  <inkml:trace contextRef="#ctx0" brushRef="#br0" timeOffset="-124424.03">26352 7355 0,'0'0'0,"0"36"31,53-19 1,-35 19-17,0-36 1,35 0 0,-18-18-1,18 36 48,0 52-48,17 107 1,-52-36 0,17-88-1,-35-36-15,0 36 31,0-18 1,-53 18-17,0-70 1,-35-36 0,-71-53-1,124 0 1,35 36-1,0-36 1,0 53 0,18 0-1</inkml:trace>
  <inkml:trace contextRef="#ctx0" brushRef="#br0" timeOffset="-123708.04">26617 7003 0,'0'0'16,"71"176"-16,-36 18 31,-17-141-31,17-18 15,-18-17 1,-17-89 78,0 54-63,18 17 0,0 0-15,17 0 0,0 17 46,-17-17-15,0 0-16,-18 18-15,17-18-16,-17 18 15,35-1 1</inkml:trace>
  <inkml:trace contextRef="#ctx0" brushRef="#br0" timeOffset="-122050.09">32808 7285 0,'-70'159'31,"17"-71"-15,0-18-1</inkml:trace>
  <inkml:trace contextRef="#ctx0" brushRef="#br0" timeOffset="-120626.23">32526 7373 0,'35'0'15,"-17"18"1,17 17-1,-35 53 1,36-70-16,-36 17 16,0 53-1,17-52 1,-17-19 0,35 1 77,18-18-46,-53-18-31,36 18-16</inkml:trace>
  <inkml:trace contextRef="#ctx0" brushRef="#br0" timeOffset="-113168.83">28346 9948 0,'35'0'78,"-17"36"-63,-1 52 1,1-53 0,0 18-1,-1-18 17,-17 18-17,0-35 1,0 17-1,0-17-15,35-18 16,-35 35 0</inkml:trace>
  <inkml:trace contextRef="#ctx0" brushRef="#br0" timeOffset="-112381.22">28275 10178 0,'35'17'31,"-70"-34"-31,212 122 32,-160-69-32,36-1 31,-18-17 63,-17-18-79,0 0 110,35 0-62,-18 0-48</inkml:trace>
  <inkml:trace contextRef="#ctx0" brushRef="#br0" timeOffset="-111756">28857 9931 0,'35'0'32,"-70"0"-32,70 35 0,54 18 15,-54 17 1,0 19 0,-17-1-1,-18-35 1,18-18-1</inkml:trace>
  <inkml:trace contextRef="#ctx0" brushRef="#br0" timeOffset="-111133.9">28857 10195 0,'106'71'62,"-71"-54"-46,54 72-1,-54-54 1,-18-17 0,1-18 109,53-89-110,17 36 16,-53-35-15,-35 71 62</inkml:trace>
  <inkml:trace contextRef="#ctx0" brushRef="#br0" timeOffset="-110615.8">29616 9931 0,'53'70'47,"0"18"-31,-36 54 15,-17-90-16,18-16-15,-18-1 16,0 0 0</inkml:trace>
  <inkml:trace contextRef="#ctx0" brushRef="#br0" timeOffset="-110042.81">29527 10231 0,'71'17'62,"0"54"-46,-18 17 0,-1-53-1,-16 0 1,-19 1 0,-17-19 15,18-17-16,-18-35 48,53-18-47,-53 18-1</inkml:trace>
  <inkml:trace contextRef="#ctx0" brushRef="#br0" timeOffset="-109346.21">30797 10142 0,'18'36'62,"0"17"-46,-18-18 0,0 18-1</inkml:trace>
  <inkml:trace contextRef="#ctx0" brushRef="#br0" timeOffset="-107831.99">30903 10213 0,'0'0'0,"36"0"16,-1 18 0,-17 17 15,-1 0-31,1 18 15,35 0 1,-36-53 0,1 35-1,35-52 32,0-72-16,-53 54 1,-53-35-1,0 52 0,53 0 0,-53 1-15,35 17-16,36 0 141,17 35-110,-17-35-15,53 0-1,-19 0 16,-34 0-31,0 0 16,-1 0 93,-17 70-77,18 36-1,17-70 0,-17-1-15,0-18 15,-1-17 0,18 0-15,18-35 0,-35 0-1,-18 17 1,0 1-1,0-1 1,-18-17 0,-35-18 15,53 35-15,-35 1-1,18 17 157</inkml:trace>
  <inkml:trace contextRef="#ctx0" brushRef="#br0" timeOffset="-89730.41">17304 7726 0,'17'0'125,"36"0"-109,0 0-16,353 70 47,-36-52-16,-246-18-31,17 0 16,159 0-1,-89 18 1,-52-18 0,-53 17-1,-18-17 1,-35 0-1,106 0 1,88 0 0,0 0-1,-212 0 1,18 0 0,-35 0-1,35 0 16,70 0-15,177 0 0,141 0-1,-88 0 1,-159 0 0,-124-17-1,-17 17 48,53-18-48,17 18 1,-87 0 0,-19 0 62,36 0-63,-35 0 1,70 0 0,-53 0 15,1-35-16,34 52 79,-35-17-63</inkml:trace>
  <inkml:trace contextRef="#ctx0" brushRef="#br0" timeOffset="-87860.15">17374 8661 0,'53'0'63,"-18"0"-48,18 0 1,18 17 0,0-17-1,17-17 1,-53 17-16,0 0 16,142 0-1,-89 0 1,35 0-16,124 0 15,71 0 1,-18 17 15,-36-17-15,18 0 0,-70 0-1,-88 0 1,-107 0-1,18 0 1,1 0 0,105-17-1,0 17 1,71 0 0,-107 0-1,-16-18 1,-36 18-1,-18 0 17,18 0-32,-36 0 15,89 0 1,18 0 0,70 0-1,-53 0 1,0 0-1,-88 18 1,-35-18 0,70 17-1,-53 1 1,18-18 0,0 18-1,-18-18-15,0 35 16,-17-35-1,17 0 1,1 0 15,-19 0-15,19 0 0,-54 0 124</inkml:trace>
  <inkml:trace contextRef="#ctx0" brushRef="#br0" timeOffset="-84791.16">13300 9666 0,'17'0'125,"1"0"-109,0 0-1,17 0 1,35 0-1,-17 0 1,18 0 0,-1 0-1,-17 0-15,-17-18 16,52 1 0,18-18-1,-89 35-15,1 0 16,0 0-16,17 0 15,18 0 1,-36 0-16,54 0 31,-36-36-15,36 36 0,-1 0-1,-17 0 1,18 0-1,-53 0-15,-1 0 16,36 0 0,18 0-1,17 0 32,0 0-31,18 0-1,-18 0 1,-35 0 0,0 0-16,-18 0 31,-17 0 0,52 18-15,-17-18-1,0 18 1,-35-18-16,-1 0 16,19 0-16,-1 0 78,-17 0-63,-1 0 64,1 0-64</inkml:trace>
  <inkml:trace contextRef="#ctx0" brushRef="#br0" timeOffset="-62570.61">12771 9613 0,'17'0'172,"18"0"-140,54 18-17,-72-18 1,19 17-1,-1-17 1,18 0 0,0 0-1,70 0 1,-35 0 0,1 0 15,16 0-16,-69-17 1,-19 17 15,54 0-15,-18 0-16,35 0 16,229 0-1,-140 0 1,-71 0-1,-71 0 1,0 0 15,1 17 16,-19-17-31,1 0 46,35 18-30,17-18-1,1 0 0,-54 0 0,1 0-31,123 0 32,-17 0-1,-89 0-16,0 0 1,1 0 0,16 0-1,37 0 1,-54 18 0,35-18-1,-52 0 32,17 17 16,36-17-32,-1 0-16,19 0 1,-54 0 0</inkml:trace>
  <inkml:trace contextRef="#ctx0" brushRef="#br0" timeOffset="-54698.36">16510 9648 0,'106'0'203,"53"0"-171,-107 0-32,178 0 31,-19 0-15,-140 0-16,0 0 15,17 0 1,-35 0-16,-18 0 15,0 0 1,-17 0 0,35 0-1,106 0 1,17 0 0,-53 0-16,-17 0 15,176 0 1,-229 0-1,-17 0 17,-1 0-1,106 18-15,53 0-1,18-1 1,-177 19-16,18-36 15,88 0 1,-123 0 0,-1 0 31,19 0-32,140 0 1,-35 0-1,-88 0 1,18 0 0,-19-18-16,-34 18 15,70-53 1,-35 53 0,-17 0-1,52-18 1,-35 18-1,35 0 1,0 0 0,18 0-1,17 0 1,-17 0 0,-35 36-1,52-36 1,-88 0-1,89 0 17,-36-18-17,-70 18-15,17 0 16,18 0 0,-35 0-1,123-18 1,-88 18-1,70-17 1,-70 17 0,-35 0-1,-1-18 1,36 18 0,0 0-1,18 35 1,-18-35-1,0 0-15,17 0 32,36 0-17,-18 0 1,-17 0 0,34 0-1,-69-35 1,-1 35-1,0 0 79</inkml:trace>
  <inkml:trace contextRef="#ctx0" brushRef="#br0" timeOffset="-48447.11">23530 15893 0,'-35'0'94,"-18"17"-79,18 19-15,-18 16 16,0-16 0,53-1-1,35 18 16,-35-18-15,18-35-16,0 35 16,-1-35-1,36 89 17,-18-54-32,1 0 31,-1-35-16,-35 36 1,18-1 0,-18-18-1,0 1-15,0 17 16,0-17 0,0 17-16,-53 18 15,-71-35 1,54-18-1,34 0 126</inkml:trace>
  <inkml:trace contextRef="#ctx0" brushRef="#br0" timeOffset="-46581.8">23848 16334 0,'17'17'47,"1"19"-32,0-1 1,-1 18 15,-17-36-15,0 1-1,53-18 32,-17 0-31,16-53 0,1 35-1,-53-17 1,0 0-1,0 0 1,-35 17 0,35 0-1,-53 1 1,18 17 0,0 0 15,52 0 47,1 0-62,17 0-16,0 0 15,142 0 1,-1 0-1,-141 0 1,-35-36 140,0 19-124,-17 17 30,-18 0-31,-18 106-15,53 52 0,-18 54 15,18 53-16,0-18 1,18-106 0,17-106-1,-53-35 63</inkml:trace>
  <inkml:trace contextRef="#ctx0" brushRef="#br0" timeOffset="-46075.28">24148 17004 0,'0'-53'141,"70"-18"-125,-35 54-1,54-36 1,-72 18 0</inkml:trace>
  <inkml:trace contextRef="#ctx0" brushRef="#br0" timeOffset="-45371.76">24747 15787 0,'0'194'47,"0"-141"-31,0 194 0,36-159 15,-36-18-16</inkml:trace>
  <inkml:trace contextRef="#ctx0" brushRef="#br0" timeOffset="-44934.63">24659 16281 0,'35'-53'93,"18"0"-77</inkml:trace>
  <inkml:trace contextRef="#ctx0" brushRef="#br0" timeOffset="-43725.59">24941 16069 0,'18'0'15,"35"88"1,-53 0 0,18-35-1,17 18 16,-35-18-15,0-18 0,0-53 77,0-158-61,35 53-1,-17 70 0,17 53 32,-35 35-48,71 53 1,-54-17 0,-17 17-1,36-18 1,-36-52-1,0 0 1,0-89 62,0 18-62,105-88 15,-52 71-15,-17 122 46,-1 1-46,-18 0-16,1-17 15,-18 52 1,35-35 0,-35-36-1</inkml:trace>
  <inkml:trace contextRef="#ctx0" brushRef="#br0" timeOffset="-42729.08">25788 16069 0,'-18'18'78,"-35"70"-62,53-35-1,-35 53 1,35-18 0,0 0-1,0-35 1,0-18 46,53-52-46,-18-19 0,18-34-1,-53 17 1,36-35-1,-36 70 1,0 0 0,17 18 62,36 89-47,-35-72-31,-1 18 16,19 36-1,-36-53-15,17-18 16,1 0 31,17 0-32,18 35 17</inkml:trace>
  <inkml:trace contextRef="#ctx0" brushRef="#br0" timeOffset="-42217.32">26494 16122 0,'0'53'62,"-71"70"-46,0 1-1,1-18 1,52-53-16,18-18 16,-17-35 62,17-71-63</inkml:trace>
  <inkml:trace contextRef="#ctx0" brushRef="#br0" timeOffset="-41780.35">26264 16192 0,'0'-35'78,"36"88"-47,-36 0-15,35 0-1,-18 18 1,36-36 0</inkml:trace>
  <inkml:trace contextRef="#ctx0" brushRef="#br0" timeOffset="-40238.01">23283 17004 0,'18'0'16,"0"0"31,35 18-32,17-18 17,54 0-17,-19 0-15,19 0 16,370 0 0,-106 0-1,53 0 1,-53 0-1,18 0 1,-54 0 0,-175 0-1,-142-18 1,0 0 46,-17 18-46,17 0 0,18-17-1,-35 17 1,-1-36 0</inkml:trace>
  <inkml:trace contextRef="#ctx0" brushRef="#br0" timeOffset="-36570.82">26458 16316 0,'18'18'47,"0"-1"-32,-1 19-15,1-1 16,17 18 0,0-53 218</inkml:trace>
  <inkml:trace contextRef="#ctx0" brushRef="#br0" timeOffset="-36137.57">26935 16316 0,'0'0'0</inkml:trace>
  <inkml:trace contextRef="#ctx0" brushRef="#br0" timeOffset="-35854.94">26935 16563 0</inkml:trace>
  <inkml:trace contextRef="#ctx0" brushRef="#br0" timeOffset="-34215.06">27411 15875 0,'17'35'31,"-17"53"-15,0 1-16,0 16 15,0 1 1,0-70-16</inkml:trace>
  <inkml:trace contextRef="#ctx0" brushRef="#br0" timeOffset="-33446.23">27587 15928 0,'35'0'32,"-35"70"-17,0 19 1,0-19-1,0 18 1,18-17 0,0-71 15,17 0 0,18-35-15,0 17-1,0-70 1,-18 17 0,-35 36-1,0-36 1,0 36 15,0 0-15,0 0-1,-70 17 32,34 18-15,1 0-17</inkml:trace>
  <inkml:trace contextRef="#ctx0" brushRef="#br0" timeOffset="-32477.25">27552 16810 0,'0'17'47,"35"-17"47,53-52-79,-52 52 17,70-36-32,-71 36 15,18-17 1</inkml:trace>
  <inkml:trace contextRef="#ctx0" brushRef="#br0" timeOffset="-31085.82">27605 16951 0,'106'-35'94,"-53"-18"-78,35 17-1,0-16 1,-70 52 0,-1-18-16,1 18 15,0-18 595</inkml:trace>
  <inkml:trace contextRef="#ctx0" brushRef="#br0" timeOffset="-14082.03">18521 4815 0,'-124'89'15,"-281"175"1,105-70 0,70 18-1,1-89 1,123-52 0</inkml:trace>
  <inkml:trace contextRef="#ctx0" brushRef="#br0" timeOffset="-13249.8">17392 5292 0,'-53'53'47,"-18"52"-31,1-16-1,52-54 1,18-17-16,0-1 31,0 1-15,18-1 46,70 36-31,-70-17-15,35-36 0,52 0-1,-16 0 1,-54 0-16,0 0 16,1 0-16,16 0 15,-16-18-15,-19 18 16,19 0-1,-19-35 1,71-1 0,-70 36-1</inkml:trace>
  <inkml:trace contextRef="#ctx0" brushRef="#br0" timeOffset="-5161.7">25012 14605 0,'35'0'125,"18"0"-109,18-35-1,17 17 1,-35-17 0,35 17-1,-17 18 1,-1 0-1,36 0 1,35 0 15,-88 0-31,18 0 16,158 0 0,-106 0-1,-35 0 1,1 0-1,-19 0 1,36 0 0,-18 0-1,-70 0-15,0 0 16,34-17-16,-34 17 16,17 0-1,-17 0 1,17 0-1,1 0 1,-19 0 15,36 0-15,-18 0 15,36 0-15,-18 0-1,-18 0 1,-17 0-16,17 0 16,36 0-1,17 0 1,-35 0 0,17 0-1,18 0 16,-52 0-15,105 0 0,-123 0 15,-1 0-15,54 0-1,-54 0 1,1 0-1,0 0 1,17 0 0,0 0-1,18 0 1,-18 35 0,1-35-1,-1 17 1,0-17-1,18 0 1,-35 0 47,-1 0 15</inkml:trace>
  <inkml:trace contextRef="#ctx0" brushRef="#br0" timeOffset="10925.84">2328 16351 0,'18'0'219,"0"0"-204,-1 0 1,71 0 0,-35 0-1,53-17 1,-18-1-1,-35 18 1,-35 0 0,70 0 93,18 0-78,-88 0-15,70 0 46,18 0-46,-18 0 0,35 0-1,36 0 1,-106 0 0,-53 18-1,71-18 48,-19 0-48,37 0-15,-19 0 16,107 0 0,-89 0-16,141 17 15,-70 1 1,-36-18-1,-35 0 1,-52 35 0,-19-35-1,1 0 17,70 18-17,53-18 1,0 0-1,-35 0 17,-18 0-17,-70 0 1,35 17 31,18-17-32,140 0 1,-34 0 0,-1 0-1,-88 0 1,0 18 62,-17-18-47,0 0-15,34 0 0,-69 0 15,105 0 16,-88 0-32,0 0-15,17 0 16,1 0-16,17 0 16,-53 0-1,18 0 48,71 0-32,-107 0-15,18 0-1,1 0 1,-19 0-1,36 0 1,-17 18 0,17-18-1,-18 17-15,-18-17 16,19 0 0,-19 0-1,1 36 79,17-36-78,18 0-1,-35 0 16,-1 0-15,54 0 93,211 0-77,-229 0-17,35 0 1,-17 0 234,-18 0-109,-18 0-126,-17 0 1,-1 0-1,1 0 32,53 0-31,-54 0 0,18 0 46,-17 0 110,17 0-125,18 0-32,282 0 1,142-18 0,-72 18-1,-122 0 1,-266 0 0,1 0 15,17-18-16,18 18 1,-35 0 15,35 0 1,35 0-17,-35 0-15,0 0 16,17 0-16,-17 0 15,18 0 1,-36 0-16,-17 0 63,17 0-48,53-17 1,36 17-1,-89 0 1,18 0-16,0 0 16,-18 0-1,18 0 1,17 0 31,-17-18-32,36 0 1,34 18 0,-88 0-16,-17 0 15,17 0 1,0 0 62,18 0 0,-35 0-62,53 0-1,34 0 1,-16 0 0,-1 0-1,-71 0-15,19 0 16,52 0 0,-53 18-1,-17-18 1,-1 0-1,36 0 1,36 0 0,52 35 15,-71-35-15,-52 0 46</inkml:trace>
  <inkml:trace contextRef="#ctx0" brushRef="#br0" timeOffset="13743.35">16069 16281 0,'18'0'125,"17"0"-79,-17 0-30,-1 0 0,18 0-1,1 0 1,-19 0 0,54 0-1,-18 17 1,0-17-16,0 0 15,0 0 1,0 0-16,-18 0 16,18 18-16,53-18 15,-18 0 17,0 0-17,18-18 1,-18 18-1,-53 0 1,53 0 0,18 0-1,-18 0-15,36 18 16,176-18 0,-212 0-1,88 0 1,-123 0-16,18 0 15,-1 0 1,1 0 0,52 0-1,-17 0 17,-18 0-17,36 0 1,-53 0-1,87 18 1,248-18 0,-230 0-1,36 0 1,-177 0-16,-17 0 16,0 0-1,34 0 16,72 0-15,-1 0 0,-34 0-1,210 0 17,37 17-17,-195-17 1,-88 0-1,0 0-15,35 0 16,18 0 0,-36 0-1,36 0 1,53 18 0,35-18-1,-88 0 1,-18 0-1,0 0 1,-53 0 0,36 0 15,-18 0-15,105 0-1,-140 0 1,17 0-1,-17 0 1,17 0 0</inkml:trace>
  <inkml:trace contextRef="#ctx0" brushRef="#br0" timeOffset="25491.25">5980 17004 0,'0'18'62,"-18"123"-46,-35-36-1,18-52 1,35-35 0,-18 17 15</inkml:trace>
  <inkml:trace contextRef="#ctx0" brushRef="#br0" timeOffset="26510.62">6368 16969 0,'-36'35'62,"-52"0"-46,-18 36 0,36 17-1,34-70 1,36-1 156,0 1-157,36-1 1,-1 54 0,-17-36-16,-1-35 31,36 36 16,-53-19 62,53 1-93</inkml:trace>
  <inkml:trace contextRef="#ctx0" brushRef="#br0" timeOffset="27362.55">6509 16845 0,'-18'18'62,"-211"88"-46,158-18 0,54-88 15,-36 35 63,-106 53-79,53-17 1,88-71 0,54 0 30,-1 0 17,0 35-47</inkml:trace>
  <inkml:trace contextRef="#ctx0" brushRef="#br0" timeOffset="28455.75">7779 17145 0,'0'35'31,"-88"106"-15,88-35-1,-36-71 1</inkml:trace>
  <inkml:trace contextRef="#ctx0" brushRef="#br0" timeOffset="29435.54">7179 16122 0</inkml:trace>
</inkml:ink>
</file>

<file path=ppt/ink/ink2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5:09:17.578"/>
    </inkml:context>
    <inkml:brush xml:id="br0">
      <inkml:brushProperty name="width" value="0.05292" units="cm"/>
      <inkml:brushProperty name="height" value="0.05292" units="cm"/>
      <inkml:brushProperty name="color" value="#FF0000"/>
    </inkml:brush>
  </inkml:definitions>
  <inkml:trace contextRef="#ctx0" brushRef="#br0">14270 11359 0,'35'0'204,"71"0"-189,-71 0-15,36 0 16,17 0-16,300-17 15,194 17 1,106 0 0,-35 35 15,-389-35-15,-17 0-1</inkml:trace>
  <inkml:trace contextRef="#ctx0" brushRef="#br0" timeOffset="3402.63">22578 11324 0,'53'0'94,"88"0"-79,-18 0-15,142 0 16,123 0 0,-194 0-1,53 0-15,0 0 16,17 0 0,248 18-1,-353-1 1,-106-17-1,-36 0 48,89 18-32</inkml:trace>
  <inkml:trace contextRef="#ctx0" brushRef="#br0" timeOffset="7681.48">9243 12559 0,'17'0'312,"19"0"-296,-1 0 15,53 0-15,-35 0-1,35 0 1,0 0 0,-17 0-1,0 0 1,17 0 0,35 0-1,-17 0 16,-18 18-31,71-18 16,-71 0 0,-35 0-1,35 0 1,-70 0 0,0 0-1,-1 0-15,19 17 16,16-17-1,19 0 1,0 35 0,70-17-1,-36 0 1,-52-18 0,-17 17 15,-1-17-16,53 0 32,-70 0-31,17 0-16,71 0 16,-18 18-1,-17-18 1,-54 0-1,1 0 48,35 0-47,17 0-1,19 0 16,16 0-15,-69 0 0,-1 0-1,0 0 1,-17 0 218,0 0-202,17 35-17,0-35 1,-17 0-1</inkml:trace>
  <inkml:trace contextRef="#ctx0" brushRef="#br0" timeOffset="31530.7">12541 13617 0,'-35'0'47,"35"18"62,18-18-30,-18 17-64,35 1 16,-17-18-15,-1 0-16,36 0 31,35 0-15,0 0 0,54 0-1,122 0 1,-35 0-1,107 0 1,-160 0-16,0 0 16,1 0-16,-36 0 15,71 0 1,-124 0 0,-71 0-1,1 0 79,88 0-78,-18 0-1,-35 0 1,53 18-1,-71-18 1,18 0 47,35 0-48,212 0 1,-141 0-1,17 0 17,-88 0-1,-35 0 31,106 0-46,0 0 0,0 0-1,35 0 1,-71 0 0,-70 0-16,-35 0 15,17 0-15,-17 0 16,-1 0-1,54 0 1,35 0 0,-18 0 15,0 0-15,-53 0-16,36 0 15,-36 0 1,18 0-1,18 0 1,-1 0 0,-35 0-1,18 0 1,-17 0 0,34 0-1,1-36 1,17 36-1,-18-17 1,-34-1 15,34 18-15,-34 0 0,-19 0-16,54 0 31,-1 0-16,18 0 1,-52 0 0,52 0-1,-18 0 1,-17 0 0,36 0 15,-19 0-16,-17 0-15,71 0 47,-89 0-31,0 0 0,18 0-1,-18 0 1,18 18-1,18-18 1,-36 0 0,0 0-1,1 0 1,17 0 0,-1 0-1,19 0 16,-53 0-15,17 35 0,-17-35-16,34 0 31,-34 0-15,0 0 15,17 0 47,-17 0-62,-1 0 15,1 0 63</inkml:trace>
  <inkml:trace contextRef="#ctx0" brushRef="#br0" timeOffset="36992.49">20990 13406 0,'0'0'0,"18"0"16,17 0-1,106 0 1,-70 0 0,-54 0-1,107-18 1,-71 18 0,0-18-1,-36 1 16</inkml:trace>
  <inkml:trace contextRef="#ctx0" brushRef="#br0" timeOffset="38309.31">21290 13176 0,'-70'18'187,"-1"88"-171,18-53 0,-53 0-1,53-18 1,71-18 218,0 19-218,35-36 15,-18 0-15,0 35-1,36-35 1,-1 35 15,-35-35-15</inkml:trace>
  <inkml:trace contextRef="#ctx0" brushRef="#br0" timeOffset="42097.48">16475 15081 0,'17'0'94,"19"0"-79,17 18 1,35-18 0,-53 0-16,0 0 15,212 0 16,-88 0-31,17 0 32,1 0-17,-71 0 1,-71 0 0,-17 0-1,-1 0 1,54-18-1,-1 18 1,1 0 0,-36 0-16,18 0 15,-18 0 1,18 0 0,-35 0-1,35 0 1,53 0-1,-18 0 17,-35 0-17,-18 0 1,18 0 0,-18 0 62,0 0-63</inkml:trace>
  <inkml:trace contextRef="#ctx0" brushRef="#br0" timeOffset="44848.63">24659 15240 0,'106'0'156,"723"0"-125,547 0 1,-1235 0-17,-88 0-15,0 0 16,35 0 46,88 0-46,-87 0 0,16 0-1,-87 0 1,0 0 0,35 0-1,-36 0 1,54 0-1,17 0 1,-35 0 15,-18 0-31,18 18 16,0-18 0,0 0-1,-18 0 32</inkml:trace>
  <inkml:trace contextRef="#ctx0" brushRef="#br0" timeOffset="47990.32">7338 16457 0</inkml:trace>
  <inkml:trace contextRef="#ctx0" brushRef="#br0" timeOffset="49628.87">13882 9578 0,'-18'18'63,"18"52"-48,-35 89 17,0-36-17,35-87-15,0-19 16</inkml:trace>
  <inkml:trace contextRef="#ctx0" brushRef="#br0" timeOffset="50834.32">13935 9384 0,'0'18'63,"-71"87"-48,18-16 1,0-1-1,36-71 1,34-34 140,54-89-140,-36 53-16,18 0 16,0 0-1,-35 36 1,17 17 124,-17 0-124,34 88 0,37 0-1,-72-53 1</inkml:trace>
  <inkml:trace contextRef="#ctx0" brushRef="#br0" timeOffset="63773.42">14482 16387 0,'70'-18'125,"18"0"-109,-17 1-16,35-19 16,105-17-1,-87 36-15,140-71 16,19 88-1,16 0 1,1 0 15,-123 0-15,-142 0 0,0 0 77,-17 0-77,0 0 15,70 17-15,-53-17-16,18 0 31,-35 0 0,-1 0 79,71 0-95,-52 18 1,52-18 0,-88 35-1,35-35 141,36 18-140</inkml:trace>
  <inkml:trace contextRef="#ctx0" brushRef="#br0" timeOffset="66848.86">25418 16334 0,'17'0'157,"54"0"-142,-36 0 1,53-36-1,18 36 1,71-17 0,34 17-1,-17 0 1,-141 0 0,-18 0-1,1 0-15,34 0 16,1 0-1,35 0 1,-18 17 0,106 36-1,88-53 1,36 18 0,-124 17-1,-106-17 1,88-1-1,-88-17 1,-35 0 0,-17 0-1,34 0 17,-17 0-32,0 0 0,53 18 31,17-18-16,-70 0-15,-18 35 16,36-35 0,-53 0-16,-1 0 15,54 0 17,35 18-17,0-18 1,17 0-1,-35 18 1,0-18 0,-35 17-16,0-17 15,18 0 17,-18 0-32,70 0 31,-35 0-16,-35 0 1,-17 0 0,-1 0-1,-18 0-15,19 0 16,17-17 0,52 17-1,-69 0 1,-1-36-1,0 36 1,1-17-16,17 17 16,-1 0-1,107-18 1,-88 0 0,-36 18-16,71-35 31,-89 35-31,1 0 15,17 0-15</inkml:trace>
  <inkml:trace contextRef="#ctx0" brushRef="#br0" timeOffset="69988.8">7267 17533 0,'18'0'109,"-1"0"-93,36 18 0,36 17-1,122-35 1,195 0 0,-141 0-1,264 0 1,-229 0-16,-36 0 15,142 18 1,-318-18 0,36 0-1,-107 0 48,36 0-48,-18 17 1,71-17 0,-35 0-1,52 0 1,18 0 0,18 0-1,-53 0 1,-53 0-1</inkml:trace>
</inkml:ink>
</file>

<file path=ppt/ink/ink2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5:34:33.675"/>
    </inkml:context>
    <inkml:brush xml:id="br0">
      <inkml:brushProperty name="width" value="0.05292" units="cm"/>
      <inkml:brushProperty name="height" value="0.05292" units="cm"/>
      <inkml:brushProperty name="color" value="#FF0000"/>
    </inkml:brush>
  </inkml:definitions>
  <inkml:trace contextRef="#ctx0" brushRef="#br0">16316 6879 0,'53'35'156,"-35"-35"-140,17 0 0,18 53-1,-36-35 1,1 0-1,0-18 1,-1 35 15,19-35 16,-107 88 16,-17 18-48,-18-53 1,53-18 0</inkml:trace>
  <inkml:trace contextRef="#ctx0" brushRef="#br0" timeOffset="845.23">16404 6791 0,'18'0'94,"158"0"-63,18 0 1,-141 0-17</inkml:trace>
  <inkml:trace contextRef="#ctx0" brushRef="#br0" timeOffset="1856.97">16704 6950 0,'0'53'94,"53"-18"-63,0 18-15,-36-53 0,1 17-1,0-17 1,-1 0 15,19 0-15,-1 0 15,18-52-15,17 16-1,-52 1 1,-18 17 15,-35-35 0,17 36-31,1 17 16,-36-53 0,35 35-16,0 18 15,1 0 1,-1 0 109</inkml:trace>
</inkml:ink>
</file>

<file path=ppt/ink/ink2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5:10:44.528"/>
    </inkml:context>
    <inkml:brush xml:id="br0">
      <inkml:brushProperty name="width" value="0.05292" units="cm"/>
      <inkml:brushProperty name="height" value="0.05292" units="cm"/>
      <inkml:brushProperty name="color" value="#FF0000"/>
    </inkml:brush>
  </inkml:definitions>
  <inkml:trace contextRef="#ctx0" brushRef="#br0">3792 4022 0,'36'0'109,"52"-18"-93,141 18-1,-17 0 16,176 0-15,159 0 0,70 0-1,-70 0 1,-336 0-16,-34 0 16,35 0-1,-160 18-15,-16-18 16,-36 17 46,88 1-46,0 0-16,141-1 16,-105 18-1,-1-35 16,-105 0-15,0 0 31,52 0-31,-17 0-1,53 0 1,-18 0-1,0 0 1,-35 0 0,0 0-1,-18 0 1,1 0 0,-1 0-1,53-35 16,-70 35-15,17 0 0</inkml:trace>
  <inkml:trace contextRef="#ctx0" brushRef="#br0" timeOffset="4971.75">3704 10777 0,'18'18'109,"-1"17"-93,19-17 15,17-18-15,17 0-1,71 0 1,159-53-1,-106 18 1,0-36 0,-35 36-1,17 17 1,-105 18 0,-18-35-16,-18 35 15,71-35 1,-36 17-1,19 18 1,-19-18 15,1 18-15,17 0 0,-17 0-1,-36 0 1,-18 0-1,1 0 32,0 0-31,52 0 0,18 0-1,-35 18 1,0-18-1,36 35 1,-54-35 15,-18 0-15</inkml:trace>
  <inkml:trace contextRef="#ctx0" brushRef="#br0" timeOffset="6823.9">4674 11289 0,'36'0'78,"69"53"-47,-69-53-15,52 17-1,-35-17-15,17 0 16,19 0-1,-1 36 1,0-36 0,-70 35-1,70-17 1,-35-18 0,17 35-1,1-35 1,-1 0-1,-34 0 1,-1 0 0,-17 0 15,-1 0-15,18 0 109,-17 0-125</inkml:trace>
  <inkml:trace contextRef="#ctx0" brushRef="#br0" timeOffset="14021.74">3651 13617 0,'0'0'0,"18"0"31,17 35 0,0-35-15,36 36 15,35-1-15,35-17 0,71-1-1,-142 1-15,1-18 16,193 18-1,-105-1 1,-124 19 0,-17-36-1</inkml:trace>
  <inkml:trace contextRef="#ctx0" brushRef="#br0" timeOffset="15091">4057 14817 0,'18'0'16,"34"0"-1,-16 0 1,70 0 0,-18 0-16,0 0 15,35 0-15,-34 0 16,-1 0-16,0 0 16,88 0-1,-105 0 1,17 0-16,-70 0 31</inkml:trace>
  <inkml:trace contextRef="#ctx0" brushRef="#br0" timeOffset="16869.14">20726 12929 0,'17'0'46,"36"0"-14,18 0-17,35 0 1,-18-35 0,-35 17-16,-36 18 15,1 0-15</inkml:trace>
  <inkml:trace contextRef="#ctx0" brushRef="#br0" timeOffset="23535.5">9366 13776 0,'36'0'141,"87"0"-110,-70 0-15,0 0-1,88 0 1,-18 0-16,1 0 16,123 0-1,-159 0 1,-53 0 0,18 0-1,0 0 1,35 0-1,-17 0 1,-18 18 15,53-1-15,-71 1 0,-17-18-1,34 0 16,1 0-15,-17-18-16,-1 18 16,53-17-1,-53-19 1,1 36 0,17 0 62,88 0-47,-106 0-15,0 0-1,1 0-15,-19-35 31,1 35-15,35 0 0,-18 0-1,0 0 1,36-53 0,-18 53-1,-18-35 1,-17 35-16,17-18 31,53-52-15,-53 52 15,1-35-15,-1 35-1,18 1 1,-53-36 46,18-18-46,-1 36 0,-17 17-1,0 1 1,0-54-1,-17 54 1,-36-54 0,0 0 15,17 19-15,19 34-16,-36 0 15,-18-35 1,18 18-16,-35-35 15,18 34 1,-19 19 0,1-1-1,0 0 1,-18-17 0,-35 0-1,88 35 1,-35-35-1,-35 17 1,17 0 0,18 18 15,35 0-15,-18 0-1,-17 0 1,35 0-1,-18 0 1,-17 0 0,71 0-16,-36 0 15,-18 18 1,18-18 0,-35 18-1,-18 34 1,53-34-1,-35 35 1,35-18 15,18-35-31,-18 18 16,35-18-16,-17 18 16,0-1-1,-1-17 1,-16 35-1,-19-17 1,18-18 0,-35 53-1,35-18 1,35-17 0,1 17-1,-19-35-15,36 18 16,-35 17-1,-53 36 1,35-54 0,18 19 15,17-36-15,0 35-1,18 0 1,0 0-1,0 18 1,0-35 0,0 35-1,0-35 1,0 17 0,53 35-1,-35-52 1,35 17-1,-35-35 1,-1 0 0,36 36 15,0-19 0,18 18-15,-1 18-1,71-35 1,18-18 0,-18 0-1,-53 0 1</inkml:trace>
  <inkml:trace contextRef="#ctx0" brushRef="#br0" timeOffset="24564.43">10407 12700 0,'-53'106'62,"18"-53"-46,-53 53 0,70-71-1,-35 71 1</inkml:trace>
  <inkml:trace contextRef="#ctx0" brushRef="#br0" timeOffset="25544.5">10072 12859 0,'17'0'62,"1"88"-31,0-70-31,-18 70 32,17-35-1,19-36-31,17-17 156,105-35-125,-70-36 1,-70 71-1,17-17 31</inkml:trace>
  <inkml:trace contextRef="#ctx0" brushRef="#br0" timeOffset="32986.44">9931 13741 0,'0'0'0,"17"0"15,1 0 1,17 0-1,1 0 1,-1 0 0,0 0-1,-17 0-15,17 0 16,0-36 46,18 1-46,-18 35-16,1-53 31,-19 53-15</inkml:trace>
  <inkml:trace contextRef="#ctx0" brushRef="#br0" timeOffset="34083.58">11289 13635 0,'18'0'47,"34"0"-16,19 0 16,-18 0-32,0-18 1,-18 1 0,-17 17-16,-1 0 15,19-18 1</inkml:trace>
  <inkml:trace contextRef="#ctx0" brushRef="#br0" timeOffset="37088.71">15081 13723 0,'18'0'31,"0"0"0,17 0-15,0 0 0,-17 0-1,52 0 1,-17 0-1,0-18 1,53 18 15,-71 0-31,-17 0 16,17-35 0,18 35 46,-35 0-46,35 0-1,52 0 1,-69 0 0,-1 0-1,0 0 1</inkml:trace>
  <inkml:trace contextRef="#ctx0" brushRef="#br0" timeOffset="43943.56">11095 14676 0,'35'-18'32,"0"18"-17,1 0 1,17 0-1,-18 0 1,71 0 0,-36 0-1,1 0 1,-18 0 15,-36 0-31</inkml:trace>
  <inkml:trace contextRef="#ctx0" brushRef="#br0" timeOffset="52566.93">15293 14199 0,'0'36'125,"0"52"-109,0-35 0,0-18-1,0-17-15,0 35 16,0-36 0,-18 54-1,18-36 32,0 0-31,0-17-1,0 0 1,0-1-16,0 18 16,-17 18 30,34-53 2392,1 0-1876,17 18-249,-17-18-188,52 0-109,1 0-1,17 0 1,0 0-1,-35-18 1,0 18 0,-18 0-1,1 0 48,105-35-32,-71 35-15,19 0-1,-72 0 1,1 0 46,52 0-30,-34 0-32,122 0 31,-87 0 0,-18 0 32,35 0-48,-53 0 1,1 0 0,-1 0 15,0 0 16,-17 0-32,-1 0 1,36 0 0,0 0 77,-53-18-77,18-34 0,0 16-1,17-52 1,-35 35-1,0-17 1,0 52 0,0-17-1,0-36 1,0 18 0,0-17-1,0 17 1,0 35 140,-35 0-140,-54-17-1,-16 18 1,16-1 0,1 18-1,18-18 1,17-17-1,17 35 1,-16 0-16,-37-18 31,54 18-31,-18-35 16,-35 17 0,35 18-1,18 0 16,17 0 16,-158 0-31,105 0 0,-35 0-1,53 0 1,53 18 78,-88 88-79,71-88 1,-19 34-1,-52-16 1,18 17 0,52-18 15,-70-35 156,-53 0-155,52 0-17,-210 0 1,263 0 0,1 0 30,35-18 17,-35 1-47</inkml:trace>
</inkml:ink>
</file>

<file path=ppt/ink/ink2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5:37:11.838"/>
    </inkml:context>
    <inkml:brush xml:id="br0">
      <inkml:brushProperty name="width" value="0.05292" units="cm"/>
      <inkml:brushProperty name="height" value="0.05292" units="cm"/>
      <inkml:brushProperty name="color" value="#FF0000"/>
    </inkml:brush>
  </inkml:definitions>
  <inkml:trace contextRef="#ctx0" brushRef="#br0">11307 14658 0,'17'18'94,"-17"70"-79,0 176 17,0-175-17,0-54 16</inkml:trace>
  <inkml:trace contextRef="#ctx0" brushRef="#br0" timeOffset="832.87">11289 14623 0,'0'53'31,"-35"52"0,35-69-15,0 52 0,17-106 171</inkml:trace>
  <inkml:trace contextRef="#ctx0" brushRef="#br0" timeOffset="1287.58">11412 14693 0,'18'0'94,"105"35"-63,-123 1-31,71-19 31,-71 1-15,18-18-16</inkml:trace>
  <inkml:trace contextRef="#ctx0" brushRef="#br0" timeOffset="3210.55">9913 15752 0,'18'0'32,"52"17"-17,-52-17-15,0 0 16,-1 18 0,18-18-1,18 0 1,18 35-1,-18-35 17,0 0-32,35 0 15,-18 0 1,1 0 0,0 0-1,-54 18 110,-17 35-109,0 0-16,0 17 15,0-35 1,0 18 0,0-17-1,18-36 17,0 35 108,87 18-109,1 106 1,-106-142-1</inkml:trace>
  <inkml:trace contextRef="#ctx0" brushRef="#br0" timeOffset="10833.55">14887 16492 0,'35'0'93,"1"0"-77,-19 0 0,19-35-1,-19 35 1,1-35 15</inkml:trace>
  <inkml:trace contextRef="#ctx0" brushRef="#br0" timeOffset="32193.01">12629 13317 0</inkml:trace>
  <inkml:trace contextRef="#ctx0" brushRef="#br0" timeOffset="32588.4">13141 13370 0</inkml:trace>
  <inkml:trace contextRef="#ctx0" brushRef="#br0" timeOffset="32969.15">13582 13353 0,'18'0'31</inkml:trace>
  <inkml:trace contextRef="#ctx0" brushRef="#br0" timeOffset="33317.44">13847 13353 0,'35'0'31</inkml:trace>
  <inkml:trace contextRef="#ctx0" brushRef="#br0" timeOffset="33677.58">14111 13370 0</inkml:trace>
  <inkml:trace contextRef="#ctx0" brushRef="#br0" timeOffset="34514.67">12876 14517 0</inkml:trace>
  <inkml:trace contextRef="#ctx0" brushRef="#br0" timeOffset="34883.85">13353 14446 0</inkml:trace>
  <inkml:trace contextRef="#ctx0" brushRef="#br0" timeOffset="35262.07">13705 14429 0</inkml:trace>
  <inkml:trace contextRef="#ctx0" brushRef="#br0" timeOffset="35700.32">14005 14482 0,'0'0'0</inkml:trace>
</inkml:ink>
</file>

<file path=ppt/ink/ink2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5:39:48.802"/>
    </inkml:context>
    <inkml:brush xml:id="br0">
      <inkml:brushProperty name="width" value="0.05292" units="cm"/>
      <inkml:brushProperty name="height" value="0.05292" units="cm"/>
      <inkml:brushProperty name="color" value="#FF0000"/>
    </inkml:brush>
  </inkml:definitions>
  <inkml:trace contextRef="#ctx0" brushRef="#br0">19491 5345 0,'18'0'156,"35"17"-140,-18 18 15,-18-35-15,1 0-16,35 53 31,35-53-15,-53 18-16,18-18 15,88 0 17,-88 0-17,177 0 1,-124 0 15,-18 0-15,35 0-1,1 0 1,34 0 0,-87 0-1,88 0 1,-89 0 0,1 0-1,-1 0 1,-34 0-1,105 0 1,-88-18 0,-18 18-1,18-17-15,-18 17 16,0 0 15,54 0 0,-19 0-15,36 0 0,18 0-1,-36 0 1,0 0 0,-53 0-1,-17 0 16,70 0-15,-17 0 15,52 0-15,-35 0 0,0 0-1,-35 0 1,-35 0-1,0 0-15,-1 0 16,19 0-16,-19 0 16,71 17-1,1 1 1,-37-18 0,19 18-1,0-1 1,34 19-1,1-19 1,-70-17 15,-19 18 1</inkml:trace>
  <inkml:trace contextRef="#ctx0" brushRef="#br0" timeOffset="5838.34">27764 6438 0,'0'0'0,"-36"0"31,54 0 94,158 18-110,-52-1-15,17-17 16,124 18 0,-107 0-1,230 17-15,-70-35 32,-107 18-17,-52-18 1,-141 0-1,52 0 48,107 17-32,-71-17-15,-89 0-1,19 0 48,-1 0-47,53 0-1,36 0 16,-36 36 1,-18-36-17,-70 35 17,36-35-17,-1 0 1,18 0-1,-36 0 1</inkml:trace>
  <inkml:trace contextRef="#ctx0" brushRef="#br0" timeOffset="22969.53">9331 11024 0,'35'0'125,"-17"0"-109,17 0-1,71 0 1,-35 0 0,34 0-1,-34 0 1,-1-17 0,36 17-1,-17 0 1,-37 0-1,37 0 1,-72 0 0,54 0 15,-36 0-31,36 0 0,123 0 16,-71 0 15,36 17 0,-124-17 16,0 18-31,-17-18-16,35 0 15,194 0 1,-35 0-1,-54 18 1,-52-18 0,-53 0 15,-18 0-31,1 0 78,34-18-62,-34 18-1,34 0 1,-17 0 0</inkml:trace>
  <inkml:trace contextRef="#ctx0" brushRef="#br0" timeOffset="24193.95">17709 11836 0,'71'0'94,"141"0"-79,193-89 1,-281 72 0,193 17-1,-211 0 1,-53 0-1,-18 0 1,36 0 47,70 0-32,-88 0-31,35 0 15,-53 0 1,-35-35 0</inkml:trace>
  <inkml:trace contextRef="#ctx0" brushRef="#br0" timeOffset="25062">18168 12347 0,'18'0'94,"35"0"-78,17 0-1,36-35 1,-18 17 0,18-17-1,-71 35-15,18 0 16,18 0 0,-1 0-1,-52 0 1</inkml:trace>
  <inkml:trace contextRef="#ctx0" brushRef="#br0" timeOffset="25969.96">17956 13106 0,'18'-36'15,"0"36"1,-1 0-16,36 0 31,106-88-15,-88 88 15,105 0 0,-106 0-15,1 0 0,-36 0-16,-17 0 15,0 0 1</inkml:trace>
  <inkml:trace contextRef="#ctx0" brushRef="#br0" timeOffset="26799.98">18433 13670 0,'123'-35'172,"300"-106"-141,-299 123-15,-89 18-1</inkml:trace>
  <inkml:trace contextRef="#ctx0" brushRef="#br0" timeOffset="27755.8">21220 11730 0,'35'-35'62,"124"17"-46,317 18 15,-264 0-15,-142 0-1</inkml:trace>
  <inkml:trace contextRef="#ctx0" brushRef="#br0" timeOffset="28971.98">20814 12418 0,'18'0'32,"17"0"-17,-18-36 1,19 36-1,17-17 1,105-18 15,-34 35-15,17 0 15,-123 0-15</inkml:trace>
  <inkml:trace contextRef="#ctx0" brushRef="#br0" timeOffset="29471.39">20920 13106 0,'17'0'62,"36"0"-46,-17 0-16,16 0 15,1 0 1</inkml:trace>
  <inkml:trace contextRef="#ctx0" brushRef="#br0" timeOffset="29954.16">20779 13670 0,'0'18'31,"88"-18"32,-35 0-48,-18 0 1</inkml:trace>
  <inkml:trace contextRef="#ctx0" brushRef="#br0" timeOffset="36472.6">9243 14111 0,'17'0'125,"36"18"-110,0-18 1,35 17 0,-35-17-16,18 18 15,141-18 1,-1 0 0,-105 0-16,18 0 15,140 0 1,-52 0-1,-1 18 1,-140-18 0,17 0-1,106 0-15,-123 0 16,17 0 15,141 0 0,-141-18-15,18 18 0,0 0-1,0 0 1,-18 0 0,36-18-1,17 18 1,-18 0-16,-35 0 15,36 0 1,-36 0-16,0 0 0,-17 0 31,70 0-31,-88 0 32,53 0-17,194 0 16,-106 0-15,-18 0 0,-35 0-1,-53 0 1,-17 0 0,-36 0-1,0 0 1,36 0-1,0 0 1,-19 0 15,19 0-31,35 0 16,17 0 15,71 0 0,-141 0-15,0-35 0,-18 35-1,-17 0 1,0 0 0,-1 0-1,54 0 1,-36 0-16,18 0 15,35-18 1,-17-17 0,-54 35-1,1 0 95</inkml:trace>
  <inkml:trace contextRef="#ctx0" brushRef="#br0" timeOffset="39336.37">9349 14834 0,'53'0'125,"-36"0"-110,18 0-15,1 0 16,-19 0-16,19 0 15,105 36 1,-18-36 0,89 0-1,52 17 1,1-17 0,-106 0-1,-71 0 1,-35 0-1,0 0 32,35 0-15,0 0-17,-17 0 1,-1 0-1,-17 0 1,-17 0 47,175 0-32,-17 0 0,-35 0 0</inkml:trace>
  <inkml:trace contextRef="#ctx0" brushRef="#br0" timeOffset="39759.72">11871 14887 0</inkml:trace>
  <inkml:trace contextRef="#ctx0" brushRef="#br0" timeOffset="50266.48">9490 16051 0,'17'0'93,"72"0"-61,-1 0-17,70 0 1,54 0 0,0-17-1,17-1 1,-123 18-16,0 0 15,88-35 1,-106 17 0,18 18-1,-36 0 1,19 0 0,-1 0-1,18 0 16,35 0-15,-88 0 0,0 0 46,-1 0-46,1 0-16,0 0 15,71 0 1,-36 0-16,18 0 16,35 0-1,-88 0 1,-36 0 0,19 0-1,17 0 1,35 0 15,18 0-15,-18 0-1,53 0 1,-53 0 0,-35 0-1,0 0 16,-18 0-15,36 18 0,35-18-1,-71 0-15,0 0 16,142 0 0,-89 0-1,18 0 16,-36 0-15,1 0 0,-18 0-1,17 0 1,-17 0 0,18 0-1,-1 0 1,36 0-1,-35 0 1,-36 0 0,0 0-1,18 0 1,-18-35 0,36 35-1,0 0 1,-19-18-1,-34 18 1,0 0 0,35-18-1,-18 18 1,0-35 0,18 35-1,53 0 1,-35 0-1,34 0 1,-34 0 0,17 0-1,-17 0-15,-18 0 16,-1 0 0,1-18-1,53 18 1,-70 0 15,-1 0-15,18 0-1,17 0 1,1 0 0,52 0-1,-35 0 1,18-35-1,-70 35-15,17 0 16,-18 0-16,-18 0 16,89 0-1,-70 0 1,52 0 0,53 0-1,-71 0 16,19 0-31,-54 0 16,35 0 0,-52 0-1,0 0 32,-1 0-31,19 0-16,17 0 15,17 0-15,-35 0 16,54 0 0,-54 0-16,18 0 15,-36 0 1,1 0 62,17 0-47,-17 0-15,0 0-16,-1 0 16,54 0-1,-36 0 1,-17 0-1,35 0 1,0 0 0,-1 0-16,-16 18 15,-1-18 1,0 0 0,18 0-1,-35 0-15,35 0 16,-18 0 15,18 0-15,0 0-1,0 0 1,17 0 0,1 0-1,-18 0 1,-36 0-1,19 0 1,17-36 0,35-16-1,0-1 1,-35-18 0,-18 36-1,-35 17 1,0-52-1,0 17 17,0 0-32,-35 17 15,0 19 1,17-18-16,18 17 16,-35-17-1,-1 17 1,-16 0-1,-19-35 1,18 1 0,0 16-1,-17 36 1,-19-35 0,-16 35-1,-37 0 1,-87 0-1,-18 0 17,36 0-17,52 0 1,53 0 0,0 35-1,71-35 1,-53 36-1,-1-19 1,54 18 0,0-17-1,-36-18 1,-105 18 0,88-1-16,-18 1 15,-35-18 1,53 0-1,52 35 17,-69-17-17,52 0 1,0-1 0,-124 1-1,107 17 1,-1 18-1,1-35 1,17-18 0,-53 17-1,18 19 1,35-19-16,18-17 16,-36 0-1,36 0-15,-18 0 16,-88 0-1,52 0 1,1 0 15,35 0-15,-35 0 0,0 0-1,17 0 1,18 0-1,18 0 1,-35 0 0,-19 0-1,37 18 1,-37-18 0,54 0-16,-53 0 15,0 0 1,-1 0-1,1 0 17,35 0-17,-17 0 1,35 0-16,-1 0 16,19 0-16,-19 0 15,-105 0 1,53 0-1,-18 0 1,0 0 0,-35 0-1,71 0 1,-18 0 0,70 0-16,-17 0 15,-54 0 1,1 0-1,53 0 17,0 0-17,-36 0 1,1 0 0,34 0-1,1 0-15,-18 0 16,18 0-1,0 0-15,17 0 16,-106 0 0,54 0-1,17 0 1,18 0 0,-36 0 30,-17 0-14,35 0-17,-88-18 1,106 18 0,-1 0-1,1 0 1,0 0-1,-36 0 1,-35 0 0,36 18-1,-1-1 1,18 19 0,0-36-1,-17 17 1,17 1-1,-71 0 1,36-1 15,35-17-31,36 0 16,-1 36 46,-52-36-46,-1 0 0,36 0-1,17 0-15,-52 0 125,-1 35-109,53-35-16,-17 0 16,-18 0-16,-17 18 15,52-1 1,-17-17 46,-89 0-30,1 0-1,17 0 0,53 0 0,-18 18-15,36-18 0</inkml:trace>
  <inkml:trace contextRef="#ctx0" brushRef="#br0" timeOffset="61888.53">26317 10689 0,'18'0'93</inkml:trace>
  <inkml:trace contextRef="#ctx0" brushRef="#br0" timeOffset="63728.3">26670 10283 0,'0'18'109,"0"0"-93,0 35-16,0 0 16,0 35-1,18 18 1,-18-18 0,0-18-1,0 19 1,0-54 15,17 35 16,-17-123 140,36 18-171,-19-18 15,1 0 1,35 53 93,-18 36-110,18 17 1,-35-18-1,17 18 32,-35-36-15</inkml:trace>
  <inkml:trace contextRef="#ctx0" brushRef="#br0" timeOffset="64688.64">27270 10460 0,'35'0'171,"-17"35"-139,-1-35-1,1 35 0,52 54 0,-70-1-15,18-53 0,-18 0-1,0 1 1,-53-1 0,36-17-1,-1-18-15,18 17 31,-35-17 32</inkml:trace>
  <inkml:trace contextRef="#ctx0" brushRef="#br0" timeOffset="65421.42">27287 10477 0,'18'-35'94,"35"35"-79,17-35 1,19-18 0,-36 53-16,-1 0 15,1-35 1,-17 35-16</inkml:trace>
  <inkml:trace contextRef="#ctx0" brushRef="#br0" timeOffset="68904.17">26458 12312 0,'36'0'31</inkml:trace>
  <inkml:trace contextRef="#ctx0" brushRef="#br0" timeOffset="69815.95">26723 11836 0,'0'35'78,"18"0"-62,-18-17-16,35 35 15,-35 53 1,0-89-16,0 54 16,0-54-1,0 1 1,0 0 156,0 17-157,0 36 1,0-36 0,0-18-16</inkml:trace>
  <inkml:trace contextRef="#ctx0" brushRef="#br0" timeOffset="70682.64">27093 11906 0,'-17'0'62,"-1"18"-46,-35-18 0,0 53-1,18-36 1,17-17-1,18 18 142,36 17-142,-19 18-15,1-53 16,52 53 0,-34-35-1,-1-1 16</inkml:trace>
  <inkml:trace contextRef="#ctx0" brushRef="#br0" timeOffset="71723.89">27464 12030 0,'0'-18'78,"35"0"-47,-35 1 47,-18-18-31,1 35-31,-1 0 31,0 0-32,-17 17 1,0 1 15,35-1-15,-18 54 31,18-18-32,0 0 1,0-36-1,0 1 17,18 0-1,-18 17-15,18-35-16,-1 0 31,36 35 0,18-35-15,17 0-1,-35 0 1,-18 0 15</inkml:trace>
  <inkml:trace contextRef="#ctx0" brushRef="#br0" timeOffset="72436.25">27799 11889 0,'18'88'47,"17"0"-31,-18-35-1,-17-18 1,18-35 0,-18-88 93,0 53-93,-18-53-1,18 52 1,18 1 15,35-36-15,35 71-1,-53 0 1,-35 18 78</inkml:trace>
  <inkml:trace contextRef="#ctx0" brushRef="#br0" timeOffset="73531.98">28434 11747 0,'-35'-17'47,"-36"17"-31,0 17-1,-17 72 1,71-36 0,-19 0-16,36 88 31,0-106-16,0 35 1,0-52 0,0 0-1,71-106 63,-53 52-62,52-17 0,-70 0-1,0 18 1,18 0 0,-18 0-1,17-1 16,-17 19-15,36 52 78,17 53-79,0-17 1,-18-18 15</inkml:trace>
  <inkml:trace contextRef="#ctx0" brushRef="#br0" timeOffset="74308.67">28804 11747 0,'-35'0'109,"-18"18"-93,18 53-1,35-54 16,0 1-31,0 0 63,0 17-16,0 0-32,35 18 1,-35-18 0,0 1-1,0-1 1,-70 35 0,17-17-1,17-53 126</inkml:trace>
  <inkml:trace contextRef="#ctx0" brushRef="#br0" timeOffset="76009.45">26229 11377 0,'18'0'47,"35"0"-32,17 0 1,54 0 0,34 0-1,495 0 1,-441 0-16,123 0 16,-212 0-1,-105 0 1</inkml:trace>
  <inkml:trace contextRef="#ctx0" brushRef="#br0" timeOffset="77396.23">26811 12806 0,'88'0'156,"53"0"-140,230-35-1,123-18 17,423 53-17,-652 0 17,-195 0-32,-70-18 171</inkml:trace>
</inkml:ink>
</file>

<file path=ppt/ink/ink2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5:41:22.675"/>
    </inkml:context>
    <inkml:brush xml:id="br0">
      <inkml:brushProperty name="width" value="0.05292" units="cm"/>
      <inkml:brushProperty name="height" value="0.05292" units="cm"/>
      <inkml:brushProperty name="color" value="#FF0000"/>
    </inkml:brush>
  </inkml:definitions>
  <inkml:trace contextRef="#ctx0" brushRef="#br0">12453 7003 0,'18'0'157,"35"17"-110,-36-17-32,36 18 1,0 0 15,-18-18-15,36 0-1,-1 0 1,19 0 0,-1 0-1,-18 0 1,54 0 15,35 0 0,-89 0-15,-17 0 0,18 0-1,34 17 1,-16-17-1,69 0 1,-34 0 0,-54 0-16,1 0 15,88 0 1,-71 0-16,124 0 16,-54 18-1,-69-1 1,16 1 15,1 0 0,-53-18-15,0 0-16,0 0 16,35 0-16,0 0 15,177 0 1,-159 0-1,-18 0 1,-17 0 15,17 0-15,0 0 0,0 17-1,-35-17-15,-18 0 16,1 0 15,17 0 0,-1 0 16,1 0-31,18 0-16,-18 0 15,70 0 1,-87 0-16,16 0 16,72 0-1,-89 0-15,-17 0 16,0 0 0,87 0 62,-87 0-63,88 0 17,-36 0-17,-52 0-15,17 0 16,1 0-1,-19 0 1,1 0 0,-1 0 15,19 0-15,-1 0-1,36 0 1,-1-17 15,-35 17 0,-17 0 126</inkml:trace>
  <inkml:trace contextRef="#ctx0" brushRef="#br0" timeOffset="2417.8">8749 8378 0,'18'0'62,"17"0"-30,18 0-17,0 0 1,52 0 0,-34-17-1,35 17 1,-36 0-1,1 0-15,264-18 32,-211 1-17,228-1 1,-140 18 0,-89 0-1,-87 18 1,17-18-1,53 0 1,123 0 0,-88 0-16,-18 0 15,177 0 1,-159 0 0,-70 17-1,35-17 1,-18 0-1,-17 0 17,17 0-17,-18 35 1,71-35 0,-88 0-1,53 0 1,-18 0-1,71 0 1,17 0 0,1 0-1,-18 0 1,-18 0 0,-35 0-1,52 0 1,-70 0-1,124 0-15,0 0 32,-53 0-17,-71 36 1,-35-19 0,-18-17-1,53 0 1,124 0-1,35 36 1,17-19 0,-140 19-16,-1-19 15,71 1 1,-105-18-16,140 0 16,71 17-1,0 1 1,-18-18-1,-71 18 1,-87-1 15,-18 1-15,-71-18 0,0 0-1</inkml:trace>
  <inkml:trace contextRef="#ctx0" brushRef="#br0" timeOffset="4418.62">8855 9031 0,'17'0'16,"1"0"15,17 0-15,-17 0 0,35 0-1,0 18 1,-18-18-1,18 17 1,0-17 15,35 0-15,18 0 0,-53 0-16,35 0 15,53 0 1,-53 0-16,0 0 15,212 0 1,-35 0 0,-18 0-1,-18 0 1,18 0 0,18 0-1,-159 36 1,-18-36-1,0 0 17,71 0-17,52 0 1,36 0 0,-17 0-1,34 0 1,-52 0-1,-89 0-15,89 0 16,0 0 0,-107 0-1,1 0 1,-17 0 0,-1 0-1,18 0 1,-18 0-1,-18 0 1,1 0 15,-36 0-15</inkml:trace>
  <inkml:trace contextRef="#ctx0" brushRef="#br0" timeOffset="6110.46">23936 7638 0,'18'88'78,"35"159"-62,-53-124-16,17-52 15,18 158 1,-35-176 0,0 35-16,0 53 31,0-88-15,36-53-1</inkml:trace>
  <inkml:trace contextRef="#ctx0" brushRef="#br0" timeOffset="7043.62">24130 7761 0,'35'35'125,"53"159"-110,-70-105 1,0 140-1,35 141 17,-36-264-17,-17-71-15,36-17 16,-36 17 0</inkml:trace>
  <inkml:trace contextRef="#ctx0" brushRef="#br0" timeOffset="9242.71">25224 7761 0,'17'0'63,"89"88"-47,-106-52-16,0-19 15,35 160 1,-17-142-1,17-17 1,-52-18 93,-1-53-93,18 17 0,0-17-1,0 36-15,0-36 16,0 18 0,0-18-1,0 17 1,35-17 15,1 53 47,34 53-62,-35 18-1,18 35 1,0-18 0,0-17-1,-35-71 1,-18 35 62</inkml:trace>
  <inkml:trace contextRef="#ctx0" brushRef="#br0" timeOffset="9742.59">25964 7849 0,'36'159'62,"34"229"-46,-52-141-1,17-123 1,-35-72 0,0-87 62</inkml:trace>
  <inkml:trace contextRef="#ctx0" brushRef="#br0" timeOffset="10360.81">26194 7885 0,'0'52'15,"0"-104"-15,35 104 0,-35-16 16,0-19-16,18 1 15,-18 35 1,0-18 0,0 1-1</inkml:trace>
  <inkml:trace contextRef="#ctx0" brushRef="#br0" timeOffset="11325.84">26494 7832 0,'53'17'31,"17"124"-16,-17-70 1,-18-36 0,1 1-1,-1-36 1,-18 0-16,19 0 16,-1 0-16,18-71 31,0-17-16,-53 70 1,0-52 0,0 34-1,0 1 1,0 70 93,17 159-93,1 53 0,17-123 15,18 229-16,-35-195 1,-18-87 0,0-36-1,-71-105 63,18 17-62,1-71 0,-1-35-1,53 71 1,0-35-16,0 52 16,0 18 15,0 18-31</inkml:trace>
  <inkml:trace contextRef="#ctx0" brushRef="#br0" timeOffset="11875.19">25030 8467 0,'17'0'63</inkml:trace>
  <inkml:trace contextRef="#ctx0" brushRef="#br0" timeOffset="13058.73">28646 7814 0,'0'53'63,"0"88"-47,0 71-1,0 35 1,0-177-16,0 1 15,0-36 1</inkml:trace>
  <inkml:trace contextRef="#ctx0" brushRef="#br0" timeOffset="13825.16">28892 7814 0,'18'53'32,"-36"-106"-32,54 159 15,-36-71 1,0 36-1,0-54-15,0 19 16,-71-1 15,54-17-31,-54 17 16,53-35 0,-17 35-1</inkml:trace>
  <inkml:trace contextRef="#ctx0" brushRef="#br0" timeOffset="14605.53">29192 7497 0,'36'17'47,"-36"107"-16,-36 123 0,36-212-15,0-18-1</inkml:trace>
  <inkml:trace contextRef="#ctx0" brushRef="#br0" timeOffset="15424.78">29386 7673 0,'-53'70'78,"18"-34"-62,18 17 0,-19-53-1,54 88 126,0-88-126,-1 35 1,1-35 15,17 18 63</inkml:trace>
  <inkml:trace contextRef="#ctx0" brushRef="#br0" timeOffset="16055.69">29633 7408 0,'0'53'78,"0"18"-62,0 88 0,0-71-1,0 18 1,0-89 15,0 1 16</inkml:trace>
  <inkml:trace contextRef="#ctx0" brushRef="#br0" timeOffset="16639.99">28134 8114 0,'0'-18'94</inkml:trace>
  <inkml:trace contextRef="#ctx0" brushRef="#br0" timeOffset="17823.8">25365 9172 0,'35'0'47</inkml:trace>
  <inkml:trace contextRef="#ctx0" brushRef="#br0" timeOffset="18820.55">26000 9155 0,'-36'17'47,"19"-17"-31,-1 53-1,-17-35 1,35-1-1,0 107 32,-35-89-31,35 0 0,0 18-1,0-17 1,0 17-1,17-18 17,19 0-17,-19 0 1,18-35 0,18 0 15,36 18-16,-54-18 1,0 0 0,0 0-16,1-18 31,-36-17 16</inkml:trace>
  <inkml:trace contextRef="#ctx0" brushRef="#br0" timeOffset="19737.03">26511 9225 0,'-70'0'125,"17"35"-109,35-17-16,0 0 16,18 17-1,0-17 1,0 17-1,0 0 32,18-35-31,17 35 0,18 36-1,-53-53-15,36-1 16,-19 1-1,1 0-15,0 17 47,-1-18-31,-17 36 0,-53-17-1,53-19 1,-35 1 15,17-18 94</inkml:trace>
  <inkml:trace contextRef="#ctx0" brushRef="#br0" timeOffset="20421.71">26723 9296 0,'35'0'31,"71"53"16,-18 17-32,0 36 1,-52-18 0,-1 0-1,-17-70 1,-1-71 46,1 18-46,0-53 0,17-1-1,-18 37-15,-17 34 16,0 0-16,0 1 15,0-1 32</inkml:trace>
  <inkml:trace contextRef="#ctx0" brushRef="#br0" timeOffset="25637.05">7250 11747 0,'17'0'94,"36"0"-63,-18 0-15,1 0-16,70 18 31,-18-18-15,-53 0-16,388 0 31,-17 0-15,-265 0-16,18 0 15,0 0 1,-124 0 15,71 18 32,17-1-48,89 1 17,-18 35-17,-106-35 1,0 17 0,-17-35-1,17 0 1,-35 0-1,0 0 1,-35 0 0,70 0-1,-18 0 1,18 0 15,-52 0-31,17 0 16,17 0-1,-17 0-15,-35 0 16,-1 0 0,19 0-1,-1 0 1,-35-18 0</inkml:trace>
  <inkml:trace contextRef="#ctx0" brushRef="#br0" timeOffset="27886.73">6509 12400 0,'17'0'125,"72"0"-110,-72 0 1,124 0 0,-17 0-1,-54 0 1,19 0 0,-1 0 15,0 0-16,-70 0 1,-1 0 15,18 0-15,54 0 0,17 0-1,17 0 1,-52 0-1,-36 0-15,35 0 94,-34 0-78,69 0-1,-34 0 1,123 0 15,-123 0-15</inkml:trace>
  <inkml:trace contextRef="#ctx0" brushRef="#br0" timeOffset="29915.18">14464 11430 0,'53'18'78,"-18"-1"-62,89 19 15,17-36-15,-53 17-1,-35-17 1,-18 18 0,-17-1 77,35 125-61,-36-107-17,1 106 16,-18-88-15,35-53 78,-17 0-79,-1 53-15,1-53 16,-18 17 0</inkml:trace>
  <inkml:trace contextRef="#ctx0" brushRef="#br0" timeOffset="31165.53">15434 11747 0,'0'-35'94,"-18"18"-79,-17-1 1,35 0-1,0 1 1,-35-36 0,35 17 15,0 19-15,0-1-1,0-17 16,17 0-15,19 17 0,17-17-1,0 17 1,-18 18 15,0 0-15,0 35-1,1-17 1,-36 17 0,0 1-1,0-19-15,0 1 16,0-1 0,0 19-16,-18-1 15,-17 0 1,-18 36 15,53-36-15,-18 36-1,18-18 1,0-18 15,0-17 0,18-18 1,35 0 15,-18 0-16,-17-36 0,-18 19-15,-36-19-1,-17 1 1,36 35 0,-18-35-1,35 17 1</inkml:trace>
  <inkml:trace contextRef="#ctx0" brushRef="#br0" timeOffset="32267.6">15910 11359 0,'0'36'78,"0"34"-62,0-52-16,36 52 15,-19-17 1,1-17 0,-18 17 15,35-36 16,-17-17-32,-1 0 17,-17-53-17,0 18 110,0 53-47,53 87-46,-17-52-17,-19 36 1,18-1-1,1 35 17,-36-105-1</inkml:trace>
  <inkml:trace contextRef="#ctx0" brushRef="#br0" timeOffset="33984.57">15381 12241 0,'53'36'110,"88"-36"-79,88-36 0,-193 36-15,34 0 15,-34 0 438,-19-17-453,1 17-1,-1 0 1</inkml:trace>
  <inkml:trace contextRef="#ctx0" brushRef="#br0" timeOffset="40911.56">21361 11359 0,'70'0'31,"-34"0"-15,16 0 0,54 0-1,-53 36 1,-18-36-1,18 53 1,0 0 0,-35-36-1,0 18 17,-71 54-1,0-54-16,0 18 1,0-53 0,35 0-16,18 35 62,18-17 1,70 17-48,-17-35 1,87 0 15,-122 0-31,34 0 16,-52 0-1</inkml:trace>
  <inkml:trace contextRef="#ctx0" brushRef="#br0" timeOffset="41966.28">22296 11659 0,'0'-17'31,"0"-1"-15,-36-17-1,1 17-15,35 0 16,-35-17-1,17-18 1,0 36 15,18-54-15,0 36 31,0 0-32,0 17 1,0 0 0,18 18 15,106 0 0,-107 0-15,36 0-1,0 36 1,-35-19 0,-1 36-1,-17-18 1,0 1 15,0 34-15,0 18-1,0-70-15,0 17 16,-35 53 0,35-35-1,0 18 1,0 0 0,0-36-1,18 0 1,-1-35 15,19 0 16,-1-70-16,-35 17-15,0-18-1,-18 18 1,1 18 0,-1 17-16,0 1 15,-17-1 1</inkml:trace>
  <inkml:trace contextRef="#ctx0" brushRef="#br0" timeOffset="42640.8">23142 11501 0,'0'35'31,"0"88"-15,-17-70-1,17 18 1,-18-54 15,18 1-15</inkml:trace>
  <inkml:trace contextRef="#ctx0" brushRef="#br0" timeOffset="43092">22895 11518 0,'36'0'47,"105"71"-31,-88-18-1,52 0 1,-34-1 0,-36-34-1</inkml:trace>
  <inkml:trace contextRef="#ctx0" brushRef="#br0" timeOffset="43944.47">23372 11271 0,'0'0'16,"17"0"15,71 0 32,1 36-32,-1 69 0,-88-69-15,35 52-1,-35 0 1,0-53 0,0 18-1,-18-18 1,18 1 0,-35-1-1,35-17 1,-18-18-16,18 35 15,-17 0 1,70-35 78,70 0-63,-52 0-15,-18 0-1</inkml:trace>
  <inkml:trace contextRef="#ctx0" brushRef="#br0" timeOffset="44990.33">24271 11712 0,'0'0'0,"-53"-70"15,-35-1 1,17 18-1,19-17 1,34 52 0,18 0-1,-35 1 1,35-19 15,0-16 16,35 52-31,0-36-1,0 1 1,-17 35-16,0 0 62,35 53-30,-18 53-1,-17 17-15,-18-88-1,-36 71 16,19-35-15,17-1 0,0-34-1,0-1 1,0 0 0,17-35 46,36 0-46,-35-35-1,-1 17 1,-17 1 0,0-19-1,-17 36 48,-18-35-48,17 35-15</inkml:trace>
  <inkml:trace contextRef="#ctx0" brushRef="#br0" timeOffset="45623.71">24836 11536 0,'-18'17'15,"36"19"79,52-36-78,1 0-1,34 0 1,-87 0-16,0 0 16</inkml:trace>
  <inkml:trace contextRef="#ctx0" brushRef="#br0" timeOffset="46089.94">24853 11959 0,'53'-35'156,"88"-18"-141,0 18 32</inkml:trace>
  <inkml:trace contextRef="#ctx0" brushRef="#br0" timeOffset="46912.36">25365 11254 0,'70'0'63,"54"0"-47,70 0-1,-106 0 1,-35 0 15,-18 17 16,-35 19-16,0-1-15,0 71-1,0-71 1,0 18-16,0 0 16,0 158-1,0-87 1,0-89 0,0-17-1</inkml:trace>
  <inkml:trace contextRef="#ctx0" brushRef="#br0" timeOffset="48032.64">26282 11659 0,'0'0'0,"-53"-88"15,-18 18 1,-17-19 15,88 54-15,-17 0 0,17 0-1,0-18 1,0 17 31,0 19-16,17-1 0,1 18 47,35 53-62,-53-35-16,0 52 16,0-17-1,0 35 1,0 0-1,-53-35 17,35 71-1,18-89-31,0-17 16,0 70-1,0-70-15,36-1 16,-19 19-1,36-36 64,18-18-64,-18-35 1,-53 18 15,0-1-15,0-17 15,-18 36 31,0-1-46</inkml:trace>
  <inkml:trace contextRef="#ctx0" brushRef="#br0" timeOffset="49158.38">26494 11254 0,'0'53'109,"0"17"-93,0-17-1,0 18 1,0-36-1,17-35 1,-17 35 0,18-35 31,35-53-16,-53 36-31,35-19 31,-35-17 32,18 106 77,-1 0-124,1 18-16,0 35 15,17 158 1,-17-176 0,17-52-1,-35-19 1,17-17 0,-17 36 77</inkml:trace>
  <inkml:trace contextRef="#ctx0" brushRef="#br0" timeOffset="49998.83">27023 11783 0,'-18'-18'16,"36"18"77,105-53-77,18 36-16,36-19 16,17 1 15,-159 17-15</inkml:trace>
  <inkml:trace contextRef="#ctx0" brushRef="#br0" timeOffset="50745.48">27605 11536 0,'53'17'79,"0"1"-64,-36-18 1,54 0 15,-71 18 0,0 17 1,35-17-17,-35 52 1,-35 1-1,17-36-15,1 0 32,-19 18-32,-17 0 0,36-35 15,-1-1 1,18 19 0,-18-54 77</inkml:trace>
  <inkml:trace contextRef="#ctx0" brushRef="#br0" timeOffset="52136.68">28152 11095 0,'53'0'16,"-18"35"46,0 0-15,18 142-16,-53-89-15,0-17-1,-35-19 1,17-16 0,53-54 140,1 0-125,-19 18-15,1 18-1,0 0 17,17 17-32,-35 18 15,0-18 1,0 0 0,0 54 15,-18-54-31,-35 36 15,-17-1 1,-1-17 0,71-71 109</inkml:trace>
  <inkml:trace contextRef="#ctx0" brushRef="#br0" timeOffset="53436.33">28857 11307 0,'0'35'31,"-35"-18"-15,35 36 0,-35-17-1,35-19-15,0 1 16,0 35-1,0-18 1,0 18 0,0-35-1,35-18 1,0 0 15,36 0-15,-54 0-16,1 0 15,35 0-15,-18 0 16,36-36 0,-36-17-1,-17 36 1,-18-107 0,0 107-1,-18-19-15,-35-16 16,36 52-1,-36 0 1,141 0 93,-18-18-93,1-17 0,-53 35-1,-18-18 1,35 18 62,-35 71-62,17-1 15,1 36-31,17-106 16,-35 35-16,36 53 31,87-52 0,-52-54-15,-36 0-1,-17-52 1,-18 17 0,0-18-1,0 36 1,0 17 62,-18-17-31</inkml:trace>
  <inkml:trace contextRef="#ctx0" brushRef="#br0" timeOffset="60608.2">6421 12418 0,'0'17'141,"70"-17"-110,-35 0-15,18 0 0,18 0-1,-36 0 1,-17 0-1,17 0 1,0 36 0,18-36-16,-17 0 15,16 0 17,19 35-1,-18-35-16,35 0 1,88 53 15,-87-53-15,-36 0 0,-36 0-1,1 0 32,105 0 0,36 0-16,-71 18 0,-17-18 32,-1 0-47,36 0-1,35 0 1,-88 0-16,-17 0 15,-1 0 1,35 0 62,1-18-47,-53 18-15,17-18 0,53 1 62,-35-36-63,18 17 1,-54 36 0,1-70 77,-1 52-77,1-17-16,0 35 16,-18-18 46,0 1-46,0-1-16,0 0 15,0-17 1,-18 0 0,0 0 77,18 17-77,0 0 15,0-17 1,-35 17-17,35-35 16,0 18-15,18 18 0,-18-1 77,0-17-77,0-1 15,-18 36 16,-17-17-31,35-1-1,-71 0 1,18-17 0,18 35-1,-35-35 1,-1 35 15,53 0-31,1-18 0,-1-17 31,-17 35-31,-18 0 16,-35 0 0,52 0-16,1 0 15,-71 0 1,71 0-16,-18 0 16,18-18-1,17 18 48,-35 0-48,-35 0 1,-53 0 0,106 0-1,-1 0 16,1 0 16,0 0-31,-36 0 0,-35 0-1,18 0-15,0 0 16,-18 18-1,53 0-15,18-18 16,35 35 0,-88-35 62,53 0-63,-89 17 1,-17 1 15,88-18 47,18 0-62,17 0 0,-35 0-1,18 0-15,17 18 16,1-18 0,-1 0 30,-52 53 1,34-53-31,1 17 0,17-17 77,-17 71-77,-71-53 0,89 17-1,17 0 79,0-17-78,0-1-1,0 1 1,0 0-1,17-1 1,18 19 0,1-19 15,-19 1-15,1-18-1,0 35 1,17-17 15,0 17 0,-35 0-31,18-35 16,35 36 0,-36-36-1,19 17 16,-36 1-15,17-18-16,19 53 31,-1-36-15,0-17-16,-35 18 16,141 17 15,-105-35-16,52 53 1,-71-35-16,36 17 16,-17-35-1</inkml:trace>
  <inkml:trace contextRef="#ctx0" brushRef="#br0" timeOffset="70235.6">7373 13035 0,'35'0'203,"1"35"-140,-1-35 108,-17 0-139,52 36-17,-17-36 1,18 0 15,34 0-15,-16 0-1,-1 0 1,0 0 0,18-18-1,-36 18 1,-17 0 0,0 0-1,-18 0 1,-17 0-1,0 0-15,-1 0 16,107 0 15,-71 0-31,-18 0 16,0 0 0,-17 0 46,53-18-46,-54 18-1,18 0 1,18 0 0,-17 0 30,-19 0-30</inkml:trace>
  <inkml:trace contextRef="#ctx0" brushRef="#br0" timeOffset="123149.87">11042 18433 0,'18'0'31,"-1"17"-15,18-17 0,1 0-1,17 0-15,-18 0 16,53-17-1,0-19 1,-70 36 0</inkml:trace>
  <inkml:trace contextRef="#ctx0" brushRef="#br0" timeOffset="129046.58">13723 18027 0,'35'0'47,"36"0"-31,35 0 0,-89-35-16</inkml:trace>
  <inkml:trace contextRef="#ctx0" brushRef="#br0" timeOffset="132471.14">829 16933 0,'35'18'31,"71"35"-16,-18-18 1,1-35 0,34 0-1,-17 0 1</inkml:trace>
</inkml:ink>
</file>

<file path=ppt/ink/ink2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5:44:08.330"/>
    </inkml:context>
    <inkml:brush xml:id="br0">
      <inkml:brushProperty name="width" value="0.05292" units="cm"/>
      <inkml:brushProperty name="height" value="0.05292" units="cm"/>
      <inkml:brushProperty name="color" value="#FF0000"/>
    </inkml:brush>
  </inkml:definitions>
  <inkml:trace contextRef="#ctx0" brushRef="#br0">16140 4075 0,'17'0'46,"71"0"-30,-17 0 0,17-18-1,71 0 17,53 1-17,352 17 16,-264 0-15,-159 0 0,335 0-1,-282 0 1,-88 0 0,53 0-1,53 0 1,-1 0-1,-70 0 1,53 0 0,-53 0-1,-88 0-15,0 0 32,-17 0-32,16 0 31,54 0-16,35 0 17,-52 0-17,-36 0 1,17 0 0,1 0-1,-54 0 1,19 0-1,-1 0 17,-18 0-17,1 0 63</inkml:trace>
  <inkml:trace contextRef="#ctx0" brushRef="#br0" timeOffset="7330.1">3528 5151 0,'35'0'235,"106"0"-204,-88 0-15,265 0 15,-248 0-16,142 0 1,-159 0 0,17 0-1,-34 0 1,16 0 15,54 0-15,71 0-1,70 0 17,52 0-1,-263 0-15,-19 0 62,54 0-63,-18 0 1,17 0 0,19 0-1,-1 0 1,0 17-1,18-17 17,-71 0-32,71 0 15,-71 0 110,18 0-109,-35 0 15,-1 0 47,1 0-62</inkml:trace>
  <inkml:trace contextRef="#ctx0" brushRef="#br0" timeOffset="10416.85">16510 5292 0,'71'0'63,"17"0"-48,53 0 17,53-18-17,35 18 1,53-18 0,18 1-1,53 17 1,-35 0-1,211 0 1,-371 0 0,301 0-1,-212 0 1,-176 0 0,-36 0-1,35 0 63,-17 0-62,0 0-16,18 0 31,-54 0-15,1 0 62,0 0-62</inkml:trace>
  <inkml:trace contextRef="#ctx0" brushRef="#br0" timeOffset="28871.72">28187 6438 0,'53'0'93,"-18"0"-77,106 0 0,0 0-1,89 0 1,70 0 15,52 0-31,19 18 31,-107-18-15,-34 0 0,-89 0-1,-71 0 1,-17 0-16,-35 0 15,123 0 1,-71 0 0,-17 0-1,53 0 1,0 0 0,-88 0-1,70 0 1,-70 0-16,-1 0 15,18 0 1,18 0-16,36 0 31,34 0 1,-17 0-17,-53 0 1,53 0-1,-53 0-15,-1 0 16,37 0 0,-1 0-1,-53 0 1,53 0 0,-35 0-1,-17 0-15,-36-18 16,35 18-16,0 0 15,18 0 1,35 0 15,0 18 1,-35-18 249,-53 17-266,18-17 17</inkml:trace>
  <inkml:trace contextRef="#ctx0" brushRef="#br0" timeOffset="34985.98">14658 7708 0,'53'0'109,"335"0"-78,-88 0-15,-124 0-1,-88 18 1,1 17 0,16-35-1,-34 0 1,-1-18 0,-17 18-1,-17 0-15,-19 0 31,1 0-15,35 0-16,-18 0 16,36 0-1,35-17 1,-54 17 15,-16 0-15,-1 0 93,36 0-78,-54 0-15,18 0 0,-17 0-1,0 0 1,17 0 15,0 0 0,1 0-15,16 0 0,-16 0-1</inkml:trace>
  <inkml:trace contextRef="#ctx0" brushRef="#br0" timeOffset="52693.92">9684 11677 0,'17'0'110,"19"0"-63,52 0-32,-71 0 1,72 0 15,-72 0-31,19 0 16,34-18-1,-17 18-15,0 0 16,88-17 0,-70 17-16,-1 0 15,54 0 1,-36 0 0,-18 0-1,36 0 1,-35 0-1,35 0 1,52 0 0,54 0-1,-53 0 1,17 0 0,-17 0 15,-88 17-31,17 1 15,53 17 17,-18-35-17,-87 18 1,52-18 0,0 0-1,18 0 1,-36 0-1,1 17 1,-18-17-16,-36 0 16,1 18-16,53-18 15,-54 0 1,71 0 0,-17 0 15,0 0-16,17 0 1,0 0 0,0 0-1,-53 0 1,18 0 0,-17 0-1,-19 0 1</inkml:trace>
  <inkml:trace contextRef="#ctx0" brushRef="#br0" timeOffset="78397.59">14235 14093 0,'0'18'125,"35"-18"-78,212 0-16,-159 0-15,124 0-1,-1 0 1,-70 0-1,-88 0 1,0 0 0,-35 0-16,123 18 62,35 52-31,-87-52 1,-36-18 30,158 0-31,-140 0-15,35 0 0,-89 0-1,36 0 48,18 0-48,-18 0-15,-18 0 16,0 0 0,0 0-1</inkml:trace>
  <inkml:trace contextRef="#ctx0" brushRef="#br0" timeOffset="87042.6">23618 14058 0,'18'0'47,"0"18"-31,-1-18 15,1 0-15,0 17-1,17-17 1,0 53 0,0-53-1,-17 0 1,17 0-16,18 0 16,18 0-1,-53 0 1,-1 18-1,89-18 1,-35 0 0,34 0-1,-52 0 1,18 0 0,-18 0-1,70 0 1,-35 0-1,-17 0 1,17 0 0,-17 0-1,-54 0 1,19 0 0,-1 0-16,18 0 15,-36 0 1,36 0-1,-35 0-15,70 0 16,-52 0 0,16 0-16,-16 0 15,-1 0 1,-17 0 0,35-18-1,-18 18 1,35-17-1,-52 17 1,35-18 0,-18 18 15,53 0-15,-52 0-1,70-18 1,-71 18 15,-18 0-15,1 0-1,17 0 1,18 0 0,18 0-1,-18 0-15,0 0 16,17 0-1,-17 0 1,-35 0 0,17 0-1,0 0 1,-17 0-16,17 0 16,1 36-1,-19-36 16,18 0-15,-17 0 0,0 0 15,17 0-15,-17 0 109,-1 0-94</inkml:trace>
  <inkml:trace contextRef="#ctx0" brushRef="#br0" timeOffset="89031.68">29633 14199 0,'0'-17'78,"89"17"-47,-72 0-31,36 0 16,18 0-1,17-36 1,71 36 0,17 0-1,-17 0 1,-1-17-1,-16 17 1,-54 0 0,-18 0-1,-34 0-15,-1 0 16,18 0 0,-36 0-1,54 0 1,17-36 15,0 36-15,-17-35-1,35 35 1,-71 0 15,0 0-15,-17 0 46,17 0-46,1 0 0,-1 0-1,0 0 63,-17 0-62,-1 0 0,19 0-1,-1 0 1,-17 0 156</inkml:trace>
  <inkml:trace contextRef="#ctx0" brushRef="#br0" timeOffset="91716.65">15363 12347 0,'0'18'16,"0"35"0,0 247-1,0-89 1,0-123-1,0-17 1,18-53 15,-18-1-15,0 1-16</inkml:trace>
  <inkml:trace contextRef="#ctx0" brushRef="#br0" timeOffset="92672.97">15099 12912 0,'0'-36'47,"0"54"-31,35 17-1,0 36 1,18-18-1,-17-18 1,-1-35-16,-35 35 16,18-35-1,-18 36 1,17-36 0,18 0 93,-17 0-62,17 0-32,18 0 1,-35 0 0,35 0-16,-18-18 15,0-17 1,-17-36 0,17 36-1,-35 0 1,0-1-1,0 19 95</inkml:trace>
  <inkml:trace contextRef="#ctx0" brushRef="#br0" timeOffset="93911.55">25171 12277 0,'17'247'31,"1"-194"-15,17 17 0,-17 1-1,-18-36-15,18 0 16,-1 0-1</inkml:trace>
  <inkml:trace contextRef="#ctx0" brushRef="#br0" timeOffset="94859.38">25100 12700 0,'0'18'63,"18"-18"-47,-1 17-16,36 1 15,-17 70 1,-1-17-1,-17-36 1,17 18 0,-35-36-1,35-17 220,18-17-220,0-89 1,-35 71 0,-18-1-1</inkml:trace>
  <inkml:trace contextRef="#ctx0" brushRef="#br0" timeOffset="96209.6">30286 12365 0,'53'35'203,"-53"36"-188,0-1-15,0-17 16,70 141 0,-52-123-1,-18 17-15,18 0 32</inkml:trace>
  <inkml:trace contextRef="#ctx0" brushRef="#br0" timeOffset="97319.38">30162 12841 0,'53'18'78,"-17"-1"-63,17 19 1,0-1 0,-18-17-1,0 17 17,-17-35 155,-1 0-156,1 0 63,17-141-63,-35 53 1</inkml:trace>
  <inkml:trace contextRef="#ctx0" brushRef="#br0" timeOffset="106910.21">13723 15328 0,'18'0'172,"35"0"-141,-18 0-15,18 0-1,35 0 1,18 0 0,-18 0-1,0 0-15,159-17 16,-35 17-1,-89 0 17,124 0-17,-159 0 1,-52 0 0,52 0-1,-18 0 1,36 0-1,71 0 1,-36 0 0,70 0-1,-158 0-15,18 0 16,-36 0 0,-17 0 15,52 0-16,-34 0 1,-1 0 15,18 0-31,-18 0 32,18 0-17,18 0 1,-1 0-1,-35 0 1,36 0 0,0 0-1,52 0 1,-52 0 0,-1 0-1,-35 0 1,-17 0-1,17 0 17,18 35-17,-35-35 1,17 0 0,18 0-1,-18 0 16,-17 35-15,0-35 47,17 0-32</inkml:trace>
</inkml:ink>
</file>

<file path=ppt/ink/ink2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5:47:56.783"/>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50"/>
    </inkml:brush>
  </inkml:definitions>
  <inkml:trace contextRef="#ctx0" brushRef="#br0">26335 12012 0</inkml:trace>
  <inkml:trace contextRef="#ctx0" brushRef="#br0" timeOffset="3432.31">26352 12100 0</inkml:trace>
  <inkml:trace contextRef="#ctx0" brushRef="#br0" timeOffset="16193.34">24606 17110 0,'18'0'31</inkml:trace>
  <inkml:trace contextRef="#ctx0" brushRef="#br0" timeOffset="47937.41">7726 13070 0,'35'0'46</inkml:trace>
  <inkml:trace contextRef="#ctx0" brushRef="#br0" timeOffset="48668.68">8837 13141 0</inkml:trace>
  <inkml:trace contextRef="#ctx0" brushRef="#br0" timeOffset="77352.86">10178 16140 0</inkml:trace>
  <inkml:trace contextRef="#ctx0" brushRef="#br0" timeOffset="179563.15">30233 6862 0</inkml:trace>
  <inkml:trace contextRef="#ctx0" brushRef="#br0" timeOffset="-187146.89">8061 11289 0</inkml:trace>
  <inkml:trace contextRef="#ctx0" brushRef="#br0" timeOffset="-183292.76">5838 10866 0,'0'-18'31,"0"36"-31,-17-36 32</inkml:trace>
  <inkml:trace contextRef="#ctx0" brushRef="#br0" timeOffset="-180107.77">4198 10301 0</inkml:trace>
  <inkml:trace contextRef="#ctx0" brushRef="#br0" timeOffset="-108639.39">14005 10442 0,'36'0'94,"-1"0"-79,35 0 1,19 0 0,-37 0-16,19 0 15,0 0-15,105 0 16,36-35 0,35 35-1,-36 0 16,-123 0-31,36 0 0,35 0 32,-71 0-17,53 0 1,106 0 0,18-18-1,105 1 1,-247 17-1,-17 0 1,-53 0 15,-18 0 1,71 0-17,-35 0-15,123 0 16,-106 0-1,106 0 1,-18 0 0,318 0-1,-229 0 1,-106 0 0,-89 0-1,-17 0 1,-18-18-1,54 18 1,-19 0 0,71 0-1,-53 0-15,142 0 16,-36 0 0,-35 0-1,-89 0 1,-17 0-1,18 0 17,-1-18-32,1 1 15,105 17 1,-52 0-16,17 0 16,194 0-1,-194 0 1,53 0-1,0 0 1,-88 0 0,0 0-1,-53 0 1,-36 0-16,1 0 16</inkml:trace>
  <inkml:trace contextRef="#ctx0" brushRef="#br0" timeOffset="-99108.23">2522 14464 0,'18'0'93,"35"0"-77,0 0-16,35 0 16,124 0-1,229 18 1,-141 34 0,-124-16-1,-158-36 1</inkml:trace>
  <inkml:trace contextRef="#ctx0" brushRef="#br0" timeOffset="-98379.13">2699 14676 0,'17'0'16,"1"17"15,53-17-15,17 0-1,0 0 1,124 53 15,-124-18-15,-18-35-16,19 0 15,140 53 1,-159-53 0</inkml:trace>
  <inkml:trace contextRef="#ctx0" brushRef="#br0" timeOffset="-97572.54">3351 14199 0,'0'0'0,"18"0"16,0 0-1,17 0-15,0 0 16,142 36 0,52 87-1,-17 1 1,-107-72 0,125 54-1,-213-70 1,1-36 15,-53 88 47,-36-18-62,-70 54-1,35-36 1,53-70-16,36-1 16,-36 1-1</inkml:trace>
  <inkml:trace contextRef="#ctx0" brushRef="#br0" timeOffset="-96889.39">4868 13970 0,'0'18'47,"71"264"-31,-36 194-1,-35-105 1,0-89 0,0-141-1,0-88-15,0 0 16,0-36 0</inkml:trace>
  <inkml:trace contextRef="#ctx0" brushRef="#br0" timeOffset="-95573.89">4992 13952 0,'35'0'63,"36"0"-48,87 36 1,54-19 0,793-17-1,-422 0 1,-407 0-16,-35 0 15,-88 0 1,-53 18 93,0 52-93,0 1-16,35 441 31,18-71-15,-35-89 0,-18-105-1,17-17 16,19-178-15,-36-34 0,0 17-1,-18-35 48,-52 18-48,52 0 1,-247-18 15,107-18-15,-142-35 0,-141 35-16,211 18 15,-246 0 1,406-17-1,-19 17 1,36 0 0,36-35-1,-71 35 17,88-18 46,17 18-47</inkml:trace>
  <inkml:trace contextRef="#ctx0" brushRef="#br0" timeOffset="-94795.42">8961 13388 0,'0'141'31,"70"335"-16,-17-194 1,18 512 0,-71-300-1,0-229 1,35 17-16,-35-17 16,0 246-1,17-264 1,36-106 15,-17-141-15</inkml:trace>
  <inkml:trace contextRef="#ctx0" brushRef="#br0" timeOffset="-93821.68">10178 13370 0</inkml:trace>
  <inkml:trace contextRef="#ctx0" brushRef="#br0" timeOffset="-93679.84">10178 13370 0,'35'0'47,"-53"0"15</inkml:trace>
  <inkml:trace contextRef="#ctx0" brushRef="#br0" timeOffset="-93132.38">9648 13300 0,'0'0'0,"-35"0"16,0 0-16,0 0 15,-54 0 1,54 0 0,-18 0 62,-35 0-47,70 0-31,1 17 31</inkml:trace>
  <inkml:trace contextRef="#ctx0" brushRef="#br0" timeOffset="-91968.21">10019 13300 0,'-35'0'78,"17"53"-62,18 264 0,0-105-1,0 17-15,-18-53 16,-52 195 0,17-212-16,53 17 15,0 142 1,35-89-1,-17-53 17,-1-52-17,-17-54 1,0-17 0,0 0-1,18-18 1,-18 18-1,0-17-15,0-1 16,18 53 0,-18-17-16,17 17 15,1 88 1,17-141 0,-35 36-1,0-36 1,18 36-1,17-18 1,18-18 15,-53-17-15,88 105 31,-35-17 0,-53-88-32,0-1 1,-17 19 62,-213 16-47,-123-52 1,265 0-17</inkml:trace>
  <inkml:trace contextRef="#ctx0" brushRef="#br0" timeOffset="-90338.44">11571 13476 0,'0'212'94,"0"-1"-78,0 19-1,0 246 16,18-88-15,-18-159 0,0-70-16,0-53 15,0 70 1,0 1 0,0-107-16,0-17 15,0 53 1,0-71-1,0 1 1,17 34 31,36 18-31,-35-35-1,17 35 1,-35-70-1,0 17 110,35 1-62,-35 17-47,0-18-1,0 18 32,0 0-31,0 35-1,0-35 1,0-36 0,0 19-1,0-19 1</inkml:trace>
  <inkml:trace contextRef="#ctx0" brushRef="#br0" timeOffset="-88218.58">11642 13406 0,'17'0'93,"142"35"-61,-141-35-17,229 0 16,-159 0-15,-53 0 0,0 0 46,18 35-46,0-17 140,-53 35-125,18 17-15,-18 89 0,0 53-1,0 17 1,0-17-1,0-1 1,0-17 0,35 18-1,-35 0 17,0-36-17,0-88-15,18 177 31,-1-142-15,19 1 0,-36 52-1,35 36 1,-35-1 0,0-87-1,0-36 1,0-53-1,0 18 1,0-17-16,18-1 16,-1 53 15,-17-70-15,36 17-1,-36-17 16,-18-18 16,-70 35-31,-18-35 0,53 0-1,-35 0 1,88-18-1,-36 18 189,-158-53-173,177 53-31,-18-35 15,17 35 1</inkml:trace>
  <inkml:trace contextRef="#ctx0" brushRef="#br0" timeOffset="-86262.55">13547 13458 0,'17'0'47,"19"18"-32,34 88 17,-52 106-17,-1-89-15,-17 18 16,0 335-1,0-352 1,-70 211 0,35-159-16,-54 230 15,-16-71 1,34-105 0,18-72-1,35-122-15,-17 17 16,53 35 62,-18-53-62,35 36-1,-35-36 1,0 0-1,0-17 48,35 17-47,-17-35-16,35 123 62,53 72-46,-53-160 15,-71-53 31,-35 1-62</inkml:trace>
  <inkml:trace contextRef="#ctx0" brushRef="#br0" timeOffset="-85045.4">13794 13670 0,'35'0'47,"0"0"-32,18 0-15,35 0 16,18 0-16,0-35 16,35 35-1,-88 17 1,-35-17-1,17 36 1,18 34 0,-18 54-1,18-18 17,-35 88-17,-18 70 1,0-176-16,0 159 15,0 159 17,0-282-32,0-1 15,-18 265 1,18-176 0,0 52-1,18 54 1,52-18-1,-52-194 1,-1-71 0,-17 35 31,0 19-16,-35-89-16,-141 88 17,70-88-17,-35 0 1,70-18 0,36 18-1,-106-88 48,53 53-48,35 17 1,53 0 0</inkml:trace>
  <inkml:trace contextRef="#ctx0" brushRef="#br0" timeOffset="-83179.49">15840 13635 0,'0'17'62,"0"19"-46,0 211-1,0 35 1,0 18 0,0 0-1,0 17 1,-18-35-1,18-88 1,-35-105 0,35-19-1,0-35 1,0 36 62,-18 35-62,18-71-1,-35 18 17,17 0-17,18-35 1,0-1-1,0 71 64,-106 54-48,71-125-16,17 54 17,18-1 30,0-34 32,0 16-32,36 19-46,-19-53 15</inkml:trace>
  <inkml:trace contextRef="#ctx0" brushRef="#br0" timeOffset="-81699.56">15769 13494 0,'18'0'16,"282"0"31,123 0-16,-300 0-31,-87-18 15,-19 18-15,19 0 32,34 71 15,-52-36-32,-1 18-15,-17-18 16,36 18-16,-36-18 15,0 106 1,17 89 0,-17 70-1,0-89 1,0 19 0,0-54 15,0-35-16,0 53 1,-17-18 0,17-52-16,0-36 15,0 36-15,0-54 16,0-35-16,0 89 16,0-18-1,0-18 1,0 18-1,0-53 1,0 0 0,0 0-16,0-36 15,0 89 1,0-53 0,0-35-1,-88 34 48,52-52-48,19 0-15,-36 0 16,17 0-16,-34 0 16,-124-17-1,141-18 1,-18 35-1,1-18 1,35 18 0,35-18-1,-36 18 17,-52-35 14,53 35-30</inkml:trace>
  <inkml:trace contextRef="#ctx0" brushRef="#br0" timeOffset="-79608.16">17427 15222 0,'71'0'63,"317"-35"-32,-335 35-31,88 0 31,-53 0-15,-35 0-1,0 0 1</inkml:trace>
  <inkml:trace contextRef="#ctx0" brushRef="#br0" timeOffset="-78997.66">18150 14922 0,'36'0'47,"52"18"-16,-18 0-15,54 52-1,-89-34 17,-35-19-17,53 71 1,-53 18-1,-18-53 1,-34 0 0,52-35-1,0-1 1,-36-17 62</inkml:trace>
  <inkml:trace contextRef="#ctx0" brushRef="#br0" timeOffset="-78057.25">19297 13494 0,'35'123'47,"-17"124"-31,-18-106-1,0 212 1,17-247-16,-17 88 15,0 53 1,0 53 0,0-89-1,0 1 1,0-124 0,0-17-1,0 52 1,-17-52-1,-1 17-15,1-17 16,17 140 0,0-52-1,0-71 1,0-53 0,0 54-1,0-36 1,0-18-1,0 0-15</inkml:trace>
  <inkml:trace contextRef="#ctx0" brushRef="#br0" timeOffset="-76350.33">19315 13476 0,'70'0'31,"-35"0"-15,54 0 0,69-18-1,-87 18-15,-18 0 16,88 0-1,-88 0-15,-36 0 16,19 0 0,-1 36 109,-35-19-110,0 36 1,-18 35 0,18-52-16,0 17 15,0 17 1,0 36-1,0 18 1,0 17 0,0 17-1,0-87-15,0-18 16,0-35 0,0 158-1,0-53 1,0-34-1,-17 16 17,17-69-32,0-19 15,0 89 1,0-18 0,0-35-1,0 18 1,0-1-1,0 19 1,0-19 0,0-52-16,0 35 15,0 70 1,0 1 0,0-19-1,0-16 1,0 16 15,0-16-15,0-1-1,0-53-15,0 18 16,0 0 0,0 18-1,0-1 1,0-35-1,0-17 1,0 0 47,-36 35-32,36-36-31,-123 36 31,-36 18 0,124-71-31,0 17 16,-1-17 78,1 0-79</inkml:trace>
  <inkml:trace contextRef="#ctx0" brushRef="#br0" timeOffset="-75335.43">19473 13988 0,'18'0'15,"0"0"1,52 0 0,-17 0-1,-35 0-15,35 0 16,70 35-1,-88-17 17,36-18-17,-53 0 1,-1 0 0</inkml:trace>
  <inkml:trace contextRef="#ctx0" brushRef="#br0" timeOffset="-74686.03">19438 14640 0,'53'0'46,"0"0"-30,17 0 0,-34 0-1,87 0 1,-70 18 0,-18-18-1</inkml:trace>
  <inkml:trace contextRef="#ctx0" brushRef="#br0" timeOffset="-73946.63">19438 15346 0,'35'17'79,"36"1"-64,-53 0 1,87-18-1,-69 0 1,-1 0 0,0 17-1,0-17 1,-17 0 0,17 0-1,1 0 1</inkml:trace>
  <inkml:trace contextRef="#ctx0" brushRef="#br0" timeOffset="-73135.08">19367 16175 0,'18'0'63,"70"0"-32,-52 0-16,17 0 1,35 0 0,0 0-1,-70-18 1,17 18 0,35 0-1,-34-17 48,-1 17-32,-17 0-15,-1 0-1</inkml:trace>
  <inkml:trace contextRef="#ctx0" brushRef="#br0" timeOffset="-72402.9">19438 16669 0,'18'0'63,"52"-18"-48,1 0 1,17 18-1,-53 0 1,-17 0 0</inkml:trace>
  <inkml:trace contextRef="#ctx0" brushRef="#br0" timeOffset="-71651.73">19438 15769 0,'18'0'31,"-1"0"-16,36 0 1,18 35 0,35-17-1,-18 17 1,-35-35 0,17 0-1,-52 0 1,-18 18 78</inkml:trace>
  <inkml:trace contextRef="#ctx0" brushRef="#br0" timeOffset="-70852.14">19456 15099 0,'35'0'16,"0"0"0,-17 0-16,17 0 15,18 0 1,53 0-1,-36-18 1,-52 18-16,35 0 16,-35 0 15,-1-17 0,1 17-15,0 0-1</inkml:trace>
  <inkml:trace contextRef="#ctx0" brushRef="#br0" timeOffset="-69987.51">19350 14252 0,'17'0'16,"19"0"-1,34 0 1,1 0 0,-36 0-1,53 18 1,-17-1-1,-18-17 1,-36 0 0,1 0 31,0 0 109,-18 18-125</inkml:trace>
  <inkml:trace contextRef="#ctx0" brushRef="#br0" timeOffset="16492.88">19297 12083 0,'0'264'78,"0"-52"-46,0-53-17,18-106-15,-1 70 16,-17-70-1</inkml:trace>
  <inkml:trace contextRef="#ctx0" brushRef="#br0" timeOffset="17807.26">18927 12700 0,'17'0'78,"-17"18"-31,35-1-16,1-17-15,17 36-1,-18-1 1,35 0 0,-34-17-16,-1 17 15,88 88 1,-105-140 312,17-71-297,18-1 0,0 37 173,-35 52-189</inkml:trace>
  <inkml:trace contextRef="#ctx0" brushRef="#br0" timeOffset="19204.72">16916 8396 0,'-18'0'31,"-35"0"-15,-35 35 0,35 18 15,-18 18-16,1-18 1,52-53 0,1 35-1,17-17-15,0-1 16,-36 142 0,36-124-1,0 89 1,0 35-1,36-124-15,34 106 32,-52-53-17,-1-70 17</inkml:trace>
  <inkml:trace contextRef="#ctx0" brushRef="#br0" timeOffset="20193.32">16316 9119 0,'18'0'94,"70"53"-79,18 18 1,-36-1 0,1 19-1,17-37 1,-88 1-16,35-17 16,-17 17-16,35-18 31,-53-18-16,17-34 142,19-124-142,-19 70 1,1-35 0,17 18-1</inkml:trace>
  <inkml:trace contextRef="#ctx0" brushRef="#br0" timeOffset="93688.86">20549 13494 0,'0'17'140,"-17"36"-124,17 18 15,0 17-15,0-53 15,35 36-15,-35-36-16,53-17 15,-36 17 1,1-17-1,17-18 32,-17 0-31,53-18 0,-18-52-1,-36 34-15,18 19 16,1-54 15,-36-17 0,0 53-15,0-1 0,-18 36-1,-17-17 1,35-1-1,-53-17 17,35 35-17,1 0 1</inkml:trace>
  <inkml:trace contextRef="#ctx0" brushRef="#br0" timeOffset="94330.01">20761 14146 0,'18'0'47,"17"18"-16,-35 35-15,35 0 0,-35 53-1,18-89 1</inkml:trace>
  <inkml:trace contextRef="#ctx0" brushRef="#br0" timeOffset="95577.93">20743 14905 0,'0'-35'63,"0"-54"-32,0 54-15,0 17-1,0-17 17,36 35 30,-1 18-15,0 52-16,-17 89 0,17-53 1,-17-88 46,-1-18 0,1 0 0,0 0-47,35 0-15,35-18 0,-53 18-1</inkml:trace>
  <inkml:trace contextRef="#ctx0" brushRef="#br0" timeOffset="96781.59">20990 15452 0,'0'0'31,"36"-18"31,-1-17-46,-18-1 0,1 36-1,0 0 16,-1 0-15,-17 18 31,18-18-31,-18 35-1,0 1 16,0-19-31,0 19 16,-35-1 0,35-18 15,17 1 141,1 53-157,0-71 1,35 88 0,-53-70-1,0 34 1,-18-52 171,-17 0-155</inkml:trace>
  <inkml:trace contextRef="#ctx0" brushRef="#br0" timeOffset="97844.08">20902 16069 0,'0'0'31,"18"18"1,-1-1-17,19 54 1,-1 17 15,0-88 32,0-18-48,-17 18 1,17-35 0,1 17-1,-36-17 1,0 18 171,17 52-77,19 88-95,-1-52 17,-35 17-17,35-53 1,-53-35 93</inkml:trace>
  <inkml:trace contextRef="#ctx0" brushRef="#br0" timeOffset="98941.48">21078 16633 0,'36'18'125,"-36"0"-109,35-1 31,-17 1 0,-18 17-32,35 1 1,-35-1-1,35-18 1,0 54 0,-35-18-1,0 0 1,0-35 0,-17-18 343,-18 0-359</inkml:trace>
  <inkml:trace contextRef="#ctx0" brushRef="#br0" timeOffset="99551.21">21167 16722 0,'35'0'78,"0"0"-62,71-53 0,-35 35-1,-18 18 17,-53-18-17</inkml:trace>
  <inkml:trace contextRef="#ctx0" brushRef="#br0" timeOffset="100923.2">21308 17339 0,'-18'35'125,"-35"1"-94,18-19-31,17 18 31,18-17-15,-17 35 0,17 18 15,0-54-31,0 19 31,0 34-15,0-35 15,35-52 141,0-36-157,-17 18 1,-18-1 0,0 19-1,0-19 1,-35 36 31,35-35 62,-53 35-78</inkml:trace>
  <inkml:trace contextRef="#ctx0" brushRef="#br0" timeOffset="116003">19914 10583 0,'53'53'94,"35"159"-78,-17-71-1,17 124 1,-53-71 0,1 70 15,-1-34-15,-35-1-1,0 18 1,0-36-1,0-34 1,0-89 0,0-35-16,0-18 15</inkml:trace>
  <inkml:trace contextRef="#ctx0" brushRef="#br0" timeOffset="116893.19">19932 10566 0,'0'0'0,"0"106"31,0-71-31,-18 229 16,18-193 15,0-53-31,-35 17 47,35-53 31</inkml:trace>
  <inkml:trace contextRef="#ctx0" brushRef="#br0" timeOffset="117337.4">19985 10601 0,'88'71'62,"53"105"-46,-17-88-1,-54-17 1,-52-71 0</inkml:trace>
  <inkml:trace contextRef="#ctx0" brushRef="#br0" timeOffset="156003.2">27817 9419 0,'17'0'62,"18"0"-46,18 0-16,88 18 16,36-1-1,52 1 1,-105 0 0,-54-1-1,-52-17 1,35 36 46,-53-19-46,35 1-16,-35 0 16,0 17-16,0 0 31,-35 18-16,-53 18 1,35-1 0,53-52-16,-53-1 15,0 54 1,-35-36 0,-18 18 15,88-18-31,0-17 31,18 0-15,0-1 62,53-17-63,-53 18-15,36-18 16,-19 0-16,1 35 16,88 18-1,0-53 1,52 18 0,-52 17-1</inkml:trace>
  <inkml:trace contextRef="#ctx0" brushRef="#br0" timeOffset="157526.43">28892 8449 0,'0'0'0,"89"-18"47,-1 1-16,-35-19-15,-36 36 0,1 0 15,0 0-16,17 18 1,-70 88 47,-1-88-48,1 52 1,18-52-1,-19-18-15,54 0 125,52 0-93,-34 0-17,-19 0-15,54 0 16,-53 0 0,-1 0-1,18 53 1,18-53-16,-17 35 15,-1 0 1,-35-17 0,35 17-1,-52-17 1,-1 88 0,-53-36 15,-70 1 0,88-89-15,36 18-1,17-18 1,-18 18 0,0 0-16,18-17 31,-17 17 0</inkml:trace>
  <inkml:trace contextRef="#ctx0" brushRef="#br0" timeOffset="158093.04">29774 10089 0,'0'0'0,"53"-17"16,0 17-1,35-18 1,-17 18 0,17-35-1,-70 35-15,-1 0 16,1-18 0</inkml:trace>
  <inkml:trace contextRef="#ctx0" brushRef="#br0" timeOffset="158610.57">29951 10213 0,'53'0'125,"-18"0"-110,0 0-15,-17 0 16,88 0-1,-71-18-15,18 18 16,-18-17 0</inkml:trace>
  <inkml:trace contextRef="#ctx0" brushRef="#br0" timeOffset="159972.16">30868 9596 0,'0'0'0,"0"-36"15,0 19-15,0-19 16,0 1-1,0 17 1,0-17 0,0 0-16,35 35 15,-17-35 1,0 35 0,17-18-1,159 18 1,-159 0 15,-17 0-31,17 18 16,-17-18-16,-1 35 15,19-35 1,-36 53 0,0 17-1,35-34 1,-35-1-1,-35 35 1,-1 19 0,1-36-16,0 70 15,-36-35 1,36-17 0,0-18-1,-1-18 1,19 0 15,17 1-15,0 34-1,0-52 1,0-1 0,17-17-1,1 18 1,35 0-1,-18 17 1,1-35-16,16 0 16,-16-18-1,-19 1 1,1-72 31,17-34-32,-70 88 1,17-18 15,1 18-15,-71-36 0,70 53-16,0 1 15,-158-160 16,123 142-15</inkml:trace>
  <inkml:trace contextRef="#ctx0" brushRef="#br0" timeOffset="162146.32">28557 11307 0,'0'17'141,"36"36"-125,-1-35-16,-35 17 15,70 18 16,-70-18-31,18 89 32,-53-36-17,17-53 1,-70 53 0,53-70-1,-18 35 1,35-53 46,18 35 1,0-17-48,18 17 48,70-35-32,71 0 0,-1 0 1,-122 0-17</inkml:trace>
  <inkml:trace contextRef="#ctx0" brushRef="#br0" timeOffset="163581.47">29104 10601 0,'-17'18'109,"-1"17"-78,-17 0-31,17 18 16,18 0-16,0-35 16,53 105-1,0-52 1,0-1 0,-18-52-1,18-1 1,17-17-1,-34 0 1,17 0 15,17-105 1,-52 52-17,-18 17 1,0 1-1,0 18 1,-35 122 140,35 1-124,0-71-32,0 18 15,35 159 16,0-177-15,-35-17 0</inkml:trace>
  <inkml:trace contextRef="#ctx0" brushRef="#br0" timeOffset="164190.88">29827 11712 0,'36'0'140,"17"-35"-124,-1 35 0,-34 0-1,35 0-15,-35 0 31</inkml:trace>
  <inkml:trace contextRef="#ctx0" brushRef="#br0" timeOffset="164651.7">29986 11906 0,'71'0'125,"17"-53"-109,-18 36-1</inkml:trace>
  <inkml:trace contextRef="#ctx0" brushRef="#br0" timeOffset="165239.93">30727 11324 0,'35'124'62,"-35"158"-46,0-141-16,18-88 15,35-18 1,-53 0-16</inkml:trace>
  <inkml:trace contextRef="#ctx0" brushRef="#br0" timeOffset="166322.37">31309 11289 0,'-18'0'94,"-17"0"-78,35-35-1,-18 52 1,-34 36 31,34 35-16,18-35-15,0 18-1,0-54 1,35 54 0,-35-36-1,35-35 17,-17 18-17,17 0 1,-17 34-1,0-34 1,-18 0 0,17-1-1,1-17 48,0 0-48,34-70 1,-52 35 15,0 17-15,0-17-16,-17 35 31,17-53-31,-53 0 31,18 53-15,17 0 31,-35 0-31,35 35-16</inkml:trace>
  <inkml:trace contextRef="#ctx0" brushRef="#br0" timeOffset="-200958.72">22719 13229 0,'0'0'0,"0"-35"16,0 70 203,-71 36-204,54-54 1,17 19 297,0-1-251,0 0-31,35-35 157</inkml:trace>
  <inkml:trace contextRef="#ctx0" brushRef="#br0" timeOffset="-194794.23">22772 13335 0,'-35'0'78,"17"53"-62,18-18-16,0 0 16,-35 18-16,35 0 15,0 18 1,0-36 0,0 18-1,0-35 16,17 17-15,36 36 0,-53-54-1,35-17 1,-35 18 0,18-1 15,0 19-16,-1-36-15,1 0 63,105-36-32,-105 1-15,53-18-1,-18-35 1,-36 0 0,-17 70-16,18-17 15,-18-18 1,0-18 0,0 36-1,-18-53 1,18 35-1,-35 18 1,17 35 0,1-35-1,-1 17 1,0 18 15,1 0-31,-19-18 31,-16 18 63,16 0-63,1 0 1,0 0-1</inkml:trace>
  <inkml:trace contextRef="#ctx0" brushRef="#br0" timeOffset="-193578.2">23671 13282 0,'-35'0'47,"-18"18"-16,36-1-31,-36 19 16,17 17 0,36-36-1,-53 107 1,53-89 0,0 0-1,0 0 1,0 54-1,0-36 1,18 35 0,0-53-1,-1 0 1,1-17-16,-18 17 16,35-35-1,-35 18 16,36 17-15,-1-17 0,18 17-1,-53-17-15,35-18 32,0 0-17,-17 0-15,52-36 16,-34 1-1,17-18 1,0-17 0,-36-1-1,1 18 1,-18 18-16,0-18 16,18 0 15,-18-17-31,0-1 31,-36 53-15,1-17-1,35-18 1,-35 18 0,17 0-16,-17 35 15,-18-36 1,18 36-1,35-17 1</inkml:trace>
  <inkml:trace contextRef="#ctx0" brushRef="#br0" timeOffset="-192584.11">24536 13159 0,'-18'17'62,"0"36"-46,1-18-16,-1 54 15,18-36 1,0 17 0,0-35-1,0 18 1,0-17 0,18-1-1,-1-18 16,1 1-15,0 17 0,17 1-1,-17-19 1,17 19 0,35-36 15,-52 0-16,0 0 1,17-36 0,-17-34-1,35 17 1,-53-35 0,0 35-1,0 17 1,0 1-16,0-18 31,-18-35-15,0 53-1,-17 17 1,-18 1 0,18 17-16,0-53 15,-1 17 1</inkml:trace>
  <inkml:trace contextRef="#ctx0" brushRef="#br0" timeOffset="-191715.09">25523 13212 0,'-17'0'32,"-54"35"-17,18 18 1,36 17-1,-19 1 1,36 35 0,0-18-1,18-18 1,0-17 0,17-17-1,0-1 1,-17 0 15,0-17-15,17-18-1,0 0 1,71-18 0,-18-70-1,-35 35 1,-35 0-1,17-88 1,-35 106 0,0-89-1,-18 89 1,-17-18 0,17 18-1,-17 17 1,-35-17 15,17 0-15</inkml:trace>
  <inkml:trace contextRef="#ctx0" brushRef="#br0" timeOffset="-190775.85">21502 13635 0,'17'0'47,"36"0"-32,-35 0 1,88 0-1,35 0 1,53 0 0,-106 0-1,-53 0 1</inkml:trace>
  <inkml:trace contextRef="#ctx0" brushRef="#br0" timeOffset="-190134.28">21978 13547 0,'18'0'78,"35"-18"-62,35 89-1,-35-54 1,35 18 0,-70 1-1,17-36 1,0 35 0,-35 0 30,-88 89-14,0-54-32,70-34 31,0-19-31,1-17 78</inkml:trace>
  <inkml:trace contextRef="#ctx0" brushRef="#br0" timeOffset="-189253.28">21131 14305 0,'18'0'62,"17"0"-30,18 0-17,35 0 1,1 0 0,16 18-1,37-1 1,-1 19-1,-18-1 1,-17-35 0,-53 0-1,-18 0 1</inkml:trace>
  <inkml:trace contextRef="#ctx0" brushRef="#br0" timeOffset="-188696.57">21925 14270 0,'0'-18'15,"18"18"32,70 0-31,-35 53 15,-18-35-15,53 52 15,-88-52-16,0 0-15,0 35 16,-35 17 0,-35-35-1,17 18 1,17-53 78</inkml:trace>
  <inkml:trace contextRef="#ctx0" brushRef="#br0" timeOffset="-187704.63">22701 14587 0,'-35'36'78,"0"-1"-62,17 88 15,18-52 0,0-18-15,35-18-1,-35 0 1,36-17 0,-19 0-16,1 17 31,0-35-16,17 53 17,0-35-32,18-18 31,70 0-15,-105-18 15,0-141 0,-18 71-15,-18 0-1,-17 35 1,-71-53 0,106 88-16,-35 1 15,-18-19 1,0 1-1</inkml:trace>
  <inkml:trace contextRef="#ctx0" brushRef="#br0" timeOffset="-186984.97">23848 14534 0,'-53'36'31,"-35"17"-15,35-53-1,53 53 1,0-1 0,0 19-1,17 35 1,1-71-1,17-35-15,-35 35 16,36 18 0,-19-35-16,1-18 31,-1 18-15,19-18-16,52-18 31,35-123 0,-105 106-15,-18-1-1,0 1 1,-88-36 0,53 36-16,17 18 15,-35-1-15,35-35 16,-35 53-1</inkml:trace>
  <inkml:trace contextRef="#ctx0" brushRef="#br0" timeOffset="-186333.22">24624 14623 0,'-18'0'16,"-35"0"15,36 70-16,17 18 1,0-70-16,0 35 16,0-18-1,0 0 1,17 1 0,19-1-1,17-35 1,17 0-1,18-71 1,-35 36 0,-18-18-1,-35 18 1,0-18 0,-70-35 15,17 53-16,0-1 1,0 19 0,36-1-1,-1 18-15</inkml:trace>
  <inkml:trace contextRef="#ctx0" brushRef="#br0" timeOffset="-185615.89">25594 14605 0,'0'53'62,"0"35"-46,18 247-1,-18-194 1,53-88 0,-36-17-1,1-36 17,-18-18 30</inkml:trace>
  <inkml:trace contextRef="#ctx0" brushRef="#br0" timeOffset="-184568.95">21414 15099 0,'0'18'31,"35"17"-16,71 53 1,0-17 15,-71-54-31,71 18 16,35 107 0,-88-107-1,-18-35 32</inkml:trace>
  <inkml:trace contextRef="#ctx0" brushRef="#br0" timeOffset="-184055.08">21996 15311 0,'17'0'47,"54"88"-31,-36-53-1,0 36 1,-35-54 0,0 1-1,-70 35 17,-18 0-17,-18-36 1,71-17-1</inkml:trace>
  <inkml:trace contextRef="#ctx0" brushRef="#br0" timeOffset="-183183.85">22948 15840 0,'-35'-18'47,"0"36"-16,-18 123 1,53-106-17,0 18 1,0 35-1,35-35-15,18 0 32,-35-35-17,-1-18-15,36 0 16,0-18 0,0-17-16,0-18 15,-53 0-15,0-71 31,-35 54-15,-1 17 0,-87-35 15,70 70-15,-53 18-16</inkml:trace>
  <inkml:trace contextRef="#ctx0" brushRef="#br0" timeOffset="-182500.7">23671 15769 0,'-17'0'16,"-36"53"-16,123-106 0,-193 247 15,123-88 1,0-35 0,18-19-1,-1 37 17,1-89-17,105 35 1,-35-35-1,18-35 1,-53-36 0,-53-35-1,0 18 1,-88 0 0,53 35-16,-1 53 15,-34-35 1,17 35-16,35 0 15</inkml:trace>
  <inkml:trace contextRef="#ctx0" brushRef="#br0" timeOffset="-181800.64">24747 15857 0,'0'18'47,"0"176"-15,0-53-17,36-88 1,-36-18-16</inkml:trace>
  <inkml:trace contextRef="#ctx0" brushRef="#br0" timeOffset="-181233.42">25329 15804 0,'-35'53'31,"35"124"-15,18-71 15,17-54-16,18 19 1,-18-53 0,71-18-1,0-71 1,-36-35 0,-34 36-1,-36-1 1,-18-17-1,18 53 1,-35-1 0</inkml:trace>
  <inkml:trace contextRef="#ctx0" brushRef="#br0" timeOffset="-180347.79">21537 15998 0,'53'0'16,"35"0"-1,18 36 1,123 105-1,-17 53 1,35 88 0,-124-106-1,-105-140 1,17-19 15</inkml:trace>
  <inkml:trace contextRef="#ctx0" brushRef="#br0" timeOffset="-179866.98">22490 16439 0,'35'36'63,"18"34"-48,35-17 1,-70-18 0,-18-17-16,17-18 15,-17 35 1,-17 18-1,-36 0 1,0-35 0,-71-1-1,89-17 1</inkml:trace>
  <inkml:trace contextRef="#ctx0" brushRef="#br0" timeOffset="-179114.97">23142 16863 0,'18'0'31,"-18"35"-15,0 18-16,-35 0 16,35-35-16,0 17 15,-18 18 1,18-18-16,0 18 31,0-35-31,35 70 31,-35-71-15,53-17 15,18-17-15,-18-71-1,-53 35 1,0 35-16,0-35 16,-18 0-1,-35 0-15,18 0 16,-1 18 0,19 35 15</inkml:trace>
  <inkml:trace contextRef="#ctx0" brushRef="#br0" timeOffset="-177679.59">23830 16845 0,'18'0'218,"-1"0"95,-17 124-298,0-19 1,0 72 0,0-18-1,0-54 1,0-69 0,0-1-1,18-35-15,70 0 47,0-35-31,-17-1-1,-18-69 1,-53 34 0,0-35-1,0 71-15,-35-18 16,-36-53-1,18 71-15,-17 0 16,52 35 0,-17 0 46</inkml:trace>
  <inkml:trace contextRef="#ctx0" brushRef="#br0" timeOffset="-176885.5">24959 16827 0,'0'124'46,"0"-36"-30,35 36 0,-35-19-1,36-69 1</inkml:trace>
  <inkml:trace contextRef="#ctx0" brushRef="#br0" timeOffset="-176256.76">25506 16757 0,'35'0'63,"-35"106"-48,0-18-15,0 18 16,0-53-16,35 35 16,-35-70-1,36-18 1,-19 0 31</inkml:trace>
  <inkml:trace contextRef="#ctx0" brushRef="#br0" timeOffset="-144919.32">2716 9049 0,'-35'0'109,"0"-36"-93,0 36 15,-18 0 47,17 18-47,1-18-15,0 0 0,17 0-1,18 106 48,0-36-48,35 1 1,-35 17 0,0 0-1,0 1 1,0-1 0,0 53 15,0-53-16,0-17 1,0-1 0,0-34-1,0-19 1,0 1 0,0 17-1,0 0 1,0-17-1,-17 0 1,17-1 78,17-17-63,-17 53-15,36-18 15,52-17-15,18 17-1,-71-35 1,-17 0 15,-1 0 32,1 0-48</inkml:trace>
  <inkml:trace contextRef="#ctx0" brushRef="#br0" timeOffset="-143476.78">3175 9260 0,'-35'106'141,"35"-53"-125,-18 0-16,0 35 15,1-17 1,-18-36 0,35 0-1,0-17 63,17 0-46,36 17-17,-18 18 1,18-18-1,0-35 1,0 0 0,-35-18-1,17-52 1,-35-1 0,0 36-1,0 0 1,0 17-1,0 1 1,35 34 140,-35 124-140,36-70 0,-36 35-1,35-89 1,-35 19-16,0 17 31,0-36-15,0 1-1</inkml:trace>
  <inkml:trace contextRef="#ctx0" brushRef="#br0" timeOffset="-142899.02">3739 9878 0,'36'0'31,"-36"35"-15,0 53-1,0-17 1,0-36-16,0 0 15,0-17 1,0 17-16</inkml:trace>
  <inkml:trace contextRef="#ctx0" brushRef="#br0" timeOffset="-141936.07">4322 9507 0,'0'71'31,"0"88"-15,0-1 0,35-69-1,-35-19 1,0-52-1</inkml:trace>
  <inkml:trace contextRef="#ctx0" brushRef="#br0" timeOffset="-140884.74">4568 8978 0,'18'0'78,"17"0"-62,106 0 15,-123 0 0,-18 18 16,53-1-31,-53 72-1,35-19 1,-35 54 0,18-36-1,-18-35-15,0 0 16,0 88 0,18-106-16,-18 106 15,17-17 1,1-54-1,-18 18 17,18-35-32,-18-35 15,0 0 79,-18 17-78,0-35 46</inkml:trace>
  <inkml:trace contextRef="#ctx0" brushRef="#br0" timeOffset="-138606.44">4498 9613 0,'-18'71'93,"18"87"-46,0-16-31,36-89 0,-36-36-16,0 1 15,35-1 1,-18-17 46,19 0-46,-1-17 15,53-36-15,-88 18-1,35-36 1,-35 53-16,0-17 16,0 17-1,0-17 1,-35-18 15,18 36-15,-1-19-1,-17 19 1,17 17 0,0 0 15,1-18 156</inkml:trace>
  <inkml:trace contextRef="#ctx0" brushRef="#br0" timeOffset="-136413.19">7602 8290 0,'0'0'0,"0"18"16,106 564 0,-88-441-1,-18-17 1,17-36-16,-17-35 15,0 35 1</inkml:trace>
  <inkml:trace contextRef="#ctx0" brushRef="#br0" timeOffset="-135609.84">8096 8819 0,'-17'0'46,"17"18"-30,0 88 0,0-36-1,0 36 1,70-18 0,1 18-1,-54-88 1,54 0-1,-36-18 1,0 0 0,54-142-1,-72 37 1,19 69 0,-36 1-1,0 0-15,0 0 31,-18-1-15,-35-17 0,-18 18-1,1-18 1,35 36 0</inkml:trace>
  <inkml:trace contextRef="#ctx0" brushRef="#br0" timeOffset="-134725.81">7108 8625 0,'-52'36'46,"-195"17"-30,0 35 0,-53 18-1,0 17 1,71-70 15,211-53 0</inkml:trace>
  <inkml:trace contextRef="#ctx0" brushRef="#br0" timeOffset="-133854.79">5980 8731 0,'-18'88'78,"-17"1"-63,-36-1 1,18-18 0,18-52-1,35 17 79,70-17-63,-17 17-15,53 53 15,53-35 0,-141-53 1</inkml:trace>
  <inkml:trace contextRef="#ctx0" brushRef="#br0" timeOffset="-130238.95">22490 12612 0,'17'0'141,"89"-35"-126,0 17 1,35 18 0,35-35-1,18-18 1,-141 53 0,0 0-1,124 0 1,-107 0-1,54 0 17,87 0-17,-122 0 17,34 0-1,-35 0-16,-17 0 1,-54 0-16,1 0 16,53 0-1,17 0 1,0 0 0,-17 0-1,-36 0 16,-18 0-31,19 0 79,-1 0-48,-17 0-16,35 0 17,35 0-17,-18 0 1,-17 0 0,-18 0 155,18 0-155,-35 0 0,53 0-1,-36 0 1,0 0 0,36 35 124,-54-35-109,1 0 16,70 0-31,-35 0 0</inkml:trace>
  <inkml:trace contextRef="#ctx0" brushRef="#br0" timeOffset="-129188.83">25047 12118 0,'18'0'78,"52"18"-47,-34-1-31,52 54 16,-18-18 0,-34-36-1,-1 1 1,0 0 0,-17 17 30,17 0-30,0-17 0,-17 17 93,-18 89-78,0-89-15,-35 18-16,17-36 16,-52 72-1,52-54-15,-35 18 16,53-18-1,-18-35 189</inkml:trace>
  <inkml:trace contextRef="#ctx0" brushRef="#br0" timeOffset="-128095.93">26529 13106 0,'0'106'63,"0"35"-47,0 17-1,0 125 16,0-72-15,0 19 0,0-107-1,0 230 1,0-142-16,70 72 16,-34-72-1,-19 1 1,36 17-1,-35-70 1,0-71 0,-1 0-1,-17 1 1,0-19 0,0 18-1,0-52 1,0 34-16,18 1 15,-18-18 1,0-18-16,17 71 16,19-36-1,-36-52 1,17-18 0,-52-35 62</inkml:trace>
  <inkml:trace contextRef="#ctx0" brushRef="#br0" timeOffset="-127074.93">26335 16210 0,'70'18'93,"36"88"-77,-53-53 0,0 52-1,18 1 1,-1-35-1,-17 35 1,-35-18 0,-18-18-1,0-52 1,0-124 187,53-53-187,-36 18-1,36-17 1,-35 52 0,-1 106-1,-17-36 1</inkml:trace>
  <inkml:trace contextRef="#ctx0" brushRef="#br0" timeOffset="-115047.06">23601 2258 0,'35'0'63,"18"106"-32,18 17-16,-19-35 1,-16-35 0,17-123 77,-18 34-77,71-87 0,-53 52-1,-36 36 1,-17-18 0,0 18 15,0 0 0,0-1-15,0 124 124,18 248-108,-18 369-1,0-528-16,0 34-15,0 160 16,0-248 0,0 1-16,0-36 15,0-18 1,-18-70 62,-52-35-62,52 0-16,-35-124 15,18 71 1,35 17 0,0 1-1,35-124 1,53 106 15,-17-36-15,17 18-1,-53 89 1,-17 17 125,35-36-110,-18 1-31,-35 0 31</inkml:trace>
  <inkml:trace contextRef="#ctx0" brushRef="#br0" timeOffset="-114144.71">24447 2505 0,'0'17'47,"0"389"-16,0-282-31,0-36 16,0 53-1,0-88 1,0 0 0,0-36-1</inkml:trace>
  <inkml:trace contextRef="#ctx0" brushRef="#br0" timeOffset="-113336.2">24765 2981 0,'-35'18'16,"35"-1"-1,-36 36 1,36-18 0,-35 1-16,35-1 15,0 53 1,0-70 15,0-36 78,53-17-93,-35-18 15,17 18-31</inkml:trace>
  <inkml:trace contextRef="#ctx0" brushRef="#br0" timeOffset="-112952.61">24800 3016 0,'0'18'78,"53"35"-62,-18-18-16,18 89 31,18-36 0,-71-53-15</inkml:trace>
  <inkml:trace contextRef="#ctx0" brushRef="#br0" timeOffset="-111932.49">25118 2575 0,'53'88'47,"-36"18"-31,1 106-1,-18-141 1,18 140 0,-18-105-1,0-88 1,0-71 109,0 17-110,35-16 1,-35-1 0,35 17-1,0-17 1,-17 18 0,0 35-1,-1 0 32,54 88-47,-36-17 31,0-1-15,1 1 15,-36-18 0</inkml:trace>
  <inkml:trace contextRef="#ctx0" brushRef="#br0" timeOffset="-111574.92">25700 3404 0,'17'-17'16,"-34"34"-16,87-87 31</inkml:trace>
  <inkml:trace contextRef="#ctx0" brushRef="#br0" timeOffset="-110753.07">25770 3334 0,'-35'0'266,"35"35"-251,0 0 1,0 1 46,0-72 79,0-52-125</inkml:trace>
  <inkml:trace contextRef="#ctx0" brushRef="#br0" timeOffset="-106174.35">25823 3404 0,'18'0'47,"35"-17"-31,-35-19-1,70 19 1,-18-1 0,-34-35-1,34 0 1,-35 0-1,-17 18 1,-18 0 31,0 17-16,0 1-15,0-1-16,-18 18 15,-17-18 1,17 18 15,-17 0-15,0 0 15,0 0-15,17 0-1,0 18 1,-87 70 15,105-53-15,0 18 0,-18 18-1,18-54 1,0 1-1,0 35 1,0 35 0,0-53-1,53 18 48,0 0-32,70 18 0,-35-71 1,-70 0-32,53 0 15,-36-18 1,0 18-1,-35-53 64</inkml:trace>
  <inkml:trace contextRef="#ctx0" brushRef="#br0" timeOffset="-105474.56">26582 2628 0,'17'88'63,"1"71"-48,0-71 1,17 195 0,-17-142-1,-18-71 1,0-52-1</inkml:trace>
  <inkml:trace contextRef="#ctx0" brushRef="#br0" timeOffset="-102909.24">27252 3316 0,'53'0'47,"0"0"-31,17 0-1,-17 0 1,-35 0 0,17 0-1,1 0 1</inkml:trace>
  <inkml:trace contextRef="#ctx0" brushRef="#br0" timeOffset="-102213.21">27287 3598 0,'36'0'78,"-1"-17"-62,0-1 0,36 18-1,-36 0 1,-17 0 15</inkml:trace>
  <inkml:trace contextRef="#ctx0" brushRef="#br0" timeOffset="-89225.13">21202 13441 0,'0'-18'78,"0"-17"-63,-35 35 1,17-35 31,-35 17-31,18 0 15,17 1-16,1 17-15,-1-36 16,-53 19 0,54-1-1,-19 18 1,1 0 0,0-35-1,-53 35 48,35 0-32,35 0-15,-17 0-1,0 0-15,17 18 16,0-18 31,-105 88-16,-18 35 0,70-52 0,36-54-15,35 1 15,0 35-15,0 35 0,0-17-1,0-1 1,0 1-1,18-1 1,-18-34 0,0 52-1,0-35 1,0 35 0,17 35-1,36-70 1,-53-17-1,53 52 1,-53 0 0,0 0 15,0-17-15,0 17-1,0-35 1,0 53-1,0-36 1,18 18 0,-18-35-1,0 53-15,0-18 16,17-52-16,-17-1 16,0 106-1,0-53 1,0-17-1,0 17 1,0-35 15,0 35-15,0-35 0,0 53-1,0 0 1,18-18-1,17 35 1,-35-87 0,18-1-1,-1 71 1,19-53 0,-36 17-1,0 18 1,35-70-16,-35 53 31,18-54-15,17 36 15,-35-18-15,0 18-1,53 0 16,-36-17-15,1-1 0,0 0-1,-1 0 1,1 18 15,35-17-15,-18 16-1,-17 1 1,17-17 0,-17-19 15,-1 36-15,36-17-1,-35-1 1,53 53-1,-36-70 1,-18 52 0,19-17-1,-1 18 17,0-71-17,-35 17 1,0 1-1,36-18 48,-1 0-47,0 0-1,36 35 1,52-35-1,-88 0 1,1-35 0,-1 17-1,-17-35 1,-1 18 0,36 0-1,-53-36 1,35-17-1,-17 35-15,-18 18 16,0-89 0,0 54 15,0-1-15,0 1-1,0-18 1,35-18-1,-35 18 1,-17 17 0,17 0-1,17 71 1,-34-53 15,17-35-15,0-18-1,35 18 1,-17 35 0,-18-17 15,0 17-31,0-88 0,0 53 31,0 17-15,17-176 15,-17 141-15,0-105-16,0 52 15,0-18 1,0 72-16,0 34 16,0-52-1,0 87-15,18-52 16,-18-159-1,0 88 1,0-52 0,0 123-1,0-1-15,0-34 0,0 70 16,0-88 15,0 88-31,0-53 16,0-53 15,-18 71-31,18 18 16,-17-19-16,-36 36 15,35 36 1,18-36 0</inkml:trace>
  <inkml:trace contextRef="#ctx0" brushRef="#br0" timeOffset="-86694.63">20990 10707 0,'0'17'78,"0"213"-47,0-1-15,0-17-1,0 52 1,0-140 0,0 176-1,0 194 1,0-406 0,36 53-1</inkml:trace>
  <inkml:trace contextRef="#ctx0" brushRef="#br0" timeOffset="-85739.99">21114 10830 0,'-36'0'32,"-69"88"-1,105-52-31,-124 87 31,71-17-15,0-53-1,53-35 79,0-36-47,53-88-31,0 53-16</inkml:trace>
  <inkml:trace contextRef="#ctx0" brushRef="#br0" timeOffset="-85135.69">21061 10689 0,'17'0'78,"177"71"-31,1 70-16,-143-124-15,-16 1 15</inkml:trace>
  <inkml:trace contextRef="#ctx0" brushRef="#br1" timeOffset="-67668.73">15028 11148 0,'36'0'47,"-1"0"-31,18 0-1,17 0 1,36 0 0,-18 0-1,71 0 1,18 0 0,-107 0-1,18 0 16,-52 0 16,-1 0-31,18 0-16,53 0 16,-89 0-1,36 0-15,-35 0 16,35 0-1,0 0 64,141 0-48,-106 0 0,-71-18-15</inkml:trace>
  <inkml:trace contextRef="#ctx0" brushRef="#br1" timeOffset="-64087.66">11942 11218 0,'52'0'94,"54"-17"-78,-35-1-16,176-53 15,0 54 1,-106 17-16,0 0 16,229 0-1,-211 0 1,-124 0 15,-17 0 63</inkml:trace>
  <inkml:trace contextRef="#ctx0" brushRef="#br1" timeOffset="-58822.18">12047 11818 0,'36'0'1906,"17"18"-1890,-1-1-1,1-17-15,53 0 16,0 0 15,-18 0-15,-17 36 0,-18-36-1,0 0 1,35 0-1,0 0 1,0 0 0,18 0-1,-53 17-15,-18-17 16,18 0-16,18 0 16,105 0-1,-70 0 1,-71 0-1,0 0 1,1 0 0,52 0 15,-35 0-15,53 0-1,-18-17 1,0 17-1,0 0 1,0 0 0,-52 0 62,70 0-63,105 0 17,1 0-32,0 0 31,-142 0-15,-35 0-1,18 0 48,-17 0-48,17 0-15,52 0 16,19 0-16,-36 0 16,124 0-1,-54 0-15,54 0 16,-124 0-1,-70 0 1,0-18 62,17 18-47,0 0 16,-17 0-47,35 0 16,-36 0 0,36 18-1,0-18 1,-18 0-1,36 0 1,-36 0 15,-17 0-15,0 0 62,70 0-62,-18 0-1,-17 0 1,18-18 0,-36 18-1,18 0 63,18 0-46,-19 0-17,-16 0-15,34 0 31,-52 0-15,35 0 140,53-18-124,-89 18-1,1 0 172,0 0-187,-1 0-16</inkml:trace>
</inkml:ink>
</file>

<file path=ppt/ink/ink2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6:01:37.889"/>
    </inkml:context>
    <inkml:brush xml:id="br0">
      <inkml:brushProperty name="width" value="0.05292" units="cm"/>
      <inkml:brushProperty name="height" value="0.05292" units="cm"/>
      <inkml:brushProperty name="color" value="#00B050"/>
    </inkml:brush>
  </inkml:definitions>
  <inkml:trace contextRef="#ctx0" brushRef="#br0">7355 3969 0,'18'0'78,"70"0"-62,124 0-1,194 0 1,17 53 0,-70-53-1,-159 17 1,-141-17 15,211 36 0,-193-19-15,17 1 0,-35-18-16,35 35 31,0-35 47,71 18-47,-53-18 1,17 0-1,-87 0-31,-19 0 78,19 0-62,34-36-1,-17 1 1,0 18 124,0 17-124,-36-36 0,19 1-1</inkml:trace>
  <inkml:trace contextRef="#ctx0" brushRef="#br0" timeOffset="11721.73">14482 3986 0,'17'0'219,"18"0"-204,-17 0-15,53 0 16,-1 0-1,1 0 1,-36 0 0,18 0 15,17 0-31,-17 0 16,0 0 15,-17 0 0,-19 0 0,71 0-15,-35 0-16,36 0 16,122 0-1,-140 0-15,35 18 16,-53-18-1,-36 0 1,124 0 47,212 0-32,-141 0-31,-36 0 31,-105 0-15,-54 0-1,36 0 48,124 0-48,34 0 1,-34 0 0,34 0 15,89 18 0,-282-1-15,-1-17 15,54 18 0,194 0-15,17 17 0,-35 18-1,-159-53 1,53 17-1,-123-17 1,52 0 78,124 0-79,-70 0 1,-18 0 0,35 0-1,-53 0 1,-53 0 0,89 0 62,352 0-47,0 0 0,-423 0-15,-18 0 62,71 0-62,-35 0-1,-36 0 1,-17 0-1,35 0 64,35 18-64,18-18 1,-71 0-1,88 18 1,-70-18 0,35 0 62,18 0-63,-18 0 1,-70 17 0,0-17 77,70 0-77,0 0 0,-35 0-1,-18 0 110,18 0-93,-35 0 93,35 0-110,-36 0 95,1 0-79,53 0 47</inkml:trace>
  <inkml:trace contextRef="#ctx0" brushRef="#br0" timeOffset="15501.93">11024 4075 0,'141'0'157,"177"0"-126,-106 0-16,-89 0 1,177 0 15,-247 0-15,-36 0-16,19 0 16,52 0-1,-35 0-15,70 0 16,-105 0-1,105 0 1,-70 0 0,-17 0-1,52 0 63,-71 0-62,160 0 15,-89 0-15,-35 0-16,-35 0 16,-1 0-1,19 0 1,-1 17 15,35 1-15,1-18-1,-18 0 1,35 35 0,0-35 15</inkml:trace>
  <inkml:trace contextRef="#ctx0" brushRef="#br0" timeOffset="26006.48">14940 5345 0,'35'17'172,"142"-17"-141,17 0 0,0 0-15,-71 0 0,-34 0-1,-37 0 1,-16 0 31,122 0-32,89 0 1,-17 0 0,-142 0-16,-18 0 15,36 0 1,-70 0-1,16 0 1,54 18 15,0-18-15,-53 0-16,18 0 16,52 0-1,36 0 1,53 0-1,17 17 1,18 1 0,-53-18-1,-88 35 1,-18-17 0,-35 0-16,0-18 15,17 0-15,18 0 16,1 0-1,-1 0 1,0 0 15,-17 0-15,87 0 0,19 0-1,70 0 1,-18 0-1,71 0 1,-71 17 0,-17-17-1,-124 36 1,0-36 0,36 0-1,-19 17 1,72-17-1,17 0 1,-106 0 0,0 0-1,-17 0-15,-1 0 16,36 0 0,-18 0-1,-52 0 1,17 0-16,17 0 15,36 0 1,-35 0 0,17-35-1,0 35 1,-70 0 0,-1 0-16,54 0 109,140 0-78,-87 0 0</inkml:trace>
  <inkml:trace contextRef="#ctx0" brushRef="#br0" timeOffset="32742.47">16228 1764 0,'0'88'125,"0"141"-109,0-17-1,0-141 1,0 17 0,0 18 15,0-71-16,0 0 1,0-17 15</inkml:trace>
  <inkml:trace contextRef="#ctx0" brushRef="#br0" timeOffset="33613.49">15981 2505 0,'53'53'32,"53"0"-1,-89-1-31,-17-16 15,53-1 17,-53 18-17,18 0 1,-1-18 0,19 0-1</inkml:trace>
  <inkml:trace contextRef="#ctx0" brushRef="#br0" timeOffset="34488.18">16757 2364 0,'-35'35'47,"-71"88"-31,53-70-1,-18 0 1,36 0 15,0-18-15,17 1-1,-17 17 1,17-53-16,1 17 16,-19 1 15</inkml:trace>
  <inkml:trace contextRef="#ctx0" brushRef="#br0" timeOffset="44204.46">17074 6562 0,'0'35'203,"36"-35"-156,-1 18-16,0-18-15,-17 0-16,0 0 16,34 0-1,37 0 16,-54 0-15,0 0 0,0 0 31,89 0-1,-71 0-30,-18 0-16,18 0 16,18 0-1,-18 0-15,17 0 16,1 0 0,-36 0-1,35 0 1,19 0-1,17 0 1,-71 0 0,71 0-16,-18-36 15,-53 36 17,71 0-17,-36 0 1,-52 0-1,88 0 1,-53 18 0,-18-18-1,53 0 1,18 0 0,-53 0-16,-35 0 15,17 0 1,53 18-1,18-1 1,-53-17 0,18 0 15,-36 18-15,18-18-1,17 0 1,-17 0-1,18 0 1,-1 0 0,-17 0-1,18 0 1,-36 0 0,0 0-1,1 0 1,17 0-1,-1 0 1,1 0 0,-35 0 15,17 0-31,-35-18 16,53 18-1,-18-17 1,1-1-1,-1 18 1,18-18 0,-18 18-16,0 0 15,1 0 1,-1 0 93,106 0-77,-106 18-17,71 17 1,-88-35-16,17 0 15,0 0 1,1 0 0,-1 0-1,-17 0 1,35 0 0,17 0-1,-52 0 1,17 0-1</inkml:trace>
  <inkml:trace contextRef="#ctx0" brushRef="#br0" timeOffset="49599.94">17233 6632 0,'18'0'47,"-1"0"-15,19 0-17,-36-17-15,35 17 16,18 0-1,0 0 1,106-18 0,-89 18-1,71 0 1,-53 0 0,1 0 15,-36 0-31,-18 0 0,18-18 31,-36 18-15,19 0-1,70 0 1,-54-35 0,1 35-16,0 0 15,71 0 1,-36 0-1,-18 0 1,19 0 0,-54 0-1,0 0 1,-17 0 15,52 0-15,19 0 15,175 0 0,-211 0-31,18 0 16,17 18 0,-18-1-1,-52-17-15,17 18 31,18-18-15,-17 35 0,-1-35-1,18 0 1,35 18 0,-35-18-1,0 0 1,-18 0 15,18 0-15,-35 0-16,35 0 15,17 0 1,71 0 15,-106 0-31,-17 0 16,35 35-1,18-35 1,-19 0 0,1 0-1,18 0 1,-53 0 0,-1 0-1,71 0 1,-52 0 15,-19 0-31,54 18 31,-18-18-15,-36 0 0,1 0-1,0 0 63,35 0-62,17 0 0,-17 0-1,18 0 16,-36 0-15,0 0 0,18 0 62,0 0-63,-18 0 1,1 0 0</inkml:trace>
  <inkml:trace contextRef="#ctx0" brushRef="#br0" timeOffset="97521.08">20302 17251 0</inkml:trace>
  <inkml:trace contextRef="#ctx0" brushRef="#br0" timeOffset="101020.9">21696 17392 0,'35'0'63</inkml:trace>
  <inkml:trace contextRef="#ctx0" brushRef="#br0" timeOffset="157971.57">21872 7056 0,'35'0'78,"18"35"-63,-53 35 1,18 36 0,0-18-1,-1 71 1,1-53-1,-18-53 1,-35-106 125,-1 0-126,36-35 1,18 35 0,35 0-1,-18 35 1,53-17 46,-52 53-46,17-1-16,17 54 16,1 0-1,-1-1 16,-52-35 1,-36-35 46</inkml:trace>
  <inkml:trace contextRef="#ctx0" brushRef="#br0" timeOffset="159009.71">22595 7655 0,'36'36'32,"17"-36"-17,17 0 1,-17 0 0,0-36-1,0-17 1,17-35-1,-34 35 1,-19 0 0,-17 18-1,0 0 1,0 17 46,-35 18 32,-35 35-63,70-17-15,-18-18 0,18 18-1,0 17 1,-18-17 0,18 17 15,0 0-16,0-17-15,0-1 16,0 19 0,0-19-1,0 19 1,18-1 15,-18 18-15,35-53-16,-17 35 31,-1 0-15,36-17 15,0-18-15,35 0 15,-17-35-16,-71 17 1,18 18 0</inkml:trace>
  <inkml:trace contextRef="#ctx0" brushRef="#br0" timeOffset="160344.47">23583 7479 0,'18'0'32,"-1"0"15,36 18-1,0 87-30,0-16 0,-53-19-1,18-35 1,-53-105 93,-1-18-93,19 35 0,17 0-1,0-18 1,0 36-1,0-18 1,17 18 0,1 35-1,17 0 17,18 35-17,0 18 1,-35-53-1,-1 53-15,36 17 32,-17-17-17,-1-35 17,-35 0 61,0 17-61</inkml:trace>
  <inkml:trace contextRef="#ctx0" brushRef="#br0" timeOffset="161000.87">24130 7514 0,'35'71'62,"18"52"-30,-53-105-17,35-18 32,-17-53-31,17-18-1,-17 18 1,-18 18 0,0 18-1,0-19 1,-88-17 0,53 18-1,-1 0 1,19 35-1,-19 0 17,72 0 77</inkml:trace>
  <inkml:trace contextRef="#ctx0" brushRef="#br0" timeOffset="162256.66">24536 7338 0,'35'17'63,"36"19"-47,-54 87-1,1-70 16,-18-18-31,35 1 16,-70-107 93,35-17-93,0 0 15,0 70-15,0 0 0,35 18 77,0 0 157,-17-17-203,0-1 141,-18 0-173</inkml:trace>
  <inkml:trace contextRef="#ctx0" brushRef="#br0" timeOffset="170280.48">24924 7444 0,'17'17'63,"36"54"-32,-17-1-15,-19-17 15,18-17 0,-52-54 63,17-35-79,0-70 1,0 105 0,0-17-16,17-18 15,36 35 1,-53 0 0,18 18 15,0 0 0,17 0-15,18 18-1,35 88 1,-53-71 0,-35 0-1,0-105 110,36-89-94,34 141 1,-52 18-1,-1 0-15,54 89-1,-18-19 1,-53-52-16,18 17 15,-1 0 1,1-17 31,-1 17 62,19 1-109</inkml:trace>
  <inkml:trace contextRef="#ctx0" brushRef="#br0" timeOffset="171290.81">26158 7391 0,'0'0'16,"-52"0"15,16 123 0,36-70-15,0 0-1,0-18 1,18-35 31,0 0 0,17-35-32,0 0-15,-17-18 16,17 18 0,-35 17 15,0-17 0,35 35 47,18 123-62,-18-123-1,1 71 1,-36-54 0</inkml:trace>
  <inkml:trace contextRef="#ctx0" brushRef="#br0" timeOffset="171952.47">26635 6862 0,'17'0'47,"36"158"-16,-53 1-16,18-71 1,35 89 0,-53-124-1,35 35 1,-35-71 0,0 36-1</inkml:trace>
  <inkml:trace contextRef="#ctx0" brushRef="#br0" timeOffset="178281.84">27640 7091 0,'18'17'188,"52"36"-173,-34 0-15,-1 0 16,-35 35 15,0 1 0,0-1-15,0-18 0,-18-34-1,18-19-15,-17 19 16</inkml:trace>
  <inkml:trace contextRef="#ctx0" brushRef="#br0" timeOffset="180282.5">27675 6967 0,'36'0'94,"17"36"-78,-53-19-16,53-17 15,35 88 1,0-17 15,-53-53-15,18 17-16,-18-17 15,1 70 1,-1-18 0,18-34-1,-53 17 1,17-18-1,-17-18 1,36 36 0,17-17-1,-53-1 1,0-17-16,0 17 16,17-35-1,-17-18 220,0-17-220,18-53 1,17 35-1,-52 0 1,17 18 15,-36-54 1,19 72-17,17-1 1,-18 18-1,0-88 1,18 70 15,0-17-15,36 17 15,-19-17-15,36 0-1,0 0 17,18 17-17,-1-35 1,-17 35-16,-35 18 16,-1 0-16,-17-17 187</inkml:trace>
  <inkml:trace contextRef="#ctx0" brushRef="#br0" timeOffset="181345.31">29228 6667 0,'-18'0'93,"-17"36"-77,-1-19 0,-16 72-1,-1-36 1,17 35 0,-17-53-1,53 0 1,-17 1-16,17 16 15,-18-34-15,18 17 16,0-17-16,0 0 16,-35 52-1,35-17 1,-18 0 0,18 0-1,0-18 1,0 36-1,35-1 17,-35-52-32,36 53 15,-19-36 1,36 53 0,-17-35-1,-1-18 1,0 0-1,-35-17 1,18 0 0,17-1-1,0 19 1,18-19 0,0 1-1,-18 17-15</inkml:trace>
  <inkml:trace contextRef="#ctx0" brushRef="#br0" timeOffset="182911.68">29439 7214 0,'-17'0'110,"-19"53"-95,36-18 17,0 54-1,18-89-15,0 35-1,-1 18 1,36 0-16,0-18 31,-35-17-15,17 17-1,0-35 1,-35 18 15,18-18-15,53 0 31,-36-36 0,0 19-47,-35-1 15,0-17 1,0 17-1,0-17 1,-18 0 0,-17-1-1,18 19 1,-19-19 0,1 1-1,0 17 16,17 18-15,0-17 15,1-1-15,-19 18 0,-16-35 155,34 35-155</inkml:trace>
  <inkml:trace contextRef="#ctx0" brushRef="#br0" timeOffset="184006.87">30074 7602 0,'18'0'110,"0"0"-95,34 71 1,-34-36-1,-18 36 1,0-1 15,-53-34-31,36-19 32</inkml:trace>
  <inkml:trace contextRef="#ctx0" brushRef="#br0" timeOffset="187410.68">30586 6914 0,'17'0'157,"19"142"-126,-36-107-15,70 265-1,-70-265-15,0 71 31,18-71-15,0 0 0,-18 1-1,0-19 63,0 1-62,17 0 140,36 52-140,-35 36 0,-18-71-1,17 0 1,-17-52 218,-88-89-203,35 106-31,-17-53 16,52 35 0,-17 18-1,35-17 1,-18 17 78,18-35-94</inkml:trace>
  <inkml:trace contextRef="#ctx0" brushRef="#br0" timeOffset="188266.58">30709 6826 0,'36'0'78,"52"0"-46,0 0-17,0 0 1,0 0-16,124 0 16,35-35 15,-212 35-16,-17 0 64</inkml:trace>
  <inkml:trace contextRef="#ctx0" brushRef="#br0" timeOffset="189491.96">31115 7179 0,'18'0'16,"35"-18"31,-1-17-32,1 35 1,-53-18 15,53 54 16,-35-1-16,0-17-15,-18 52 0,0-35-1,0 18 1,0-17-1,-36 17 79,36-18-16,36-35 63,122-18-110,-69-17 0</inkml:trace>
  <inkml:trace contextRef="#ctx0" brushRef="#br0" timeOffset="190333.28">31150 7779 0,'0'-18'31,"18"18"-16,0 0-15,87-70 16,-34 34 0,70 36-1,-35-35 1,-18 35 0,-35-35 15,-18 17-16,1 18 64,-19 0-64</inkml:trace>
  <inkml:trace contextRef="#ctx0" brushRef="#br0" timeOffset="191556.87">31344 7990 0,'18'0'16,"0"0"15,-1 18-15,18 35-1,1-18 1,-36 1 0,0 16-1,0-16 1,0-19-1,-18-34 110,18-89-109,0 71 0,0-1-1,0 1 1,0 0 0,18 35-16,-1-18 15,19 18 1,-19 0 62,36 35-47,0 36 0,-18-18-15,-35 17 0,0 1-1,18-36 1,-18-17 0</inkml:trace>
  <inkml:trace contextRef="#ctx0" brushRef="#br0" timeOffset="192130.59">31838 7990 0,'18'0'32,"-36"0"-32,53 53 15,-35-35 1,53 70-1,-53-53 1</inkml:trace>
  <inkml:trace contextRef="#ctx0" brushRef="#br0" timeOffset="192499.76">31715 7867 0</inkml:trace>
  <inkml:trace contextRef="#ctx0" brushRef="#br0" timeOffset="193877.95">32103 6703 0,'35'0'94,"0"35"-79,18 0 1,35 18-1,-70-35-15,0 17 32,105 159-17,-123-123-15,18-18 32,52 194-1,-70-230-16,36 107 1,-36-18 0,0-54-1,0 19 1,0-36 0,0 18-1,0 0 1,-18 0-1,18-18 1,-18 18 0,18-35-1,-35-18 173</inkml:trace>
  <inkml:trace contextRef="#ctx0" brushRef="#br0" timeOffset="200192.55">27764 7126 0,'-18'-35'375,"36"52"-172,-1 36-187,19 0 0,-36-17-1,0-19-15,0 1 16</inkml:trace>
  <inkml:trace contextRef="#ctx0" brushRef="#br0" timeOffset="206131.83">16404 15734 0,'18'18'109,"317"334"-77,-159-52-1,-123-212 0,-17-88 47</inkml:trace>
  <inkml:trace contextRef="#ctx0" brushRef="#br0" timeOffset="207100.97">17304 15769 0,'-36'53'78,"1"-18"-62,-71 71-1,18 53 1,53-124-16,0 18 15,-1 53 1,19-88-16,-36 70 16,-18-18-1,-35 1 1,53-53 0,36 17-1,-1-35 110</inkml:trace>
  <inkml:trace contextRef="#ctx0" brushRef="#br0" timeOffset="208003.03">17462 16263 0,'0'0'0,"18"0"31,35 53-15,-35 53-1,-18-71 1,17 18 0</inkml:trace>
  <inkml:trace contextRef="#ctx0" brushRef="#br0" timeOffset="208375.58">17498 16069 0,'0'0'16,"17"0"0</inkml:trace>
  <inkml:trace contextRef="#ctx0" brushRef="#br0" timeOffset="210210.69">18080 16298 0,'-18'-35'141,"1"35"-125,-19 0-16,1 0 15,0 0 1,17 0 0,-17 35-1,35 1 1,-18-19-1,18 54 1,18-1 0,-18-52-1,17 0 1,-17-1-16,18-17 16,0 18 30,17 0-14,0-18-17,1 0 1,-1-36 0,0 1-1,-35-53 1,0 35-1,0 18 1,0 17 0,0 0-1,0 1 1,18 17 62,17 35-62,18 36 15,35 70 0,-88-106-31,18-17 16,-1-18-1</inkml:trace>
  <inkml:trace contextRef="#ctx0" brushRef="#br0" timeOffset="210947.74">18239 16210 0,'17'0'47,"19"35"-31,16-17-1,54 106 1,-70-36 0,34-35-1,-52 0 1,-18-36 15,0-123 47,35-88-46,-17 159-17,17-53 16</inkml:trace>
  <inkml:trace contextRef="#ctx0" brushRef="#br0" timeOffset="211485.96">18874 16281 0,'17'53'32,"-17"-18"-17,18 53 1,0-53-1,-18 18-15,35-17 16,0-1 0</inkml:trace>
  <inkml:trace contextRef="#ctx0" brushRef="#br0" timeOffset="211732.1">18768 15910 0,'0'0'0</inkml:trace>
  <inkml:trace contextRef="#ctx0" brushRef="#br0" timeOffset="212821.92">19103 16422 0,'35'35'16,"0"-35"-1,18 53 16,-17-18-15,-19-17 0,19 0-1,-1-36 1,-35-35 0,0-35-1,0 17 1,0 36-1,0 17 17,-18 1-17,1-19 17,-19 36-32,36-17 15,-17 17 1,-19-18 15,19 18-15,-1 0-1,-17 53 1,35 18 15,0-18-15,0-18-16,0 18 15,17 35 1,-17-35 15,18 17 1,0-17-17,35-35 1,-18 0 15,0-18-15,0 0-1,1-18 1,-36 0 0</inkml:trace>
  <inkml:trace contextRef="#ctx0" brushRef="#br0" timeOffset="213680.59">19562 16369 0,'35'0'31,"0"35"-15,18 53 0,-35-17-1,17 35 1,-17 17-1,-1-105 1,-17 17 47,-17-123-48,-1 35 1,0-35-1,1 53 1,-1-54 0,36 54 15,17 35-15,0 0-16,0-18 15,1 18-15,17 0 16,0 0-16,-36 0 15,36-17 1</inkml:trace>
  <inkml:trace contextRef="#ctx0" brushRef="#br0" timeOffset="214365.83">20726 16475 0,'-18'-36'63,"106"36"-48,-17 0 1,-18 0 15</inkml:trace>
  <inkml:trace contextRef="#ctx0" brushRef="#br0" timeOffset="-214510.81">20726 16827 0,'17'0'110,"19"0"-79,52-17 0,-35 17-31,0-18 16,-18 18 0</inkml:trace>
  <inkml:trace contextRef="#ctx0" brushRef="#br0" timeOffset="-211635.87">22384 16122 0,'0'18'47,"53"52"-31,-18 36 0,-17 35-1,-1-70-15,18-18 16,-35-1-1,18-34 1</inkml:trace>
  <inkml:trace contextRef="#ctx0" brushRef="#br0" timeOffset="-211068.36">22366 16016 0,'18'18'31,"17"-18"-15,0 17-1,283 266 1,-71-72-1,-106-17 1,-53-88 0,-70-71-1,-1-35 17,-34 0 61,17-70-93</inkml:trace>
  <inkml:trace contextRef="#ctx0" brushRef="#br0" timeOffset="-210765.13">23283 16228 0,'0'0'31,"0"-36"-31</inkml:trace>
  <inkml:trace contextRef="#ctx0" brushRef="#br0" timeOffset="-209668.91">23089 16175 0,'0'53'78,"0"53"-62,18 52-1,-18 19 1,0-89 0,0 0-1,0-53 1,0-17 0</inkml:trace>
  <inkml:trace contextRef="#ctx0" brushRef="#br0" timeOffset="-208831.93">23795 15822 0,'35'35'79,"-53"124"-48,18-53-16,-17 123 17,17-52-17,0-72 1,0 54 0,35-35-1,-17-54 1,17-34-1,-17-1-15,-1-18 16,19 19 0,-1-1-1,-17-35-15</inkml:trace>
  <inkml:trace contextRef="#ctx0" brushRef="#br0" timeOffset="-207736.33">24059 16492 0,'18'18'47,"17"0"-31,18 70-1,-35-35 17,-18-36-1,0 19-16,0-107 142</inkml:trace>
  <inkml:trace contextRef="#ctx0" brushRef="#br0" timeOffset="-205966.09">24359 16298 0,'-35'36'79,"-53"87"-64,53-70 16,-1 35-31,36-35 79,0-18-64,0 1 1,0-1 15,0 18-15,0-36-1,53-34 63,-18 17-62,-17-35-16,35-18 31,35-36 1,-53 37-1,-35 16-16,0-17 1,0 0 0,0 18-16,-35-18 15,18 18 1,17 0-16,-18-1 31,0 36 0,18-17-31,-35-1 32,35-17-1</inkml:trace>
  <inkml:trace contextRef="#ctx0" brushRef="#br0" timeOffset="-205246.11">25206 16792 0,'35'18'47,"-17"35"-31,-18 17 0,0 36-1,0-18 1,-35 18-1,17-53 17,18-35-17</inkml:trace>
  <inkml:trace contextRef="#ctx0" brushRef="#br0" timeOffset="-189572.13">26458 15699 0,'0'53'93,"0"123"-77,0-53-16,0 36 16,36 317-1,-36-211 16,0-36-15,0-17 0,0-53-1,0-53 1,0-36 0,0-52-16,-36-36 187,-52-17-171,-35-106-1,-36 70 1,18-17 0,88 53-1,53 17 48</inkml:trace>
  <inkml:trace contextRef="#ctx0" brushRef="#br0" timeOffset="-188302.67">26476 15857 0,'18'0'109,"-1"0"-93,36 0-1,35-17 1,36 17-1,87 0 1,125 0 0,34 0-1,18 0 1,141 0 0,-52 0-1,16 0 1,-193 0 15,-229 0-15,-54 0 77,1 0-77</inkml:trace>
  <inkml:trace contextRef="#ctx0" brushRef="#br0" timeOffset="-186930.84">28169 16140 0,'-17'0'94,"-72"0"-78,37 17-16,16 1 15,-158 35 1,159-36-1,35 19 17,-35-1-17,17-17-15,18 35 16,-18 35 0,18-53-1,0-17 1,0-1-1,18-17 1,-18 18 15,0 0-15,35-18 0,-17 0 30,17-36 1,-35 19-15,36 17-17,-54-18 63,0 18-62,18-18 0,-17 18-1,17-35 63,-18 35-46</inkml:trace>
  <inkml:trace contextRef="#ctx0" brushRef="#br0" timeOffset="-185716.19">27058 17004 0,'53'-35'79,"106"17"-48,-142 18-31,460 0 31,352 71 0,-653-36-15,283-35 0,-301 0-1,-122 0 1,-19 0 31,19 0-16,-1 0-15,0 0 15</inkml:trace>
  <inkml:trace contextRef="#ctx0" brushRef="#br0" timeOffset="-184816.16">26987 17462 0,'0'18'47,"0"159"-16,0-72 0,0-140 94,0-18-125</inkml:trace>
  <inkml:trace contextRef="#ctx0" brushRef="#br0" timeOffset="-184354.13">27058 17392 0,'0'0'0,"35"0"31,18 0 0,-35 0-15,0 0 0,-1 18-1,1 17 1,17 0 0,-17 18-16,-1-35 15,-17 35-15,0-18 16,18-17-1</inkml:trace>
  <inkml:trace contextRef="#ctx0" brushRef="#br0" timeOffset="-183771.3">27605 17604 0,'0'35'47,"0"141"-31,0-123 0,0-18-1,17 1 1</inkml:trace>
  <inkml:trace contextRef="#ctx0" brushRef="#br0" timeOffset="-183409.72">27552 17392 0</inkml:trace>
  <inkml:trace contextRef="#ctx0" brushRef="#br0" timeOffset="-182786.25">28240 17780 0,'35'0'47,"-17"0"-32,-1 0 1,89-53-1,-35 35 1,123-17 0,-71 0-1,-105 35 1</inkml:trace>
  <inkml:trace contextRef="#ctx0" brushRef="#br0" timeOffset="-182305.92">28469 17551 0,'0'0'0,"0"70"47,0 54-16,0-89-31,0 18 31</inkml:trace>
  <inkml:trace contextRef="#ctx0" brushRef="#br0" timeOffset="-181684.55">29034 17374 0,'35'53'31,"0"18"-15,-35 17-1,0 0 1,0-35 0,0-35-16,0-54 109,0-69-93</inkml:trace>
  <inkml:trace contextRef="#ctx0" brushRef="#br0" timeOffset="-181314.94">29210 17251 0,'18'0'31,"35"53"-16,-36 17 1,18-17 0,1-18-1,-19-17-15,1 0 16,0 35 15,-18 0 63</inkml:trace>
  <inkml:trace contextRef="#ctx0" brushRef="#br0" timeOffset="-180596.92">29669 17551 0,'0'106'15,"0"-36"1,0-17 15,17-53-31,19-18 63,69-52-48,-69-1 1,-19 18 0,-17 18-16,0 0 31,-35 35-15,0-18-1,-18-17 1,0 35-1,18 0 1</inkml:trace>
  <inkml:trace contextRef="#ctx0" brushRef="#br0" timeOffset="-179539.48">30180 15610 0,'53'0'47,"53"71"-16,106 52 1,-142-52-17,-35 17 1,18 36-1,-17 176 17,-36-89-17,0-140-15,0-1 16,0 36 0,0-53-16,0-18 15,-36 71 1,36-53-1,-35 0-15,-18 0 16,18 0 0,17-18-1,-35 18-15,0 0 32,53-18-32,-35 0 15,17-35 110</inkml:trace>
  <inkml:trace contextRef="#ctx0" brushRef="#br0" timeOffset="-167858.47">8167 17092 0,'-35'0'141,"-18"0"-110,17 0 0,1 18-15,35 88 15,0-54-15,0 37-1,0-1 1,18-18 0,35-34-1,-36 17 1,36-18 0,18 0-1,-36 0 1,0-17-1,53 17 17,18-105-1,-18-89-15,-88 106 15,0-53 0,-17 18-15,-36 35-1,35 18-15,-17 17 16,-53-35 0,70 36-16,1-1 15,-36-35 1,35 53 15</inkml:trace>
  <inkml:trace contextRef="#ctx0" brushRef="#br0" timeOffset="-166609.62">5856 17145 0,'71'123'31,"-54"124"-15,-17-194-1,0 36 1,0-72-16,0-140 140,53-160-108,35 213-17,-88 17 1,36 35 0,17 18 46,0 36-46,35 34-1,-18 1 1,-17-36-16,53 71 16,-71-53-1,-17-18 1,-18-17-1,35-71 126,-17 0-125,17-71-1,0-87 1,-17 70 0,-18 88-1</inkml:trace>
  <inkml:trace contextRef="#ctx0" brushRef="#br0" timeOffset="-165854.86">7708 16969 0,'-53'0'16,"-17"0"0,-1 53 15,-17 123-15,70-53 15,18-34-31,18 210 31,0-210-15,35-19-1,-36-52 1,36-1 0,-35-17-1</inkml:trace>
  <inkml:trace contextRef="#ctx0" brushRef="#br0" timeOffset="-165258.74">9119 17657 0,'-17'0'31,"-19"17"1,-17 18-17,18 18 1,35-35 0</inkml:trace>
  <inkml:trace contextRef="#ctx0" brushRef="#br0" timeOffset="-164425.87">9666 17233 0,'0'35'15,"18"71"1,-1-70 0,1 16-1,70 37 1,18-54 15,-53-35-15,-18-71-1,-35-17 1,0 53 0,-70-71-1,34 71 1,-87-53-1,88 70 1,-18 0 0,17 18 140</inkml:trace>
  <inkml:trace contextRef="#ctx0" brushRef="#br0" timeOffset="-164044.6">10283 17374 0,'18'0'46,"-18"-17"-14,0-1 15</inkml:trace>
  <inkml:trace contextRef="#ctx0" brushRef="#br0" timeOffset="-163276.1">10460 17057 0,'17'0'46,"54"0"-30,17 0 0,0 0-1,-17 0 1,-18 0 0,-53 88 77,0-53-77,0 71 0,-18 0-1,-17-18 1,17-35-1,18-18 64</inkml:trace>
  <inkml:trace contextRef="#ctx0" brushRef="#br0" timeOffset="-162926.97">11236 17392 0,'0'0'0,"0"35"15,0 18 1,18-53 15,52-18-15,-52 1-16</inkml:trace>
  <inkml:trace contextRef="#ctx0" brushRef="#br0" timeOffset="-162672.95">11359 17074 0,'-105'0'16,"210"0"-16,-246 0 31,124 0 0</inkml:trace>
  <inkml:trace contextRef="#ctx0" brushRef="#br0" timeOffset="-161804.98">11712 16986 0,'0'-35'16,"18"35"78,17 0-79,36 0 1,17 123 0,-53-52-1,-35-18 1,0 0-1,-17 17 1,-19 1 0,-17-36-1,53-17 110</inkml:trace>
  <inkml:trace contextRef="#ctx0" brushRef="#br0" timeOffset="-161119.22">11712 17339 0,'35'0'31,"18"0"-15,-35 0 15,17 0-16,18 0-15,-17 0 16,-1 0 0,18 0-16</inkml:trace>
  <inkml:trace contextRef="#ctx0" brushRef="#br0" timeOffset="-159714.78">11324 17180 0,'-17'-35'16,"-19"53"0,19-1 15,-19 1-31,1 35 31,35 35 0,0-35-15,0-18 0,18 0-1,-1 54 1,1-89-1,0 35 1,17-35 0,-35 18-1,35-18 32,-17 0-31,-1-36 15,36-34 0,-53-1-15,0-52 0,-17 35 15,-19 52-16,36 19-15,-17 17 16,-36-53 0,35 35-1,-17 18 1,35-18 0,-18 18-1,-17 0 32,35-17-31</inkml:trace>
  <inkml:trace contextRef="#ctx0" brushRef="#br0" timeOffset="-158666.21">11589 17057 0,'17'0'16,"-34"0"-16,158 0 15,-124 0-15,19 0 16,17 0 0,17 0-1,-34 0 16,-19 0-31,1 0 16,-1 0 0,1 0 109,0 0-94,-1 0 0,-17 70 79,-17-17-95,17-35-15,0 17 16,-36 18-16,19 18 15,-1 52 1,-17-70 0,17 35-1,18-70 1,-17 17 0,17-17-1,0-1 1</inkml:trace>
  <inkml:trace contextRef="#ctx0" brushRef="#br0" timeOffset="-158216.03">11800 17462 0,'53'0'31,"-106"0"-31,142-17 16,-54 17-16,18 0 16,53 0-1,-18-18 1,-18 18 0,-52 0-1</inkml:trace>
  <inkml:trace contextRef="#ctx0" brushRef="#br0" timeOffset="-157661.83">12171 16863 0,'0'-18'16,"35"18"-1,0-35 1,18 35-1,-17 17-15,-1 36 16,18 106 0,-36-35-16,-17-36 15,0 247 1,0-247 0,-17 18-1,17-88-15,-36-1 31,-16-17 32</inkml:trace>
  <inkml:trace contextRef="#ctx0" brushRef="#br0" timeOffset="-156369.31">8184 17886 0,'53'0'16,"71"0"15,-1-35-31,-17 17 15,-35 18 1,-54 0-16,1 0 16,-36-18 77</inkml:trace>
  <inkml:trace contextRef="#ctx0" brushRef="#br0" timeOffset="-156164.89">8149 17780 0,'35'0'46,"-17"0"17</inkml:trace>
</inkml:ink>
</file>

<file path=ppt/ink/ink2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6:11:16.705"/>
    </inkml:context>
    <inkml:brush xml:id="br0">
      <inkml:brushProperty name="width" value="0.05292" units="cm"/>
      <inkml:brushProperty name="height" value="0.05292" units="cm"/>
      <inkml:brushProperty name="color" value="#FF0000"/>
    </inkml:brush>
  </inkml:definitions>
  <inkml:trace contextRef="#ctx0" brushRef="#br0">2399 8026 0,'18'17'156,"-1"-17"-140,89 0 0,53 0-1,-36 0-15,-17 0 16,18-17-1,34-1 1,319 18 0,-195 0-1,0 0 1,-53 0 0,-35 0-1,18 0 1,-36 0-1,89 35 1,-89-35 0,71 18-1,-17-18 1,-72 0 0,-17 18-1,-35-18 1,18 0-1,87 0 17,1 0-32,-124 0 15,177 0 1,-106 0 15,-71 0-15,-18 0-1,-34 0 1,-1 0 0,-17 0-1,70 35 17,35-17-17,89-1 1,0 1-1,-1-18 17,-140 0-32,-18 0 0,-18 0 15,0 0 1,36 17 62,-36-17-62,0 0-1,1 0 1,-19 0 0,71 0-1,-70 0 16</inkml:trace>
  <inkml:trace contextRef="#ctx0" brushRef="#br0" timeOffset="8857.4">11342 9278 0,'17'0'78,"72"0"-63,34 0 1,106 0 0,71 0-1,-123 0 1,52 0-16,141 0 16,671 0-1,-494 0 1,-89 18 15,54 17 0,-283-17-15,36-18 15,-212 0-15,-36 0-1,36 0 1,-17 0 0,52 0-1,88 17 1,18 1 0,18-18-1,-124 18 16,36-18-15,-89 35 15,0-35 110,-17 0-125</inkml:trace>
  <inkml:trace contextRef="#ctx0" brushRef="#br0" timeOffset="24872.93">2805 10636 0,'17'18'63,"54"-18"-48,-1 0-15,19 0 16,52 0 0,70 0-16,54 0 15,-18 0 1,599 0-1,-546 18 1,230 34 0,-319-52-16,124 71 15,-70-53 1,-106-1 0,35 1-1,17 0 1,-140 17-1,17-18 1,-17 19 0,-1-36-16,-17 0 15,-35 0-15,35 0 16,0 17 0,-18-17 15</inkml:trace>
  <inkml:trace contextRef="#ctx0" brushRef="#br0" timeOffset="29657.73">9349 11818 0,'17'0'141,"19"0"-125,16 0-1,19-35 1,17 35-1,-53-18 1,54 18 0,-36-18-1,17-17 1,-35 35 0,36 0-1,-53 0 1,17 0-1,-35-35 17,35 35-17,0 0 1,-17 0 0,0 0-1,17 0-15,-17 0 16,52 0-1,-17 0 17,-35 0-17,-1 0 17,1 0-17,0 0 1,17 0-1,0 18 17,0-18-17,1 17 17,34 18 30,-52-35-31</inkml:trace>
  <inkml:trace contextRef="#ctx0" brushRef="#br0" timeOffset="32936.96">24888 11659 0,'18'0'109,"0"0"-93,158 0 15,-35 0-15,-158 36 15,246-36-15,-53 0-1,-17 0 1,-88 0 0,-1 0-1,36 0 1,-53 0-1,35 0 1,0 0 0,0 0-16,36 0 31,264 35 0,-335-35-31,35 0 16,71 0-1,-89 17-15,1-17 16,229 0 0,-88 18-1,-36 0 1,18-1 0,18-17-1,-54 18 1,-34-18-1,-71 0-15,0 0 32,0 35-32,-36-35 0,54 18 31,17-18-15,-70 0-16,35 0 15,-1 0-15,-16 0 16,17 0-1,-36 35 1,-70-35 0,71 0-1,-36 0 1,1 18 0</inkml:trace>
  <inkml:trace contextRef="#ctx0" brushRef="#br0" timeOffset="34732.68">1993 13282 0,'71'0'78,"140"0"-62,-34-18 0,52-34-1,-53-1 1,19 35 0,-143 18-16,1 0 31,159-35 0,-141 35-15,-36 0-1,18-18 1,-18 18 0,-17 0-16,17-18 15,0 18 1,1 0-1,-19 0 1,36 0 0,0 0 31,-35 0-16,-1 0 0,19 0 63,-1 0-79,0 0 1,0 0 0,-35 18-1</inkml:trace>
  <inkml:trace contextRef="#ctx0" brushRef="#br0" timeOffset="39952.28">9543 13053 0,'17'0'78,"19"0"-62,34 0-1,71 0 1,-53 0 0,248-18-1,-72 0 16,124 18-15,-35 0 0,0 0-1,0 0 1,35 0 0,-71 0-1,-52 0 1,-71 0-1,106 0 1,-212 0 0,194 0-1,-88 0 1,53 0 0,-124 0 15,54 0-16,317 0 1,-230 0 0,36-17-1,-53 17 1,0 0 0,-88 0-1,-71 0 1,-35 0-1,35 0 1,0 0 0,36 0-1,70 17 1,17-17 0,36 0 15,-123 0-16,-18 18 1,17-18 0,-52 0-1,-1 18 1,-17-18 0,35 0-1,1 0 1,-72 0-16,54 0 15,-54 0 1</inkml:trace>
  <inkml:trace contextRef="#ctx0" brushRef="#br0" timeOffset="45941.68">18874 14252 0,'17'0'140,"107"0"-109,228 0 1,-52 0-17,-35 0 1,-106 0 0,17 0-16,-35 18 15,265-1 1,-283-17-1,89 0 1,-106 0 0,17 0-1,-17 0 1,-18 0 0,-35 0-16,0 0 15,18 0 1,-36 0-1,0 0 32,71 18-15,-71-18-32,-17 18 15,53-18 1,-71 35-1</inkml:trace>
  <inkml:trace contextRef="#ctx0" brushRef="#br0" timeOffset="49076.06">11518 15505 0,'35'0'94,"1"0"-63,-19 0-15,1 0-1,35 0 1,0 0-1,-36 0 1,1 0 0,17 0-1,1 0 1,-19 0 0,19 0-1,-19 0 1,36 0 15,18 0 0,-36-18-31,0 18 32,1 0-17,-19 0 1,-17-18-16,53 18 15,-35 0 1,35 0 0,-18 0-1,-17 0 17,-1 0-17,18 0 1,1 0-1,34 0 32,71 0-31,-105 0 15,17 0 0,-18 0-15,0 18 0,0-18-1,-17 0 32,35 0-31</inkml:trace>
  <inkml:trace contextRef="#ctx0" brushRef="#br0" timeOffset="50255.01">12047 15787 0,'-17'88'110,"17"-17"-95,0-19 1,-88 54 0,88-70-1,-18-1 1,18-18 15,0 36 0,0 36 1,35-54-17,0-35 63,-17 0-62</inkml:trace>
  <inkml:trace contextRef="#ctx0" brushRef="#br0" timeOffset="52015.9">12030 15804 0,'-18'0'110,"-52"18"-95,70 17-15,-53-35 16,53 18 15,0 0 32,17-18 187,1 0-235,0 0-15,17-18 16,0-17 0,-17 35-1,-1 0 126,1 0-110,35 17 0,-35-17 79,17 53-79,0-53-15,-35 18 46,35 0-46</inkml:trace>
  <inkml:trace contextRef="#ctx0" brushRef="#br0" timeOffset="54552.46">13000 15910 0,'17'36'78,"-17"52"-47,0-35-15,0 17 0,0-17-1,0-18 1,0 36-1,0 0 1,0-36 15</inkml:trace>
  <inkml:trace contextRef="#ctx0" brushRef="#br0" timeOffset="57114.81">5397 16916 0,'18'0'47,"70"0"-16,36 0 0,-71 0-15,70 35 0,-17-35-1,-18 0-15,0 0 16,89 0 0,34 0-1,-52 0 1,18 0-1,-107 0-15,1 0 16,17 0-16,35 0 16,-52 0-16,-18 0 15,106 0 1,-106 0-16,-18 0 16,0 0 46,18 18-31,-18-18-15,36 0 0,-18 0-1,0 0 1,-18 17-1,35-17 1,-52 18 0,0-18-16,35-18 15,-36 1 1,-34-36 0,70 35-1,17 18 1,-52 0 15,70-18 0,0 18-15,-53 0-16,-17 0 172,17 0-141,18 0-15,-17 0 31,-19 0-32,1 0-15,-1 0 16,1 0-1,0 0 17</inkml:trace>
  <inkml:trace contextRef="#ctx0" brushRef="#br0" timeOffset="61424.24">9490 16827 0,'35'0'62,"36"0"-31,70 18 1,-53 0-17,35 17 1,71-35 0,-70 0-1,-1 0 1,-35 0-1,-17 0 1,-53 0 0,35 0-1,-36 0 1,19 0 0,-19 0-1</inkml:trace>
</inkml:ink>
</file>

<file path=ppt/ink/ink3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6:13:14.567"/>
    </inkml:context>
    <inkml:brush xml:id="br0">
      <inkml:brushProperty name="width" value="0.05292" units="cm"/>
      <inkml:brushProperty name="height" value="0.05292" units="cm"/>
      <inkml:brushProperty name="color" value="#FF0000"/>
    </inkml:brush>
  </inkml:definitions>
  <inkml:trace contextRef="#ctx0" brushRef="#br0">16404 3069 0,'53'0'109,"71"0"-77,52-35-17,53 0 1,-141 35-16,36 0 15,-18 0-15,0 0 16,123 0 0,-53 0-1,-17 0 1,-106 0-16,35 35 16,-17-17-1,17 17 1,-18-35-1,142 0 1,53 0 0,-54 0-1,-87 17 1,-107-17 15,1 0 47,0 0-31,-1 0-31,19 0-1</inkml:trace>
  <inkml:trace contextRef="#ctx0" brushRef="#br0" timeOffset="7395.54">6773 8837 0,'0'18'157,"0"88"-142,-70-18 1,34-35 0,36-18-1,-35-17 1,35 34-1,0-16 17,0-1-17,0-17 17,0 35 30,18 17-46,35 1-1,35-1 1,-70-34 0,17-1-1,-35-18-15,35 1 16,18 0-1,-35-18-15,17 17 32,18-17-32,106 36 31,-54-36-15,-16 17-1,-36-17 1,35 0-1,0 18 1,-35-18-16,-35 0 16,-1 0-16,36 0 15,-18 0-15,36 0 16,35-18 0,-71 18-16,53-35 15,0-18 1,-17 53-1,-18-18 17,0 1-1,17 17-15,-34-18 15,-19-17-16,1 35 1,35 0 0,-18 0 15,-17 0 0,-18-35 0,17 17 1,19 0-17,-36-17 1,0-18-16,0 36 16,0-1-1,0-35 1,0 18-1,0-1-15,0 19 16,-18-54 0,-17 36-1,17 0 1,18-1 0,0 1-1,-35 0 1,35 17-1,-18-35 17,1 18-1,-19 17-15,1 1 15,-18-1-16,18-17 1,-71-18 0,18 53-1,0-35 1,-18 17 0,53-17-1,-88 35 1,105 0-1,-16 0 17,-72 17-32,71 1 31,-35-18-15,-18 0-1,36 18 1,-1-1-1,0-17 1,54 0-16,-1 0 16,18 36-16,-35-36 15,-18 0 32,-35 52-31,0-34-1,52 0 17</inkml:trace>
  <inkml:trace contextRef="#ctx0" brushRef="#br0" timeOffset="12947.95">7250 9596 0,'17'0'109,"107"0"-77,-71 0-32,35 0 15,53 0 1,-18 0-1,-34 0 1,-72 0 0</inkml:trace>
  <inkml:trace contextRef="#ctx0" brushRef="#br0" timeOffset="20044.41">16034 9596 0,'70'0'328,"18"0"-297,-52 0-31,-1 0 31,124-36 1,-36 19-1,36 17 0,-124 0 0,-17 0 1,17 0 14,53 0-30,54 0 0,-54 0-1,-18 0 1,-34 0 0,-1 0 77,35 0-77,124 0 15,-123 0-15,-18 0-1,-35 0 1,17 0 62,106-18-62,-53 0 15,36 18 0,-107 0-31,18 0 78,1 0-31,17 0-15,-18 0 14,18 0-30,-35 0 93,-1-17-93,-34-54 93,17 36-77,0 0-1,-53-18-15,53 17-16,-18-34 31,0-18-16,-17 35 1,35 17 0,0 1-1,0-18 1,-35 36 0,35-1-1,0-17 1,-18 35 15,18-53 0,-18 35-15,1 18 15,-1 0-15,18-17-16,-35 17 15,-53 0 1,-36 0 0,18 0-1,18 0-15,35 0 16,-70 0 0,35 52-1,35-52 1,0 36-16,-212-19 47,159-17-32,-105 0 1,87 0 0,54 0-1,17 0 1,35 0 31,-17 0-16,0 18-15,-36-18-1,-17 18 16,88 35-15,0-18 109,0 18-94,0-18-15,0 0 0,0-17-1,0 17 1,0 0 15,0 107 0,0-125-31,0 1 16,0 35 0,-35-18-1,17-35 1</inkml:trace>
  <inkml:trace contextRef="#ctx0" brushRef="#br0" timeOffset="25297.88">11942 10107 0,'105'0'219,"125"-18"-188,-160 1-16,-17 17 17,18 0-17,17 0 1,-53 0 0,18 0-1,18 0 1,-36 0-1,-17 0 1,17 0-16,-18 0 16,89 0-1,-35 0 1,35 0 0,0 0-1,-18 0 1,0 0-1,18-18 1,-18-17 15,-70 0-15,34 35 62,54 0-62,53 0-1,0 0 1,88 0 0,-53 0-1,-88 0 1,-71 0-1,18 0-15,-18 0 47,0 0-31,36 0 0,35 0-1,-18 0 1,-17 0-1,-19 0 1,-16 0 0,52 0 124,-53 0-124,53 0 0,36 17-1,-36-17 1,18 0-1,-71 0 1,18 0 78,159 0-63,17 0 0,-105 0-15,-89 0 0,0 0-1,-17 0 1,-1 0-1,19 0 1,69 0 0,-69 0-1,105 0 1,-71 0 0,1 0-1,-36 18 1,1 17-1,16-35 1,19 18 15,-53-18-15,70 35 0,-71-35-1,1 0 48,17 0-63,124 0 15,-53 0 1,17 0 0,-70 0-1,0 0 95,0 0-95,-18 0 1,36 0-1,35 0 1,17 0 0,-87 0-1,17 0 1,-18 0 0,0 0-1,36 0 1,-1 0-1,18 0 1,36 35 15,-71-17-15,-18-18 0,-17 0-16,-1 0 15,1 0 1,0 0-1,35 0 1,-36 0-16,1 18 16,52-18-1,-17 0 1,-17 0 0,-1 0-16,-18 0 15,19 0 16,-19 0-15,36 0 15,-17 0-15,16 0 0,-34 0-1,0 0 1,-18 17-1,53 19 1,17-19 0,-34-17-1,-19 0 1</inkml:trace>
  <inkml:trace contextRef="#ctx0" brushRef="#br0" timeOffset="31684.44">18768 10178 0</inkml:trace>
  <inkml:trace contextRef="#ctx0" brushRef="#br0" timeOffset="39158.96">5838 12471 0,'18'0'94,"123"0"-78,53 0-1,106-36 17,176-34-17,18 70 1,-53 0 0,-123 0-1,-160 0 1,-69 0-1,-36 0-15,-1 0 16,-16 0 0,17 0-1,17 0 1,1 0 0,-18 0-1,17 0 1,18 0-1,-70 0 1,17 0 0</inkml:trace>
  <inkml:trace contextRef="#ctx0" brushRef="#br0" timeOffset="45923.99">16316 12435 0,'35'0'94,"53"36"-78,124-1-1,35-17 1,0 52 15,0-35-15,-124-35-16,160 18 31</inkml:trace>
  <inkml:trace contextRef="#ctx0" brushRef="#br0" timeOffset="46874.21">16633 13176 0,'18'-35'32,"35"-18"-17,-35 53 1,176-35 15,17 35-15,54 0-1,-142 0-15,19 0 16,-19 0-16,18 0 16,141 0-1,-176 0 1,-35 0 15,-54 0-15</inkml:trace>
  <inkml:trace contextRef="#ctx0" brushRef="#br0" timeOffset="54875.03">5838 12047 0,'0'18'219,"0"70"-204,-35-53-15,35 1 16,-17-1-16,-19-17 16,-17 70-1,53-35 1</inkml:trace>
  <inkml:trace contextRef="#ctx0" brushRef="#br0" timeOffset="57335.48">5909 11889 0,'35'0'125,"-17"0"-110,35 0 16,-36 0-31,19 0 16,87 0 0,-52 0-1,-36 0 1,71 0 0,53 0-1,17 0 1,-105 0-1,105 0 1,-35 0 15,18 0-15,-89 0 15,89 0 0,-124 17 1,-17-17-17,0 0-15,-1 0 16,36 36 0,0-36-16,-18 0 15,89 0 1,-36 0-1,-35 0 1,-35 0 15,-1 0-15,19-18 0,17 18-1,-36-18 1,1 18-1,17 0 48,0 0-47,1 0-1,-1 0 1,0 0-1,-17 0 1,-1 0 31,1 0-31,0 0-16,-1 0 15,72-17 16,-1 17-15,-53 0-16,-17 0 31,-1 17 157,-17 142-173,0-106 1,0 17 0,0-52-1,0 35 173,0-35 77,-17-18-218</inkml:trace>
  <inkml:trace contextRef="#ctx0" brushRef="#br0" timeOffset="60155.65">13723 12682 0,'35'0'93,"-35"-35"-77,53 35-16,0 0 31,53-18-15,-88 18-16,35 0 15,35-35 1,18 35 0,-18 0-1,-35 0-15,-18 0 16,71 0 0,-71 0-1</inkml:trace>
  <inkml:trace contextRef="#ctx0" brushRef="#br0" timeOffset="61390.77">14376 12506 0,'17'18'125,"19"35"-94,-19-36-15,19-17 0,-1 18-1,0-18 48,18 53-32,0-18 0,-53-17-15,18-18-1,-107 17 267,1 19-267,53-1 1,-53-18 0,17-17-1,53 18 1</inkml:trace>
  <inkml:trace contextRef="#ctx0" brushRef="#br0" timeOffset="70933.27">18609 10989 0,'-18'0'79,"-52"71"-64,-36 52 1,0 71-1,53-70 1,0-54 0,53-52-16</inkml:trace>
  <inkml:trace contextRef="#ctx0" brushRef="#br0" timeOffset="71767.03">18097 11289 0,'0'18'47,"18"87"-31,0-69-1,-1 17 1,-17-18 0,18 35-1,-18-52 1,0 17-1,18-35 1,-18 36 15,35-36 47,36 0-46,70-36-17,-88 1 17</inkml:trace>
  <inkml:trace contextRef="#ctx0" brushRef="#br0" timeOffset="73372.11">22613 10530 0,'-35'18'47,"-36"88"-32,18 0 1,18-36-16,-124 160 16,124-160-1,-18 54 1,0-54 0,36-35-1,17-17 1</inkml:trace>
  <inkml:trace contextRef="#ctx0" brushRef="#br0" timeOffset="74263.38">22013 11148 0,'0'35'78,"53"36"-62,-53-18-16,36-1 15,-36-16 1,0-19-16,0 19 16,17-19-1,-17 36 1,18-53-1,-1 18 95,54-1-79,-53-17-15,52 0-1,-35-17 1</inkml:trace>
  <inkml:trace contextRef="#ctx0" brushRef="#br0" timeOffset="79232.23">16387 13123 0,'17'0'79,"89"-17"-48,70-1-16,142-53 1,-54 71 0,-17 0-1,-123 0 1</inkml:trace>
  <inkml:trace contextRef="#ctx0" brushRef="#br0" timeOffset="80465.28">21325 13106 0,'18'-18'109,"88"-70"-93,-53 35-1,35 53 1,0-18-1,0 1 1,-35 17-16,124 0 16,17 0-1,-36 17 1,-69-17 0</inkml:trace>
</inkml:ink>
</file>

<file path=ppt/ink/ink3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6:14:50.262"/>
    </inkml:context>
    <inkml:brush xml:id="br0">
      <inkml:brushProperty name="width" value="0.05292" units="cm"/>
      <inkml:brushProperty name="height" value="0.05292" units="cm"/>
      <inkml:brushProperty name="color" value="#FF0000"/>
    </inkml:brush>
  </inkml:definitions>
  <inkml:trace contextRef="#ctx0" brushRef="#br0">10848 9913 0,'18'0'188,"34"0"-172,1 0-16,-17 0 15,158 0 1,-124 35-1,-34-35 1,16 0-16,37 0 16,34 0-1,-88 18 1,89 17 0,-89-35-16,53 53 15,-52-53 16,69 18 1,-16-18-17,-1 0 1,0 0 0,71 0-1,0 0 1,-71 0-1,-18 0 1,1 0 0,-1 0-1,19 0 1,-1 0 0,-71 0-16,19 35 15,17-35 16,0 0-31,105 0 32,-52 0-17,-35 0 1,17 0 0,-18 0-1,-52 0 1,17 0-1,71 0 1,-71 0-16,1 0 16,17 0-1,-18 0-15,53 0 16,0 0 0,0 0-1,-35 0 16,18 0-15,17 0 0,-35 0-16,-18 0 15,-17 0-15,70 0 16,-53 0 0,71 0-1,-18 0 1,18 0-1,-35 0 1,-1 0 0,1 0-1,0 0 79,70 0-78,-53 0-1,124 0 17,-142 0-17,-17 0 1,-18 0-1,1 0 1,16 0-16,-34 0 16,35 0-1,53 0 1,-71 0 0,0 0-16,18 0 15,-17 0-15,52 0 31,53 0 1,-88 0-17,17 0 1,1 0 0,-18 0-1,0 0 1,-18 0-1,36 0 1,-54-18-16,1 18 16,52-17-1,-52 17 1,35-35 15</inkml:trace>
  <inkml:trace contextRef="#ctx0" brushRef="#br0" timeOffset="29066.27">10530 14587 0,'-35'89'110,"-18"-1"-95,-35 53 1,53-35 15,-18-36-15,53-34-1,-35 16 1,35-16 0,-18-36-1,18 35 17,0-17 77,0 17-93,88 0 15,-35-35-16,35 18 1,18-18 0,-71 0-16,54 0 15,210 0 17,-193 0-32,124 0 15,69 0 1,-193 0-16,-35 0 15,88 0 1,-71 0-16,88 0 16,-35 0-1,-35 0 17,-35 0-1,-36 0-16,0 0 1,71 0 0,-18-18-1,-35 18-15,35-17 16,-17-1 0,-54 18-1,1 0 1,53 18 62,-36-18-47,18 0 0,-18 0 48,-17 0 30,-1 0-93,36-36-1,-53 1 16,18 0-15,-18-18 0,0 18-16,0-36 31,0 0-15,0 1-1,0 17 1,0 18-1,18-36 1,35 36 0,-53 0 31,-53 35 109,0 0-141,-18 17 1,-52 18 0,17 1-1,18-19 17,-36-17-17,-176 18 16,159-18-15,35 0 0,53 0-16,-17 0 15,-71 0 1,70 0 0,-35 0-1,36 0 1,35 0-1,-1 0 1,19 0 0,-19 0-1,19 0 1,-1 0 0,-17 0-1,0 0 16,-36 53-15,18-53 0,18 0-1,0 0 1,-18 0 62,0 0-47,35-18-31,-17 18 16,-1-17 0,1 17 30,0 0-30,17-18 15,-52-17-15,-36 17 15,53 0-15,35 18-1,-52 0 1,35-35 0,-1 35-1,1 0 17,0 0-17,17 0 16,0 0-15</inkml:trace>
  <inkml:trace contextRef="#ctx0" brushRef="#br0" timeOffset="46655.64">10107 16704 0,'18'0'140,"158"0"-109,-105-18-15,87-35 0,54 53-1,-36-17 1,18 17 15,-35 0-15,-71 0-16,-17 0 15,105 0 1,-35 0 0,-52 0-1,-19 0 1,-34 0 0,16 0-16,72 35 15,-36 18 16,18-53-15,53 0 15,-53 18-15,-89-18-16,18 0 16,18 0-16,-17 17 15,17-17-15,-1 18 16,37 0-1,-19 17 1,18-35 0,18 35-1,18-35 1,-1 35 0,124 18 15,-88-35-16,-18 0 1,176 35 15,-246-18-15,88-18 15,-89-17-15,-17 0-16,-17 0 15,105 0 1,-53 0 0,-18 0-1,36 0 1,-18 0 0,18 0-1,53 0 16,-71 0-31,-35 0 16,71-17 0,-36-1-1,0-17 1,-17 17 0,17-35-1,-35 53 1,17-35-1,18 17 1,-35 1 0,36 17-1,87-18 1,71 18 0,-35 0-1,-54 0 16,-105 0-15,-35-35 78,52 17-79,-17 18 1,-35 0 0,17 0-1,-17 0 1</inkml:trace>
  <inkml:trace contextRef="#ctx0" brushRef="#br0" timeOffset="49237.78">21467 16598 0,'17'0'125,"283"0"-94,53 0 0,-142 0-15,-87 0-16,-71 0 16,70 0-1,-87 0 1,-19 0-16,54 0 16,-1 0-1,1 0 1,17 0-1,0 35 1,-52-35 0,16 0 46,-16 0-31</inkml:trace>
  <inkml:trace contextRef="#ctx0" brushRef="#br0" timeOffset="51350.31">4092 17392 0,'0'35'15,"35"-35"173,107 35-157,34-35 0,318 0 0,-353 0-15,18 0 0,-89 0-1,124 0 1,-88 0 0,-35 0-1,-1 0 1,36 0-1,-18 0 1,0 0 0,18 0-1,-53 0 1,0 0 0,-18 0-1</inkml:trace>
</inkml:ink>
</file>

<file path=ppt/ink/ink3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6:15:58.675"/>
    </inkml:context>
    <inkml:brush xml:id="br0">
      <inkml:brushProperty name="width" value="0.05292" units="cm"/>
      <inkml:brushProperty name="height" value="0.05292" units="cm"/>
      <inkml:brushProperty name="color" value="#FF0000"/>
    </inkml:brush>
  </inkml:definitions>
  <inkml:trace contextRef="#ctx0" brushRef="#br0">24888 4886 0,'18'0'172,"17"0"-156,1 0-1,581 35 17,-317-35-32,-212 0 31,-35 0-15,-18 0-1,71 0 1,53 0 15,-71 0-15,0 0-1,-70 0-15,0 0 16,87 0 0,-52 0-1,-35 0 1,105 0-1,-70 0 17,0 0-1,71 0 0,-18 0-15,-71 36-16,35-19 15,19-17 1,-1 0 0,18 0-1,-71 35 1,35-35 0,36 0-1,-18 0 1,1 0 15,-54 0-15,-17 0-16,-1 0 15,71 0 1,-17 0 0,17 0-1,0 0 1,-17 0-1,-53 0 1,-1 0 47,18 0-48,36 0 32,-36-17-16,-17 17-15,0 0 0,-1-18-1,18 18-15,18-17 31,-17 17-15,-1-18 0,0 18-1,0-35 17,-17 35 77</inkml:trace>
  <inkml:trace contextRef="#ctx0" brushRef="#br0" timeOffset="5940.65">6826 6597 0,'18'0'235,"52"0"-220,36 0 1,-18 0 0,89 0-1,35 0 1,-36 0-1,-35 0 1,-88 35-16,17-17 16,-52-18-1,0 0-15,35 17 16,-36-17 0,1 0 15,88 18-16,70 0 1,71-1 15,-123-17-31,-36 36 16,71-36-16,-54 0 16,107 17-1,-159-17-15,0 18 16,-35-18-1,34 0 48,125 0-32,-160 0-31,125 0 31,52 0 1,-159 0-17,0 0 1,-17 0 31,123 0-16,-18 0-15,89 0-1,53 0 1,-142 0-16,-35 0 16,0 0-16,1 0 15,-36 0-15,35 0 16,-35 0-1,0 0 1,-18 0 31,0 0-31,-17 0-16,-1 0 15,125 0 1,-54 0-1,-35 0 1,-18 0 0,-17 0 109,123 0-94,-88 0-15,52 0-1,142 0 1,124 0-1,-71 0 1,52 0 0,-140 0-1,-53 0 1,-53 18 0,-36-18-1,-34 0 1,52 0-1,18 17 1,52 1 0,-34 0 15,35-1-15,-89 1-1,36 17 1,-18-35-1,18 18 1,-35-18 0,-1 0-1,18 17 1,-17 1 0,35-18-1,-71 0 1,71 18 46,105-18-46,1 0 0,282 0-1,-388 0 1,-71 0 31,106 0-32,-53 0-15,36 0 16,-89 0-16,-17 0 16,17 0-1,89 0 48,-1 0-32,-105 0-15,35 0-1,-18-18 16,53 18-15,-88-35 0,35 35-1,-17-36 1,17 36 0,-17-35-1,0 35 1,17 0-16,-18-35 31,1 35-15,17 0 62,54-18-63,-54 1 1,18 17 0,-53-18-16,35 18 15,0-35 1,-17 35 0,0 0 15,34 0-16,1-36 1,-17 36 0,-19-17 15,1 17-15,35 0-1,-18-36 1,0 36 15,1 0-15,-19 0 15,19-35 16,-1 35-32,0-17 64</inkml:trace>
</inkml:ink>
</file>

<file path=ppt/ink/ink3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6:17:06.694"/>
    </inkml:context>
    <inkml:brush xml:id="br0">
      <inkml:brushProperty name="width" value="0.05292" units="cm"/>
      <inkml:brushProperty name="height" value="0.05292" units="cm"/>
      <inkml:brushProperty name="color" value="#FF0000"/>
    </inkml:brush>
  </inkml:definitions>
  <inkml:trace contextRef="#ctx0" brushRef="#br0">3969 8484 0,'70'0'125,"1"-35"-110,17 35 1,36 0 0,-19 0-16,54 0 15,300 0 1,-107 0-1,-16 0 1,-37 0 0,-122 0 15,246 0-15,-229 0 15,-17 0-16,34 0 1,-123 0-16,1 0 16,228 71-1,-88-54 1,-34-17 0,16 0-1,-105 0 1,-18 0 78,-53 0-79,124 0 1,53 0-1,35 18 1,17-1 0,1-17-1,-89 18 1,-105-18 0,17 0-1,0 18 1,-17-18-1,-18 0 1,106 0 15,-124 0-15,35 0 0,-34 0-1,-1 0 1,18 0-1,35 0 1,0 0 0,-17 0-1,-54 0-15,19 0 32,17 0-17,17 0 1,-35 17-1,-17-17-15,17 0 16,1 0 15,-1 0-15</inkml:trace>
  <inkml:trace contextRef="#ctx0" brushRef="#br0" timeOffset="24789.2">25241 5733 0,'0'-36'281,"-17"36"-125,17 53-93,0-17-47,17 34-1,19-17 1,-19-35-16,-17 17 15,35-17 1,1 34 0,-36-16-1,17-1 1,19 0 0,-36-17-1,0 53 1,-18-71 31,-17 0-32,-1 0 1,-16 0 0,16 0 15</inkml:trace>
  <inkml:trace contextRef="#ctx0" brushRef="#br0" timeOffset="25746.84">25682 5397 0,'18'142'47,"-1"87"-32,-17-17 1,0-89 0,0-52-1,-17-71 110,17-71-109,0 18-1,0-35 1,35 35 0,0 18-1,1-1 1,-19 36 15,1 0 0,70 124-15,-70-106 15,17 105 1,-17-105-17,-18-1 79</inkml:trace>
  <inkml:trace contextRef="#ctx0" brushRef="#br0" timeOffset="26336.73">26106 5980 0,'17'17'31,"36"107"-15,-35-89-1,17-53 79,36-35-78,-54-17-1,-17 17 16,0 35-15,-35 18 62</inkml:trace>
  <inkml:trace contextRef="#ctx0" brushRef="#br0" timeOffset="27076.6">26652 6085 0,'53'0'47,"-35"-17"-32,0-36-15,17 18 16,18-71 0,-36 70 15,-17 1-16,0 18 1,-35-1 15,-18 18 1,18 0-17,0 35-15,35-17 16,-36 70-1,36-17 17,0 52-1,0-88 0,0-17-15,18-18-16,53 0 62,17 0-46,-71 0 0,36 0 46</inkml:trace>
  <inkml:trace contextRef="#ctx0" brushRef="#br0" timeOffset="27730.93">27252 5768 0,'0'0'16,"-35"18"-1,-18 17 1,53 53 0,0-53-1,0 18 1,35 35-1,0-88 1,-35 36 0,18-19-1,-18 1 1,0 0 0,0 17-1,-35 0 1,35-17-1,-35-18 142</inkml:trace>
  <inkml:trace contextRef="#ctx0" brushRef="#br0" timeOffset="28684.45">28646 5644 0,'0'18'172,"17"70"-156,-34 0-1,-54 18 1,53-70-16,1-19 16,-36 36-1,53-35 1,0-1 0,88-52 140,-53 17-141</inkml:trace>
  <inkml:trace contextRef="#ctx0" brushRef="#br0" timeOffset="30516.77">28822 5856 0,'18'0'63,"-18"71"-48,0-36 1,17-17-1,1-18 32,35 0-31,-53-36 15,-36 1 47,1 35-62,18 0 0,140-71 124,-17 19-124,-53 34-1,-18 18 64,0 53-64,-17 35 1,17-53 15,-35-52 47,0-19-62,0 1-1,-17 35 1,34-35 140,-17-18-140,53 35 0,-35-17-1,17 35 16,-17 0 16,123 176-31,-124-70 0,19-106-1,-19-17 48,19-54-48,-36 36 1,0-1 0,0 19-1,35-1 173,124 1-157,-142 17-15,36 88-1,18-18 1,-71-52-1,0 0 1,123-89 31,-87-35-31,-36 89-1,0-19 1,-18 1 15,-17-18 0,-1 53-15,19 0 0</inkml:trace>
  <inkml:trace contextRef="#ctx0" brushRef="#br0" timeOffset="32330.82">25576 6703 0,'-70'0'62,"-1"35"-46,36 18 0,0 35-1,35-53 1,0 36-1,17-36 1,36 36 15,-17-36-15,16 36 0,1-54-1,36 54 1,-54-54-1,-18-17 1,36 18 0,36-36-1,-36-17 1,35-35 0,-71 17-16,19 17 15,-36 1 1,53 35 171,-36 141-155,-17-105-32,35-1 31,18-141 31,-53 53-30,0-53-17,-17 89 1,17-19-1,-36 36 17,36-35-1</inkml:trace>
  <inkml:trace contextRef="#ctx0" brushRef="#br0" timeOffset="33498.68">26688 6897 0,'-71'0'46,"18"70"-30,18 19 0,0-19-1,35 1 17,0-36-17,0-17 32,88-71 0,-71 17-31,19 1-16,-19 0 15,19-53 1,-19 105 93,1 1-93,0 0-16,-18-1 15,35 18 1,53-70 47,-35-18-48,17 0 1,-52-35-1,-18 53-15,0-18 16,18-71 0,-18 89-1,0 0 17,0 17-32,0 71 125,35 141-110,0-88 1,-17-18-1,0-52 1,-1-19 0,19-17 109</inkml:trace>
  <inkml:trace contextRef="#ctx0" brushRef="#br0" timeOffset="34015.75">26987 6844 0,'18'0'78,"106"0"-46,-36-35-17,0-1 1,0 19-1</inkml:trace>
  <inkml:trace contextRef="#ctx0" brushRef="#br0" timeOffset="35198.43">28663 6562 0,'0'70'109,"35"-17"-93,-17-18 0,0 1-1,17-19 1,-35 1 0,0 88 30,-53-53-30,-70 35 0,52-35-1,53-53 48,1-35-48</inkml:trace>
  <inkml:trace contextRef="#ctx0" brushRef="#br0" timeOffset="35715.53">28504 6562 0,'18'0'31,"17"0"0,18-18-15,35 0 0,-35 1-1,-17 17 32,-19 0 0,1 0-31,0 0 46,34 0-46</inkml:trace>
  <inkml:trace contextRef="#ctx0" brushRef="#br0" timeOffset="37441.5">28981 6703 0,'0'0'0,"-36"35"15,1-17-15,0 52 16,35-17 0,0-18-1,0-17 1,0 0-1,17-18 1,-17 17-16,18 1 31,17-18 1,-35 18-32,53 17 15,18 0 1,-53-35-1,-1 0 1,1-53 0,-18 0-1,0 36-15,0-36 16,0 0-16,-18 35 16,-35-17-1,36 35-15,-1-35 16,0 35-16,1 0 15,-36 0 1,35 0 0,53-18 77,71-35-77,-18 53 0,1 0-1,-72-18 1,-17 54 109,-17 140-94,17-158-31,0 52 31,0-34 1,17-36-1,1 0-15,0 0-16,34-18 15,-34 18 1,0-35-16,-18 17 15,0 0 1,0 1 0,0-1-1,-18 1 48,106-89 46,53 88-78,-105 71 63,-36 18-78,0 17-1,17-53 1,1-35 47,53-53-48,-71 18-15,52-18 16,-52-88-1,0 70 1,-17 71 62</inkml:trace>
  <inkml:trace contextRef="#ctx0" brushRef="#br0" timeOffset="43226.01">2099 9860 0,'53'0'125,"70"53"-78,-52-18-32,282-35 1,-36 0 0,124 0-1,35 0 1,-70 18 15,141-18 0,-318 0-15,-70 0 0,-71 0 15,18 0-16,-18 0 1,0 0 0,-35 0-1,18 0 1,-18 0-16,-36 0 16,89 0-1,-53 0-15,71 0 31,17 0-15,-88 35 0,0-35-1,-18 18 17,18 0-17,-36-18 16,19 0-15,-19 0 0,19 0 15,17 0-15,-18 0-1,-18 0 16,54 0-15,-53 0-16,70 0 31,0 0-15,-35 0 0,-35 0-1</inkml:trace>
  <inkml:trace contextRef="#ctx0" brushRef="#br0" timeOffset="48258.2">15998 9984 0,'0'17'266,"106"-17"-235,-88 18-15,35-18 0,-18 0-16,36 0 15,229 0 1,-177 0-1,71 0 1,0 0 0,-159 0-1,36 0 79,335 18-63,-54-18-15,-52 0 0,-18 0-1,-193 35 1,-19-35-1,1 0 1,-1 0 0,19 0-1,-54 0-15,0 0 16,124 0 0,-53 0-1,-18 0 1,88 0-1,89 0 1,-54 0 0,19 17 15,-160 19-15,1-36-1,-36 0-15,0 0 16,71 0-1,53 0 1,-18 0 0,-123 0-16,35 0 15,70 0 1,-70 0 0,88 0-1,-53 0 1,-17 0-1,0 0 1,17 0 15,-35 0-31,35 0 32,0 0-17,-70 0 1,52 0-1,1 0 1,-54 0 0,19 0-1,-1 0 1,18 0 0,35 0-1,0 0 1,-35 17-1,-53 1 1</inkml:trace>
  <inkml:trace contextRef="#ctx0" brushRef="#br0" timeOffset="50655.95">27481 10072 0,'18'35'156,"53"-35"-125,-54 0-15,36 0 0,18 0-1,52 0 1,71 0-1,-53 0 1,89 18 0,-142-1-1,18 1 1,52-18 15,-34 18-15,-1-18-16,-34 0 15,-1 0 17,0 17-17,18 1 1,88-18 0,-159 0 15,0 0 47,89 0-62,-54 0-1,-17 0 1,0 18-1,-35-18 1</inkml:trace>
  <inkml:trace contextRef="#ctx0" brushRef="#br0" timeOffset="60949.53">7796 11712 0,'18'0'171,"70"0"-155,0-17 0,18 17-1,53-18 1,35-53 0,18 36-1,-36 35 1,36 0-1,-54 0 17,-69 0-32,-19 0 15,1 0-15,105 0 16,-70 0 0,0 0 15,70 0-16,36 0 1,158 0 15,-299 0-31,-36 0 16,71 0 0,-53 0-1,35 0-15,159 0 16,176 18-1,-176-18 17,-70 17-1,-89-17 47,0 18-62,265-18-1,-230 0 1,1 0-16,17 0 16,194 0-1,-229 0 1,-88 0-1,-1 0 17,1 0 46,141 0-63,-89 0 1,230 0 0,-88 0-1,-107 0 1,-16 0 0,-54 0-1,0 0 1,18 0-1,-18 0 1,36 0 15,52 0-15,71 0 15,-105-35-15,-36 35-1,35 0 17,-71 0-32,1 0 31,35 0 406,35 0-421,124 0 0,17 0-1,18 0 1,-35 0 0,-159 0-16,-36 0 15,36 0 1,71 0 156,52 0-157,212 0 17,-282 0-17,-88 0 1,17 0 140,53 0-140,-17 0-16,-18 0 15,176 0 1,-159 0 15,-52 0 63,35 0-78,0 0-16,17 0 15,54 0 1,141 0 15,-195 0-15,1 0 77,-54 0-77,107 0 15,87 0 1,-193 0-17,88 0 266,229 0-249,-282 0-17,-35 0 17</inkml:trace>
  <inkml:trace contextRef="#ctx0" brushRef="#br0" timeOffset="62635.82">22225 11642 0,'0'-36'63,"18"36"15,158 0-62,388 0-1,107 0 1,87 0 0,-299 0-1,-106 18 1,-159-18-1,-177 0 1,107 0 62,176 0-62,35 0 15,-159 0 0,-141 0 16,1 0-31,140 0-1,36 0 17,70 18-32,-70-1 31,-36 36 0,-35-53 0,-35 18-15,-18-18 0,36 0-1,34 0 1,-87 0-16,-18 0 16,70 0-1,-105 0 1,70 0-1,-70 0-15,17 0 16</inkml:trace>
  <inkml:trace contextRef="#ctx0" brushRef="#br0" timeOffset="80930.66">4551 13458 0,'53'0'78,"17"0"-62,124 0 15,71 0-15,158-70-1,142-1 1,211 1 0,-141 70-1,-88 0 1,-71 0 0,-88 0-1,-124 0 1,-140 0-16,-18 0 15,-36 0-15,1 0 16,-1 0 0,19 0-16,16 0 15,1 0 17,-17 0-17,-19 0 1,18 0-1,-52 0-15,16 0 16,160 0 0,-35-35-1,-89 35 1,-35 0 0,35 0-1,18-18 1,-89 18-16,89 0 15,-35 0 1,-1 0 0,54 0-1,-36 35 17,71-35-17,-71 0-15,35 0 16,54 0-1,-54 0-15,89 0 16,0 0 0,-107 0-1,-16 0 1</inkml:trace>
  <inkml:trace contextRef="#ctx0" brushRef="#br0" timeOffset="85565.61">24571 13547 0,'123'-18'15,"-70"-17"1,0 35-16,-17-18 16,52 0-1,-53 1 1,0 17 0,18-18 15,-35-17-31,35 35 15,53-18 1,-53-17 0,17 35-1,36-18 1,-71 18 0,89 0-1,-71 0 48,158-35-32,-87 0 0,-36 17-15,0 1-1,-53 17 1,18-36 0,-17 36 46,105-35-31,-124 35-31,107 0 32,-107 0-17</inkml:trace>
  <inkml:trace contextRef="#ctx0" brushRef="#br0" timeOffset="91052.03">9137 14905 0,'35'0'156,"89"0"-125,87 0 0,230 0 1,-194 0-17,106 0 1,0 0 0,53 0-1,-71 0 1,-124 0-1,-105-18 1,-88 18 0,52 0 62,71 0-47,89 0 0,-160 0-15,-17 0 0,-17 0-1</inkml:trace>
  <inkml:trace contextRef="#ctx0" brushRef="#br0" timeOffset="94855.7">23971 14993 0,'18'0'203,"17"0"-141,53 0-46,1 0-1,-1 0 17,-35 0-32,-36 0 15,54 0 1,-18 0-16,-18 18 16,89-18-1,-36 0 1,0 0-1,-18 0 1,36 0 0,0 17-1,-35-17 1,-1 36 0,18-19-1,-52-17-15,-1 0 16,106 36-1,-106-36 1,18 0 15,0 0-31,-18 0 16,18 0 0,18 0-1,-18 0 1,-18 0-1,0 17 1,-17-17 0,17 18-1,1-18 1,52 0 0,-53 0-1,36 0 1,-54 0-16,19 0 15,16 0 1,-16 0-16,17 0 16,-36 0 15,1 0-15,0 0 15,70 0-16,-53 0-15,53 17 16,0-17 0,-17 0-1,35 0 1,-18 0 0,0 0-1,0 0 1,-52 0-1,-1 0 110,18 0-109,-18 0 0,0 0-1,1 0 1</inkml:trace>
</inkml:ink>
</file>

<file path=ppt/ink/ink3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6:19:30.369"/>
    </inkml:context>
    <inkml:brush xml:id="br0">
      <inkml:brushProperty name="width" value="0.05292" units="cm"/>
      <inkml:brushProperty name="height" value="0.05292" units="cm"/>
      <inkml:brushProperty name="color" value="#FF0000"/>
    </inkml:brush>
  </inkml:definitions>
  <inkml:trace contextRef="#ctx0" brushRef="#br0">1976 12171 0,'0'0'0,"0"53"16,35 17-1,0-17 1,-17-53 0</inkml:trace>
</inkml:ink>
</file>

<file path=ppt/ink/ink3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6:21:51.408"/>
    </inkml:context>
    <inkml:brush xml:id="br0">
      <inkml:brushProperty name="width" value="0.05292" units="cm"/>
      <inkml:brushProperty name="height" value="0.05292" units="cm"/>
      <inkml:brushProperty name="color" value="#002060"/>
    </inkml:brush>
  </inkml:definitions>
  <inkml:trace contextRef="#ctx0" brushRef="#br0">15452 7320 0,'17'0'62,"1"0"-46,17 0-1,53 0 1,-17 0 0,70 0-1,18 0 1,88-35-1,-18 35 1,18 0 15,-35 0-15,-36 0 0,-88 0-16,-17 0 15,17 0 1,0 0-1,-70 0-15,88 0 16,-18 0 0,-18 0-1,36 0 1,-18 0 0,1 0-1,52 0 1,-53 0-1,0 0 1,36 0 15,-89 0-31,0 0 16,71 17 0,-35-17-1,70 0 1,-71 0-1,160 0 1,16 0 0,-16 18-1,-107-18-15,-17 35 16,159-35 0,-107 0-1,-16 0 1,87 0-1,-17 36 1,-1-19 0,-17 1 15,-123-18-31,-18 0 16,53 0-1,-89 0-15,36 0 16,53 0-1,-36 0 1,19 0 0,87 0-1,18 18 1,-35-1 0,-36-17-1,-52 0-15,-18 0 16,0 0-16,-18 0 15,106 0 1,-70 0 0,17 0 15,71 0-15,52 0-1,1 0 1,158 0-1,18 18 1,-88 0 0,-176 17-1,-71-18 1,17-17 31,54 0-16,17 0-15,-53 0 15,18 0-15,-18 0-1,18 0 1,-36 0-1,19 0 1,-37 0 0,72 0-1,-89 0-15,53 0 16,54 0 0,-54 0-16,-18 0 15,18 0 1,-35 0 15,-17 0 32</inkml:trace>
  <inkml:trace contextRef="#ctx0" brushRef="#br0" timeOffset="10365.32">26635 10178 0,'0'35'62,"123"-35"-30,-52 0-17,387-53 1,-299 53 0,-18-18-1,494 18 16,-476 0-15,-18 0 0,-35 0-1,17 0 1,107 0 0,-19 36-1,1-19 1,35 1-1,-141-18 1,0 0 15,17 18-15,-70-18 0,-18 0-1,1 0 16,-19 0 32,1 0-47,-1 0-1,1 0 1</inkml:trace>
  <inkml:trace contextRef="#ctx0" brushRef="#br0" timeOffset="13923.45">7373 11254 0,'88'0'110,"53"0"-95,71 0 1,35 0-1,-18 0 1,-35 0 0,18 0-1,-106 0 1,-36 0 0,1 0-1,-36 0 1,18 0-1,53 0 1</inkml:trace>
  <inkml:trace contextRef="#ctx0" brushRef="#br0" timeOffset="16036.85">19385 11324 0,'18'-17'94,"52"17"-47,-34 0-32,704 0 16,-475 0-15,-89 0-16,124 0 16,-229 0-1,-36 0-15,53 0 125,0 0-93,-70 0-32,0 0 15,35 0 16</inkml:trace>
  <inkml:trace contextRef="#ctx0" brushRef="#br0" timeOffset="19553.47">28963 11536 0,'0'-18'47,"18"18"110,-1 0-111</inkml:trace>
  <inkml:trace contextRef="#ctx0" brushRef="#br0" timeOffset="23623.62">25788 14041 0,'18'0'125,"17"0"-110,388 0 17,-140-36-17,-1-17 1,-18 53 0,36-17 15,-229 17-16,-54 0 1,54 0 0,-18 0-1,35 0 1,-17 0 0,105 0-1,-17 0 16,17 0-31,-52 0 16,-71 0 0</inkml:trace>
  <inkml:trace contextRef="#ctx0" brushRef="#br0" timeOffset="25653.5">2663 15081 0,'36'0'62,"34"71"-46,-17-54 0,106 19-1,-53-1 17,-18-35-17,53 0 1,35 0-1,-87 0-15,17 0 16,282 0 0,-194 0-1,35 35 1,-88-35 0,-35 0-1,-71 0 16,0 0 63,1 0-78,-1 0-1,-17 0 1,17 0 0,0 0-1</inkml:trace>
  <inkml:trace contextRef="#ctx0" brushRef="#br0" timeOffset="36267.78">10001 15169 0,'18'0'265,"141"18"-233,-71-18-32,282 0 31,-105 18-15,-142-18-16,1 0 15,52 0 1,-123 0-16,-35 0 15,105 0 79,124 0-78,-35-36-1,52 36 1,-52 0 0,0 0-1,-71 0 1,-53 0 15,-17 0-15,17 0-1,-35 0 1,35 0 0,-35 0-16,0 0 15,194 18 1,-89 0 0,-34-1-1,-36-17 1,0 18-1,18 0 1,-71-18 0,18 0 77,88 0-77,18 0 0,-53 0-1,-18 0 1,-53 0 0,-35 17 890</inkml:trace>
  <inkml:trace contextRef="#ctx0" brushRef="#br0" timeOffset="40893.57">9437 16686 0,'17'0'31,"19"0"-15,-1-35-1,-17 35 1,-1 0-16,1 0 31,123 0-15,0 0-1,106 0 1,-35 0 0,-1 18-1,1-1 1,-53-17-1,-53 18 1,-36-18 0,-52 0-16,17 0 15,53 0 79,-52 0-78,-19 0-1,71 0 48,-70 0-48,53 0-15,17 0 16,0 0 0</inkml:trace>
  <inkml:trace contextRef="#ctx0" brushRef="#br0" timeOffset="51922.45">18556 16528 0</inkml:trace>
  <inkml:trace contextRef="#ctx0" brushRef="#br0" timeOffset="55690.44">14199 17515 0,'0'0'0,"36"-17"15,87 17 1,71 0 0,-35 0-1,194 0 1,-177 0 0,-141 0-16</inkml:trace>
  <inkml:trace contextRef="#ctx0" brushRef="#br0" timeOffset="57772.83">21449 17145 0,'-159'0'31,"71"0"-31,17 18 16,-70 17 0,106-35-1,53 35 16,17-35 1,-35 35-32,35-35 15,18 36 1,53-36 0,-18 35-1,-35-35 1</inkml:trace>
</inkml:ink>
</file>

<file path=ppt/ink/ink3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6:23:07.111"/>
    </inkml:context>
    <inkml:brush xml:id="br0">
      <inkml:brushProperty name="width" value="0.05292" units="cm"/>
      <inkml:brushProperty name="height" value="0.05292" units="cm"/>
      <inkml:brushProperty name="color" value="#002060"/>
    </inkml:brush>
  </inkml:definitions>
  <inkml:trace contextRef="#ctx0" brushRef="#br0">12030 7267 0,'35'88'63,"-35"124"-48,0 53 1,0-107-1,0-105 1,0-35 0</inkml:trace>
  <inkml:trace contextRef="#ctx0" brushRef="#br0" timeOffset="748.9">11871 7955 0,'0'-35'62,"53"52"-46,-18 36 0,36 18-1,-1 35 1,-17-36 0,-35-52-1,-1-18 110,36-88-109,18-18-1,-1 18 1,-34 0 0</inkml:trace>
  <inkml:trace contextRef="#ctx0" brushRef="#br0" timeOffset="1809.13">13864 7214 0,'18'230'31,"-18"-125"-16,0 142 1,0-35 0,53-18-1,-36-141 1,1-53 0</inkml:trace>
  <inkml:trace contextRef="#ctx0" brushRef="#br0" timeOffset="2625.16">13758 8026 0,'18'0'47,"17"0"-16,53 70-15,-35-34 15,36 87 1,-54-70-1,-18-88 78,19-18-93,-1-18-1,-17 54 1</inkml:trace>
  <inkml:trace contextRef="#ctx0" brushRef="#br0" timeOffset="8018.44">10037 3634 0,'17'0'94,"18"0"-63,18 0 0,106 0 1,-18 0-1,-88 0-16,0 0 1,35 0 0,18 0-1,88 0 1,-53 0 0,36 0-1,-89 0 1,71 0-1,-54 0 1,-34 0 0,17 0-1,0 0 17,89 0-17,-89 0 16,0 0-15,18 0 0,-88 0-16,52 17 15,54 36 1,-36-53 0,-88 18-1,53-18 1,35 0-1,0 0 1,36 17 0,-36-17-1,18 0-15,-18 0 0,35 0 16,195 18 0,-107 0-1,-87-1 16,176-17 1,-159 0-17,71 0 1,-1 18 0,-70-18-1,-52 0 1,-37 0-16,1 0 15,-35 0-15,17 0 16,-17 0-16,70 0 16,-35 0-1,18 0 1,17 0 0,0 0-1,0 0 16,-70 0-31,-1 0 16,89 0 0,-53 0-1,71 0 17,-89 0-17,35 0 1,19 0-1,17 0 1,-71 0-16,18 0 16,0 0-1,-18 0 17,-17 0-32,-1 0 15,1 0 16,-1 0 1</inkml:trace>
  <inkml:trace contextRef="#ctx0" brushRef="#br0" timeOffset="26860.83">23301 9772 0,'18'0'125,"-1"0"-109,36 0-1,18 0 1,-18 0 0,52 0-1,-16 0 1,16 0 0,1 0-1,-17 0 1,-19 0-1,-35 0 1,54 0 0,16 0-1,-87 0 1,53 0-16,34 0 31,-16 0-31,-1 0 16,106 0-1,-106 0 1,-53 0 0,1 0-1,52 0 1,-35 0 0,35 0-1,-35 0-15,-18 0 16,106 0-1,-53 0-15,1 0 16,281 0 0,-123 0-1,-141 18 1,-36-18 15,-52 0-15,0 0 31,-1 0-32,36 0-15,0 0 16,-18 0-16,71 0 16,0 0-1,0 0 1,-18 0-1,-53 0 1,36 0 62,-18 0-62,17 0-1,36 35 1,-53-35 0,0 0-1,-35 35-15,17-35 78,35 0-62,1 0 0,0 0-1,-1 0 17,-35 0-17,18 0 48,-17 0-48,-1 0 1,0 0 0,18-18 171,-18 1-171,1-18-16,17-1 15,-18 1 1,-35 0 0,17-18-1,1 18 1,-18-54-1,0-16 1,0 34 0,0 53-1,0 1-15,0-36 0,0 35 32,0 0-32,0-17 0,0-35 31,0 17-16,0 17 17,-18 19 15,1 17-32,-1-18 1,1 18-1,-19 0-15,1 0 16,-18 0 0,0-35-1,0 35 1,-17 0 0,-36 0 15,71 0-16,-1 0 1,-17 0 0,-17 0-1,-1 0 1,-35 0 0,18 0-1,18 0 1,52 0-16,-17 0 15,-18 0 1,-18 0 0,36 0-1,-18 0-15,-35 0 16,-18 0 0,-35 18 15,70-1-16,1 18 1,-54-17 15,71-18-15,1 0 0,-1 0-1,-18 0 1,18 0-1,-35 0 1,88 18-16,-53 17 16,-70-35-1,70 18 1,-18-18 0,-35 17-1,18 1 1,35 0 15,-158 34 0,158-52-15,-18 0 0,0 0-1,-17 0 1,0 0-1,0 0 1,-18 0 0,-35 0-1,0 0 1,35 0 0,18 0-1,17 0 1,-17 0 62,35 0-62,18 0-1,-71 0 1,71 0-16,17 0 15,0 0 1,-17 0 47,-18 0-48,-35 0 16,18 0-15,52 18 0,0-18 31,-35 35-32,-52-35 1,69 18-1,1-18 1,17 18 78,-88 52-63,71-34-15,35-19 31,0 18-32,18 1 1,-18-19-1,0 1 1,0 0 0,35-1-1,-17-17 17,-18 18-17,17-18 16,1 35 32,0-35-47,-1 0 15,19 35 78,-36-17-46,0 0-48,0 35 1,0-36 0,0 1-1,0 52 360,0-34-344,0 17-15,0 0 15</inkml:trace>
  <inkml:trace contextRef="#ctx0" brushRef="#br0" timeOffset="28644.57">29580 7920 0,'-88'106'94,"71"-71"-79,-19 36-15,1-19 16,-53 90-1,53-54 1,-36 0 0,0 0 15,19-53-15,16 18-1,-70 53 1,71-53 15,17-35-15,-17 35 46,35-36-46,-17 36-16,17-35 15,-36 52 1,1-17 62,0-17-62,17 16 15</inkml:trace>
  <inkml:trace contextRef="#ctx0" brushRef="#br0" timeOffset="30112.84">28646 8767 0,'-18'35'94,"-35"71"-63,-53 35-15,106-71 15,-70-17-15,70-18-1,0-17 1,0 0 109,0-1-94,17 19-15,36-1 15,18-17 0,-36-1-15,-17-17 0,-1 0-16,1 0 15,0 0-15,-1 0 16,18 0 0,54 0 15,-1-17 16,-18 17-32,1-36 17</inkml:trace>
  <inkml:trace contextRef="#ctx0" brushRef="#br0" timeOffset="51499.94">12382 14870 0,'18'0'109,"17"0"-93,54 17-1,16-17 1,-69 0 0,34 0-16,107 0 31,-89 0-31,406 18 31,370 35 16,-740-36-31,-1 1-16,-35-18 15,247 71 1,-123-71 0,-18 17-1,18-17 1,-36 0-1,53 0 1,54 0 15,34 0-15,195 0 0,-336 0 15,142 0 0,-248 0-31,1 0 16,140 0-1,-87 0-15,123 0 16,-18 0 0,53-35-1,-52-18 1,16 0-1,-69 35 1,-1 18 15,-88 0-15,89-17 0,-107 17 15,-34 0-31,105 0 31,35 0-15,-88 0-1,53 0 1,36 0 0,-54 0-1,-34 0 1,-1 0-1,0 0 1,0 0 0,-35 0-16,35 0 31,89-53-15,-89 53 15,-18 0-16,36 0 1,-35 0 0,-18 0-1,-18 0-15,-17 0 16,-1 0 62,36 0-62,-18 0-16,-17 0 47,0 0-16,-1 0 203</inkml:trace>
  <inkml:trace contextRef="#ctx0" brushRef="#br0" timeOffset="57465.15">17462 7391 0,'18'0'187,"88"0"-171,106-18-1,123-53 1,70 71 0,36 0-1,-141 0 1,-159 0 0,-123 0-1</inkml:trace>
  <inkml:trace contextRef="#ctx0" brushRef="#br0" timeOffset="58408.1">17974 7620 0,'71'0'62,"123"0"-46,141-71-1,-18 36 1,-176 18-16,18-36 16,159 17 15,-283 1-16</inkml:trace>
  <inkml:trace contextRef="#ctx0" brushRef="#br0" timeOffset="62810.18">2469 16369 0,'18'0'62,"0"0"-15,52 0-31,1 0-1,35 0 1,-18 0-16,0 0 16,177 18-1,-71-18 1,53 0 0,0 0-1,-36 0 1,-105 0-1,-35 0 17,-54 0-17,1 0 17,52 0-17,107 0 1,34 0-1,19 0 1,17 0 0,-36 0-1,-34 17 1,-36-17 0,-88 0-1</inkml:trace>
</inkml:ink>
</file>

<file path=ppt/ink/ink3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6:24:20.117"/>
    </inkml:context>
    <inkml:brush xml:id="br0">
      <inkml:brushProperty name="width" value="0.05292" units="cm"/>
      <inkml:brushProperty name="height" value="0.05292" units="cm"/>
      <inkml:brushProperty name="color" value="#002060"/>
    </inkml:brush>
  </inkml:definitions>
  <inkml:trace contextRef="#ctx0" brushRef="#br0">10689 7302 0,'53'0'344,"35"0"-329,53 0 17,-88 0-17,18 0 1,-36 0-1,71 0 1,-18-35 0,36 35-1,52 0 1,-17 0 0,-53 0-1,-71 0-15,-17 0 16,-1 0-16,1 0 15,17 0 1,53-17 0,0-1-1,1-35 1,-1 53 15,0 0-15,-53 0-1,36 0 79,35 0-78,17 0-1,-88 0 1,18 0-16,-17 0 16,34 0-1,-52 0 1,-1 0-16,89 0 94,-53 0-79,0 0 1,0 0 0,0 0-1,53 0 79,17 0-63,-17 35 0,-53-35-15,-35 0 0,-1 36-1,19-36 48,87 0-48,-88 0 1,54 0 15,-72 35-31,18-35 78,18 0-46,-35 0-17,17 0 1,-17 0 109,0 17-109</inkml:trace>
  <inkml:trace contextRef="#ctx0" brushRef="#br0" timeOffset="6396.37">12982 5944 0,'-17'0'63,"-19"-35"-32,1 17 0,17 1-15,-17-1-1,-53-17 1,53 0-16,17 35 16,-70-36-1,-36 36 1,-70-17-1,36-1 1,-1 0 0,0 18-1,71 0 1,-36 0 0,19 0 15,-1 0-31,35 0 31,18 0-31,-88-17 16,53-19-1,0 36 1,35 0 0,0 0-1,-53 0 1,88 0-1,-123 0 1,71 0 0,-18 0-1,-36 0 1,71 0 0,-17 0-1,-1 0 16,1 0-15,-19 0 0,-17 0-1,-35 0 1,18 0 0,-1 0-1,72 0 1,-37 36-1,19-36 1,34 0 0,1 0-16,-18 0 15,-35 0 1,35 0-16,18 0 16,-141 17-1,17-17 16,53 0-15,53 0 0,-53 18-1,36 17 1,34-35 0,-34 0-1,-18 0 1,17 0-1,36 0 1,-1 0-16,-16 18 16,-1-18-1,35 0-15,-53 18 16,36-1 0,0 1-1,-18-18 16,-18 35-15,1-17 0,-1 35-1,36-36 1,17 1 0,-35 0-1,36-1-15,17 18 16,-53 1-1,0-19 1,18 1 0,-1-18 15,36 18-15,-17-18-1,-18 35 16,35 0-15,0-17 0,17 17 15,1 0-15,17-17-16,0 0 31,-17-1-16,17 19 1,36 17 15,-54-53-15,19 17 0,-1 18-1,0 1 1,18-36 15,-53 35-15,36-17-16,-1-1 62,35-17-46,1 36-1,17-19 1,-70-17-16,17 18 16,18-18-1,0 17-15,-18-17 16,53 36 0,-35-19-1,35 19 1,1-19-1,16 1 17,1-18-1,-53 0-15,53 18 15,-35-18-16,-18 0-15,17 0 16,18 0 0,0 0-1,-35 0-15,0 0 16,53 0 0,-53 0-16,-18 0 15,106 0 1,-88 0-1,-17 17 17,-1-17-1,18 0-15,-36 0-16,72 0 31,-19 0-16,18 36 1,-35-36 0,53 0-1,-53 0 1,18 0 0,34 0-1,-16 0 1,-54 0-16,0-18 15,71 18 17,-71 0-32,265 0 31,-194-35-15,0 35-1,-53 0 1,0-18-1,-18 18 1,18 0 0,35 0-1,-35-18-15,35 18 16,-35-17 0,53-1-1,-36-17 1,19 17-1,-19-17 17,-17 35-32,35-35 31,-35 35-15,-35 0-1,105-36 1,-70 36-1,35 0 1,-35 0 0,18 0-1,-36 0 1,-17 0 0,35-17-16,-36 17 15,72-36 16,-36 36-15,-18-17 0,0 17-1,-17-18 17,-1 18-17,36 0 1,-53-18-1,36 18 79,16-35-78,-16 35-1,-36-35 17,0 17 46,0 1-63,0-19 1,0 19 0,0-19-16,0 1 31,0 18-15,0-1 15,0-35 16,-36 35 15,19 1 157,-1-36-203,1 35-1,-19-17 16,19 17-15,17 1 328</inkml:trace>
  <inkml:trace contextRef="#ctx0" brushRef="#br0" timeOffset="24536.24">25806 7796 0,'-18'-35'31,"0"35"-15,-52-35-1,-1-36 1,1 71 0,17-17-1,35 17-15,1 0 16,-1-18-16,-35 18 31,18 0 0,-1 0-15,-140 0 0,141 35-1,-18-17 16,53 0-31,-35-1 32,-71 54-17,35-18 17,18-18-17,36 0 1,-1 18-1,18-18 1,-35-17-16,35 17 31,-18 89 1,18-107-17,-18 19 1,18-1-1,0 0 17,0 1-1,0-1-15,18 0-1,-18 0 1,35 1-1,-17-19 17,0 19-1,17-1-15,-17 0 15,-1-35-16,1 35 1,17-17 0,-35 0-1,35-1 1,-17 19 0,17-36-16,18 35 31,-18-35-16,1 18-15,52 17 47,18 0-15,-71-17-17,18-18 1,-18 17-1,-17-17 1,0 0-16,34 0 16,72 18 15,-54-18-15,-52 0-1,0 0 1,-1 0-1,19 0 1,17 0 15,-53-18-31,35 18 16,0-53 0,-17 36-1,17-1 1,0 1-1,-17-36 1,0 17 0,-18 1-1,17 0 1,-17-18 0,18 18-1,-18-1 1,0 1-16,0-36 31,0 19 0,-18 16-15,-52-87 0,52 52-1,-35 36 1,53 17-1,-17-35 1,-1 36 0,-17-1-1,35-17-15,-36 0 47,36 17-16,-17 0 16,17 1 125,0-1-141</inkml:trace>
  <inkml:trace contextRef="#ctx0" brushRef="#br0" timeOffset="33514.31">13511 8978 0,'0'-17'125,"-53"-19"-109,-70-52-1,52 35 16,-17 0 1,35 18-17,18 17 1,-18-17 15,-17 35-15,-89-18 15,88-17-15,36 35-1,0 0 17,-1 0-17,-34 0 16,-1 18-15,-17 35 15,53-18-15,-53 18 78,52 35-79,-87-35 1,88-18 0,-1-17-1,36 0 16,36 87 16,-36-69-31,17-19 0,-17 1-1,0 17 1,18 0-1,17-35 1,0 53 0,-17-53-1,17 36 1,1-1 0,17-17 15,17 17-16,-70 0 17,35 0-17,1-17 1,17 0 0,-18 35-1,0-53 1,18 35-1,18-35 1,-18 35 0,-1-35-1,19 18 1,-36 17 0,18-35-1,35 0 1,1 0 15,105 0-15,-141-18-1,17 1 17,-17-18-17,-35 35-15,17-36 16,53-105 15,-70 124-31,-18-19 16,0 1-1,0 0 1,0-1 0,-53 1-1,53 17 1,-35-17-16,17-35 47,0 17-32,1 53 1,-19-36 31,19 36-32</inkml:trace>
  <inkml:trace contextRef="#ctx0" brushRef="#br0" timeOffset="36787.39">10672 9543 0,'0'0'0,"-18"0"15,0-18 1,1 0 15,-19 18-15,1 0 15,17 0 0,-17 18 79,-18 35-95,-17-18 17,17-17-17,53 52 16,0-17-15,0 53 15,17-88 1,1 17-1,0 0-16,-1 1 17,19 17-17,-1-18 17,-18 0-17,54 0 16,-53-17-15,52 17 15,-17 1 32,18-36-32,-36-18-15,0 18-1,-35-18-15,36-35 32,-19 0-17,36 1 1,-53-19-1,0 36 1,0-1 0,0-17-1,0 18 1,-53-53 15,53 53-15,-35-1-16,17 19 47,1-1-16,17 1-15,-18-1-1</inkml:trace>
  <inkml:trace contextRef="#ctx0" brushRef="#br0" timeOffset="47324.38">23901 12700 0,'53'0'110,"0"0"-79,123 0 0,36 18 0,-54-1 1,-105-17-32,141 18 31,18 17-15,-177-35-1,71 0 1,0 0-1,-18 0 1,-17 0 0,17 0-1,0 0 1,-17 0 0,-19 0-1,1 0-15,-35 0 16,70 0-1,-52 0-15,16 0 16,1 0-16,-17 0 16,105 0-1,-35 0 1,-36-17 0,18 17 15,1-36-16,-37 19 1,37-19 0,-54 36-16,18 0 15,53 0 1,-36 0 0,18 0-1,-17-17 1,-36 17-1,1 0 1,34-18 0,-17 18-16,-35-35 15,70 35 1,-53-18 0,0 18 15,1 0 31,17 0-46,-36 0-16,18 0 16,54 0-1,-54 0 1,-17 0-1,-1 0 1</inkml:trace>
  <inkml:trace contextRef="#ctx0" brushRef="#br0" timeOffset="52899.65">14817 14111 0,'35'0'125,"53"0"-109,36 0 0,246 0-1,-105 0 1,34 0 0,-69 0-1,17 0 1,-89 0 15,-105 0-15,-17 0-1,17 0 32,70 0-31,-17 0-1,-18 0 1,0-18 0,0 18-1,-70 0 1,17-17 0,-17 17-1,0 0 1,17 0-1,18 0 17,0 0-17,17 0 1,-34-35-16,17 35 16,35 0-1,-18-18 1,1 18-1,-54-18-15,19 18 16,52 0 0,0 0-1,-17 0 1,-54 0-16,54 0 16,-53 0-1,34 0 1,-16-17 15,-1-19-15,18 36-1,35 0 1,-35-35 0,-18 35-16,18 0 15,0 0 1,53 0-1,-18 0 1,0 0 0,-17 0-1,-1 0 1,-34 0 0,-1 0-16,0 0 15,1 0 1,-19 0 15,18 0-15</inkml:trace>
  <inkml:trace contextRef="#ctx0" brushRef="#br0" timeOffset="53913.09">14870 14199 0,'52'0'47,"54"0"-31,71 0-1,140 0 1,71 0 0,53 0-1,88 0 1,18 0 0,-353 0-1,265 0 1,-106 0-1,-106 0 1,-159 0 15,-18 0 1</inkml:trace>
  <inkml:trace contextRef="#ctx0" brushRef="#br0" timeOffset="55272.97">26035 6615 0,'0'17'16,"0"248"15,-123 264 1,87-388-17,1 35 16,35-123-15</inkml:trace>
  <inkml:trace contextRef="#ctx0" brushRef="#br0" timeOffset="56148.64">25735 7426 0,'0'53'94,"18"17"-78,35 19-1,-53-36 1,17-36 31,1-17 47,70-17-63,-17-36-15,-1 0-1,-52 35 1,35-35-16,35-17 15,-88 34 17</inkml:trace>
  <inkml:trace contextRef="#ctx0" brushRef="#br0" timeOffset="59210.92">20673 14058 0,'17'0'63,"72"0"-32,-1-17 0,35-1 1,54-17-1,-124-1-16,35 36 1,-53 0 0,-53 0 187,-35 0-188,-123 18 17,88-18-17,53 0 1,17 0 0,-17 0 15,-53 0-16,52 0 1,1 0 0,17 0 77,-17 0-77,0 18-16,-1-18 16,-52 17-1,-18-17 1,71 18 0</inkml:trace>
  <inkml:trace contextRef="#ctx0" brushRef="#br0" timeOffset="69134.66">26811 14129 0,'18'0'79,"176"35"-64,106-17 1,52-18-1,19 0 1,17 0 0,-35 0-1,-142 0 1,-122 0 0,-1 0-1,18 0 1,17 0 15,18-18-15,-35 18-1,-35 0 1,-36 0 15,35 0-15,-34 0-16,17-18 15,70 18 1,-88-17 0,18 17-16,-35 0 15,52-36 1,-34 36 703</inkml:trace>
  <inkml:trace contextRef="#ctx0" brushRef="#br0" timeOffset="74243.23">27481 8449 0,'0'18'78,"36"17"-62,52-35-1,88 0 1,-52 18-16,17-18 15,282 17 1,-246-17 0,-160 0-1</inkml:trace>
  <inkml:trace contextRef="#ctx0" brushRef="#br0" timeOffset="75118.89">28011 8237 0,'-89'0'62,"-34"18"-46,-54 70-1,-17-53 17,124-17-17,70 0 16,18-1 48,87 72-48,-69-72-16,17 18-15,-1 18 16,54-17 0,-53-36-1,35 17 17,-52 19-17</inkml:trace>
  <inkml:trace contextRef="#ctx0" brushRef="#br0" timeOffset="78305.02">19315 6932 0,'0'106'62,"-89"264"-31,36-264-31,-35 176 32,71-282-1</inkml:trace>
  <inkml:trace contextRef="#ctx0" brushRef="#br0" timeOffset="78964.13">18962 7461 0,'53'36'63,"17"52"-48,18 53 1,-52-88 0,-1 0-1,0-36 110,-17-17-93,52-35-17,19-36 1,-36 54-1</inkml:trace>
  <inkml:trace contextRef="#ctx0" brushRef="#br0" timeOffset="80956.9">8202 15416 0,'106'18'62,"141"-18"-46,-88 0-16,52 0 16,548 35-1,-354-35 1,-140 0-1,-212 0 1</inkml:trace>
  <inkml:trace contextRef="#ctx0" brushRef="#br0" timeOffset="83028.17">22366 6826 0,'0'18'31,"-18"52"-15,1 1-16,-18 52 15,-18 107 1,0-19 0,17-87-1,36-89-15,0 0 16</inkml:trace>
  <inkml:trace contextRef="#ctx0" brushRef="#br0" timeOffset="83777.3">21925 7355 0,'18'53'78,"17"88"-62,-17 1-1,17-1 1,-17-106 0,-18 18-1,0-36 1,17-17 15,36 0 16,35-105-31,-17-1-1,17 53 1,-35 0 0</inkml:trace>
</inkml:ink>
</file>

<file path=ppt/ink/ink3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52901" units="1/cm"/>
          <inkml:channelProperty channel="Y" name="resolution" value="65.45454" units="1/cm"/>
          <inkml:channelProperty channel="T" name="resolution" value="1" units="1/dev"/>
        </inkml:channelProperties>
      </inkml:inkSource>
      <inkml:timestamp xml:id="ts0" timeString="2026-03-27T16:26:01.111"/>
    </inkml:context>
    <inkml:brush xml:id="br0">
      <inkml:brushProperty name="width" value="0.05292" units="cm"/>
      <inkml:brushProperty name="height" value="0.05292" units="cm"/>
      <inkml:brushProperty name="color" value="#002060"/>
    </inkml:brush>
  </inkml:definitions>
  <inkml:trace contextRef="#ctx0" brushRef="#br0">5768 9437 0,'35'0'94,"-17"0"-78,105 35-1,177-35 1,-71 0-16,54 0 16,599 0-1,-441 18 1,-318-18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9628C5-DA03-49E2-81C7-0DA7DF4849A8}" type="datetimeFigureOut">
              <a:rPr lang="en-US" smtClean="0"/>
              <a:t>3/27/2026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AF829D-D545-48BC-A97F-BA6B8D37F8EB}" type="slidenum">
              <a:rPr lang="en-US" smtClean="0"/>
              <a:t>‹#›</a:t>
            </a:fld>
            <a:endParaRPr lang="en-US"/>
          </a:p>
        </p:txBody>
      </p:sp>
    </p:spTree>
    <p:extLst>
      <p:ext uri="{BB962C8B-B14F-4D97-AF65-F5344CB8AC3E}">
        <p14:creationId xmlns:p14="http://schemas.microsoft.com/office/powerpoint/2010/main" val="908741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0A28F-3FEC-4C81-A3E9-2DB066A8B98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6201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7326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05167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6435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6165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8324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84631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53086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92900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29242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65499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Initially, </a:t>
            </a:r>
            <a:r>
              <a:rPr lang="en-US" sz="1200" b="1" i="0" kern="1200" dirty="0">
                <a:solidFill>
                  <a:schemeClr val="tx1"/>
                </a:solidFill>
                <a:effectLst/>
                <a:latin typeface="+mn-lt"/>
                <a:ea typeface="+mn-ea"/>
                <a:cs typeface="+mn-cs"/>
              </a:rPr>
              <a:t>the weights of the network are assigned random values</a:t>
            </a:r>
            <a:r>
              <a:rPr lang="en-US" sz="1200" b="0" i="0" kern="1200" dirty="0">
                <a:solidFill>
                  <a:schemeClr val="tx1"/>
                </a:solidFill>
                <a:effectLst/>
                <a:latin typeface="+mn-lt"/>
                <a:ea typeface="+mn-ea"/>
                <a:cs typeface="+mn-cs"/>
              </a:rPr>
              <a:t>, so the network merely implements a series of random transformations. Naturally, its output is far from what it should ideally be, and the </a:t>
            </a:r>
            <a:r>
              <a:rPr lang="en-US" sz="1200" b="1" i="0" kern="1200" dirty="0">
                <a:solidFill>
                  <a:schemeClr val="tx1"/>
                </a:solidFill>
                <a:effectLst/>
                <a:latin typeface="+mn-lt"/>
                <a:ea typeface="+mn-ea"/>
                <a:cs typeface="+mn-cs"/>
              </a:rPr>
              <a:t>loss score is accordingly very high</a:t>
            </a:r>
            <a:r>
              <a:rPr lang="en-US" sz="1200" b="0" i="0" kern="1200" dirty="0">
                <a:solidFill>
                  <a:schemeClr val="tx1"/>
                </a:solidFill>
                <a:effectLst/>
                <a:latin typeface="+mn-lt"/>
                <a:ea typeface="+mn-ea"/>
                <a:cs typeface="+mn-cs"/>
              </a:rPr>
              <a:t>. But with every example the network processes, the </a:t>
            </a:r>
            <a:r>
              <a:rPr lang="en-US" sz="1200" b="1" i="0" kern="1200" dirty="0">
                <a:solidFill>
                  <a:schemeClr val="tx1"/>
                </a:solidFill>
                <a:effectLst/>
                <a:latin typeface="+mn-lt"/>
                <a:ea typeface="+mn-ea"/>
                <a:cs typeface="+mn-cs"/>
              </a:rPr>
              <a:t>weights are adjusted a little in the correct direction, and the loss score decreases</a:t>
            </a:r>
            <a:r>
              <a:rPr lang="en-US" sz="1200" b="0" i="0" kern="1200" dirty="0">
                <a:solidFill>
                  <a:schemeClr val="tx1"/>
                </a:solidFill>
                <a:effectLst/>
                <a:latin typeface="+mn-lt"/>
                <a:ea typeface="+mn-ea"/>
                <a:cs typeface="+mn-cs"/>
              </a:rPr>
              <a:t>. This is </a:t>
            </a:r>
            <a:r>
              <a:rPr lang="en-US" sz="1200" b="1" i="0" kern="1200" dirty="0">
                <a:solidFill>
                  <a:schemeClr val="tx1"/>
                </a:solidFill>
                <a:effectLst/>
                <a:latin typeface="+mn-lt"/>
                <a:ea typeface="+mn-ea"/>
                <a:cs typeface="+mn-cs"/>
              </a:rPr>
              <a:t>the </a:t>
            </a:r>
            <a:r>
              <a:rPr lang="en-US" sz="1200" b="1" i="1" kern="1200" dirty="0">
                <a:solidFill>
                  <a:schemeClr val="tx1"/>
                </a:solidFill>
                <a:effectLst/>
                <a:latin typeface="+mn-lt"/>
                <a:ea typeface="+mn-ea"/>
                <a:cs typeface="+mn-cs"/>
              </a:rPr>
              <a:t>training loop</a:t>
            </a:r>
            <a:r>
              <a:rPr lang="en-US" sz="1200" b="0" i="0" kern="1200" dirty="0">
                <a:solidFill>
                  <a:schemeClr val="tx1"/>
                </a:solidFill>
                <a:effectLst/>
                <a:latin typeface="+mn-lt"/>
                <a:ea typeface="+mn-ea"/>
                <a:cs typeface="+mn-cs"/>
              </a:rPr>
              <a:t>, which, repeated a sufficient number of times (typically tens of iterations over thousands of examples), yields weight values that minimize the loss function.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84481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97EF1-2B8E-7B5E-EB33-2B721DCC8F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0AF47D-FB7C-7855-E6AA-8F25CB672D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088163-B656-C68D-80FA-09F0DD3B690F}"/>
              </a:ext>
            </a:extLst>
          </p:cNvPr>
          <p:cNvSpPr>
            <a:spLocks noGrp="1"/>
          </p:cNvSpPr>
          <p:nvPr>
            <p:ph type="dt" sz="half" idx="10"/>
          </p:nvPr>
        </p:nvSpPr>
        <p:spPr/>
        <p:txBody>
          <a:bodyPr/>
          <a:lstStyle/>
          <a:p>
            <a:fld id="{915D7623-A58E-4262-B5CD-D2AF38461CD1}" type="datetimeFigureOut">
              <a:rPr lang="en-US" smtClean="0"/>
              <a:t>3/27/2026</a:t>
            </a:fld>
            <a:endParaRPr lang="en-US"/>
          </a:p>
        </p:txBody>
      </p:sp>
      <p:sp>
        <p:nvSpPr>
          <p:cNvPr id="5" name="Footer Placeholder 4">
            <a:extLst>
              <a:ext uri="{FF2B5EF4-FFF2-40B4-BE49-F238E27FC236}">
                <a16:creationId xmlns:a16="http://schemas.microsoft.com/office/drawing/2014/main" id="{853F4CF0-B18F-60B1-F380-CED2B14F9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0A46EF-93B4-E223-7B19-013438D7A6DD}"/>
              </a:ext>
            </a:extLst>
          </p:cNvPr>
          <p:cNvSpPr>
            <a:spLocks noGrp="1"/>
          </p:cNvSpPr>
          <p:nvPr>
            <p:ph type="sldNum" sz="quarter" idx="12"/>
          </p:nvPr>
        </p:nvSpPr>
        <p:spPr/>
        <p:txBody>
          <a:bodyPr/>
          <a:lstStyle/>
          <a:p>
            <a:fld id="{3288B9CE-4091-46C5-AD89-D7D97C2B4AD5}" type="slidenum">
              <a:rPr lang="en-US" smtClean="0"/>
              <a:t>‹#›</a:t>
            </a:fld>
            <a:endParaRPr lang="en-US"/>
          </a:p>
        </p:txBody>
      </p:sp>
    </p:spTree>
    <p:extLst>
      <p:ext uri="{BB962C8B-B14F-4D97-AF65-F5344CB8AC3E}">
        <p14:creationId xmlns:p14="http://schemas.microsoft.com/office/powerpoint/2010/main" val="2802605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BE582-C2CC-3385-4FB8-99B020EC75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1FC366-7C74-5D5B-97BA-F180E233F3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B39CE-73E9-D3BB-2BD8-C1A7235555D4}"/>
              </a:ext>
            </a:extLst>
          </p:cNvPr>
          <p:cNvSpPr>
            <a:spLocks noGrp="1"/>
          </p:cNvSpPr>
          <p:nvPr>
            <p:ph type="dt" sz="half" idx="10"/>
          </p:nvPr>
        </p:nvSpPr>
        <p:spPr/>
        <p:txBody>
          <a:bodyPr/>
          <a:lstStyle/>
          <a:p>
            <a:fld id="{915D7623-A58E-4262-B5CD-D2AF38461CD1}" type="datetimeFigureOut">
              <a:rPr lang="en-US" smtClean="0"/>
              <a:t>3/27/2026</a:t>
            </a:fld>
            <a:endParaRPr lang="en-US"/>
          </a:p>
        </p:txBody>
      </p:sp>
      <p:sp>
        <p:nvSpPr>
          <p:cNvPr id="5" name="Footer Placeholder 4">
            <a:extLst>
              <a:ext uri="{FF2B5EF4-FFF2-40B4-BE49-F238E27FC236}">
                <a16:creationId xmlns:a16="http://schemas.microsoft.com/office/drawing/2014/main" id="{ADD044C7-6F44-6A90-377E-5422BAA397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B74F3A-FB58-927B-A4B9-616821386CF1}"/>
              </a:ext>
            </a:extLst>
          </p:cNvPr>
          <p:cNvSpPr>
            <a:spLocks noGrp="1"/>
          </p:cNvSpPr>
          <p:nvPr>
            <p:ph type="sldNum" sz="quarter" idx="12"/>
          </p:nvPr>
        </p:nvSpPr>
        <p:spPr/>
        <p:txBody>
          <a:bodyPr/>
          <a:lstStyle/>
          <a:p>
            <a:fld id="{3288B9CE-4091-46C5-AD89-D7D97C2B4AD5}" type="slidenum">
              <a:rPr lang="en-US" smtClean="0"/>
              <a:t>‹#›</a:t>
            </a:fld>
            <a:endParaRPr lang="en-US"/>
          </a:p>
        </p:txBody>
      </p:sp>
    </p:spTree>
    <p:extLst>
      <p:ext uri="{BB962C8B-B14F-4D97-AF65-F5344CB8AC3E}">
        <p14:creationId xmlns:p14="http://schemas.microsoft.com/office/powerpoint/2010/main" val="2860448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E0ACC-2277-9747-A2D4-B17306640F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EF68AA-D83D-3728-573E-6C6BBE9816C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840362-03FC-F8D8-4C59-01A2A0B1217B}"/>
              </a:ext>
            </a:extLst>
          </p:cNvPr>
          <p:cNvSpPr>
            <a:spLocks noGrp="1"/>
          </p:cNvSpPr>
          <p:nvPr>
            <p:ph type="dt" sz="half" idx="10"/>
          </p:nvPr>
        </p:nvSpPr>
        <p:spPr/>
        <p:txBody>
          <a:bodyPr/>
          <a:lstStyle/>
          <a:p>
            <a:fld id="{915D7623-A58E-4262-B5CD-D2AF38461CD1}" type="datetimeFigureOut">
              <a:rPr lang="en-US" smtClean="0"/>
              <a:t>3/27/2026</a:t>
            </a:fld>
            <a:endParaRPr lang="en-US"/>
          </a:p>
        </p:txBody>
      </p:sp>
      <p:sp>
        <p:nvSpPr>
          <p:cNvPr id="5" name="Footer Placeholder 4">
            <a:extLst>
              <a:ext uri="{FF2B5EF4-FFF2-40B4-BE49-F238E27FC236}">
                <a16:creationId xmlns:a16="http://schemas.microsoft.com/office/drawing/2014/main" id="{D5FBCA3C-8F97-A0AF-2130-B9B7194E26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43A4DF-4ED0-7271-3229-D8DF449B3240}"/>
              </a:ext>
            </a:extLst>
          </p:cNvPr>
          <p:cNvSpPr>
            <a:spLocks noGrp="1"/>
          </p:cNvSpPr>
          <p:nvPr>
            <p:ph type="sldNum" sz="quarter" idx="12"/>
          </p:nvPr>
        </p:nvSpPr>
        <p:spPr/>
        <p:txBody>
          <a:bodyPr/>
          <a:lstStyle/>
          <a:p>
            <a:fld id="{3288B9CE-4091-46C5-AD89-D7D97C2B4AD5}" type="slidenum">
              <a:rPr lang="en-US" smtClean="0"/>
              <a:t>‹#›</a:t>
            </a:fld>
            <a:endParaRPr lang="en-US"/>
          </a:p>
        </p:txBody>
      </p:sp>
    </p:spTree>
    <p:extLst>
      <p:ext uri="{BB962C8B-B14F-4D97-AF65-F5344CB8AC3E}">
        <p14:creationId xmlns:p14="http://schemas.microsoft.com/office/powerpoint/2010/main" val="691521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63540-1688-054D-169B-FDFB0592F9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213371-3848-C970-7013-8210BEB753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0D9CD0-FB39-28C0-AF35-FB8574568B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6ED9F9F-8A8A-50A6-015A-F5B6EC71294A}"/>
              </a:ext>
            </a:extLst>
          </p:cNvPr>
          <p:cNvSpPr>
            <a:spLocks noGrp="1"/>
          </p:cNvSpPr>
          <p:nvPr>
            <p:ph type="dt" sz="half" idx="10"/>
          </p:nvPr>
        </p:nvSpPr>
        <p:spPr/>
        <p:txBody>
          <a:bodyPr/>
          <a:lstStyle/>
          <a:p>
            <a:fld id="{915D7623-A58E-4262-B5CD-D2AF38461CD1}" type="datetimeFigureOut">
              <a:rPr lang="en-US" smtClean="0"/>
              <a:t>3/27/2026</a:t>
            </a:fld>
            <a:endParaRPr lang="en-US"/>
          </a:p>
        </p:txBody>
      </p:sp>
      <p:sp>
        <p:nvSpPr>
          <p:cNvPr id="6" name="Footer Placeholder 5">
            <a:extLst>
              <a:ext uri="{FF2B5EF4-FFF2-40B4-BE49-F238E27FC236}">
                <a16:creationId xmlns:a16="http://schemas.microsoft.com/office/drawing/2014/main" id="{915D44B9-19FB-F21F-26BD-A99306A724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D16A86-D993-03B4-7A0A-2ADA80564BC7}"/>
              </a:ext>
            </a:extLst>
          </p:cNvPr>
          <p:cNvSpPr>
            <a:spLocks noGrp="1"/>
          </p:cNvSpPr>
          <p:nvPr>
            <p:ph type="sldNum" sz="quarter" idx="12"/>
          </p:nvPr>
        </p:nvSpPr>
        <p:spPr/>
        <p:txBody>
          <a:bodyPr/>
          <a:lstStyle/>
          <a:p>
            <a:fld id="{3288B9CE-4091-46C5-AD89-D7D97C2B4AD5}" type="slidenum">
              <a:rPr lang="en-US" smtClean="0"/>
              <a:t>‹#›</a:t>
            </a:fld>
            <a:endParaRPr lang="en-US"/>
          </a:p>
        </p:txBody>
      </p:sp>
    </p:spTree>
    <p:extLst>
      <p:ext uri="{BB962C8B-B14F-4D97-AF65-F5344CB8AC3E}">
        <p14:creationId xmlns:p14="http://schemas.microsoft.com/office/powerpoint/2010/main" val="2172821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49DAD-A904-ADDD-4B89-09F38C15A7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69BE64-8429-63F1-82FA-512320A54E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1DD3A1-8367-3ED3-1B26-0E7D4D3C99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5279A1-2157-18DC-B7EA-D73BA60A15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769664-81E6-6146-4BD3-0731B496CC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3FD939-7959-531A-1E2F-03BF0DFAEB9E}"/>
              </a:ext>
            </a:extLst>
          </p:cNvPr>
          <p:cNvSpPr>
            <a:spLocks noGrp="1"/>
          </p:cNvSpPr>
          <p:nvPr>
            <p:ph type="dt" sz="half" idx="10"/>
          </p:nvPr>
        </p:nvSpPr>
        <p:spPr/>
        <p:txBody>
          <a:bodyPr/>
          <a:lstStyle/>
          <a:p>
            <a:fld id="{915D7623-A58E-4262-B5CD-D2AF38461CD1}" type="datetimeFigureOut">
              <a:rPr lang="en-US" smtClean="0"/>
              <a:t>3/27/2026</a:t>
            </a:fld>
            <a:endParaRPr lang="en-US"/>
          </a:p>
        </p:txBody>
      </p:sp>
      <p:sp>
        <p:nvSpPr>
          <p:cNvPr id="8" name="Footer Placeholder 7">
            <a:extLst>
              <a:ext uri="{FF2B5EF4-FFF2-40B4-BE49-F238E27FC236}">
                <a16:creationId xmlns:a16="http://schemas.microsoft.com/office/drawing/2014/main" id="{8ED89709-0056-F2F7-0BFC-C765B78989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BD22A1-B372-CB5C-21DC-8D1841543D6E}"/>
              </a:ext>
            </a:extLst>
          </p:cNvPr>
          <p:cNvSpPr>
            <a:spLocks noGrp="1"/>
          </p:cNvSpPr>
          <p:nvPr>
            <p:ph type="sldNum" sz="quarter" idx="12"/>
          </p:nvPr>
        </p:nvSpPr>
        <p:spPr/>
        <p:txBody>
          <a:bodyPr/>
          <a:lstStyle/>
          <a:p>
            <a:fld id="{3288B9CE-4091-46C5-AD89-D7D97C2B4AD5}" type="slidenum">
              <a:rPr lang="en-US" smtClean="0"/>
              <a:t>‹#›</a:t>
            </a:fld>
            <a:endParaRPr lang="en-US"/>
          </a:p>
        </p:txBody>
      </p:sp>
    </p:spTree>
    <p:extLst>
      <p:ext uri="{BB962C8B-B14F-4D97-AF65-F5344CB8AC3E}">
        <p14:creationId xmlns:p14="http://schemas.microsoft.com/office/powerpoint/2010/main" val="3899218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D2DB1-A09C-D3A6-0F42-D80E751EFB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B6A056-5B71-BB0D-0F8F-EF304E196E21}"/>
              </a:ext>
            </a:extLst>
          </p:cNvPr>
          <p:cNvSpPr>
            <a:spLocks noGrp="1"/>
          </p:cNvSpPr>
          <p:nvPr>
            <p:ph type="dt" sz="half" idx="10"/>
          </p:nvPr>
        </p:nvSpPr>
        <p:spPr/>
        <p:txBody>
          <a:bodyPr/>
          <a:lstStyle/>
          <a:p>
            <a:fld id="{915D7623-A58E-4262-B5CD-D2AF38461CD1}" type="datetimeFigureOut">
              <a:rPr lang="en-US" smtClean="0"/>
              <a:t>3/27/2026</a:t>
            </a:fld>
            <a:endParaRPr lang="en-US"/>
          </a:p>
        </p:txBody>
      </p:sp>
      <p:sp>
        <p:nvSpPr>
          <p:cNvPr id="4" name="Footer Placeholder 3">
            <a:extLst>
              <a:ext uri="{FF2B5EF4-FFF2-40B4-BE49-F238E27FC236}">
                <a16:creationId xmlns:a16="http://schemas.microsoft.com/office/drawing/2014/main" id="{9E09D0EB-DDED-5E8C-1515-4220554ADA3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D87F64-BA5B-25DF-D4AA-B3BF29E2D36C}"/>
              </a:ext>
            </a:extLst>
          </p:cNvPr>
          <p:cNvSpPr>
            <a:spLocks noGrp="1"/>
          </p:cNvSpPr>
          <p:nvPr>
            <p:ph type="sldNum" sz="quarter" idx="12"/>
          </p:nvPr>
        </p:nvSpPr>
        <p:spPr/>
        <p:txBody>
          <a:bodyPr/>
          <a:lstStyle/>
          <a:p>
            <a:fld id="{3288B9CE-4091-46C5-AD89-D7D97C2B4AD5}" type="slidenum">
              <a:rPr lang="en-US" smtClean="0"/>
              <a:t>‹#›</a:t>
            </a:fld>
            <a:endParaRPr lang="en-US"/>
          </a:p>
        </p:txBody>
      </p:sp>
    </p:spTree>
    <p:extLst>
      <p:ext uri="{BB962C8B-B14F-4D97-AF65-F5344CB8AC3E}">
        <p14:creationId xmlns:p14="http://schemas.microsoft.com/office/powerpoint/2010/main" val="1233804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84247C-A055-58F4-C2F7-87CF09FDE57D}"/>
              </a:ext>
            </a:extLst>
          </p:cNvPr>
          <p:cNvSpPr>
            <a:spLocks noGrp="1"/>
          </p:cNvSpPr>
          <p:nvPr>
            <p:ph type="dt" sz="half" idx="10"/>
          </p:nvPr>
        </p:nvSpPr>
        <p:spPr/>
        <p:txBody>
          <a:bodyPr/>
          <a:lstStyle/>
          <a:p>
            <a:fld id="{915D7623-A58E-4262-B5CD-D2AF38461CD1}" type="datetimeFigureOut">
              <a:rPr lang="en-US" smtClean="0"/>
              <a:t>3/27/2026</a:t>
            </a:fld>
            <a:endParaRPr lang="en-US"/>
          </a:p>
        </p:txBody>
      </p:sp>
      <p:sp>
        <p:nvSpPr>
          <p:cNvPr id="3" name="Footer Placeholder 2">
            <a:extLst>
              <a:ext uri="{FF2B5EF4-FFF2-40B4-BE49-F238E27FC236}">
                <a16:creationId xmlns:a16="http://schemas.microsoft.com/office/drawing/2014/main" id="{38D8F63F-6259-DE1E-8022-AD2228C08B9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716B106-E9F3-82ED-1807-45B4ED4B599F}"/>
              </a:ext>
            </a:extLst>
          </p:cNvPr>
          <p:cNvSpPr>
            <a:spLocks noGrp="1"/>
          </p:cNvSpPr>
          <p:nvPr>
            <p:ph type="sldNum" sz="quarter" idx="12"/>
          </p:nvPr>
        </p:nvSpPr>
        <p:spPr/>
        <p:txBody>
          <a:bodyPr/>
          <a:lstStyle/>
          <a:p>
            <a:fld id="{3288B9CE-4091-46C5-AD89-D7D97C2B4AD5}" type="slidenum">
              <a:rPr lang="en-US" smtClean="0"/>
              <a:t>‹#›</a:t>
            </a:fld>
            <a:endParaRPr lang="en-US"/>
          </a:p>
        </p:txBody>
      </p:sp>
    </p:spTree>
    <p:extLst>
      <p:ext uri="{BB962C8B-B14F-4D97-AF65-F5344CB8AC3E}">
        <p14:creationId xmlns:p14="http://schemas.microsoft.com/office/powerpoint/2010/main" val="761981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4D4DC-1514-8FB7-F35C-624E90A192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5DCE51-4210-7EEB-C9F9-C2BF5AD1E4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893D2D4-04CC-31A8-7071-EDAFAF80B6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474C82-D9DE-87BC-F169-57E03D84378D}"/>
              </a:ext>
            </a:extLst>
          </p:cNvPr>
          <p:cNvSpPr>
            <a:spLocks noGrp="1"/>
          </p:cNvSpPr>
          <p:nvPr>
            <p:ph type="dt" sz="half" idx="10"/>
          </p:nvPr>
        </p:nvSpPr>
        <p:spPr/>
        <p:txBody>
          <a:bodyPr/>
          <a:lstStyle/>
          <a:p>
            <a:fld id="{915D7623-A58E-4262-B5CD-D2AF38461CD1}" type="datetimeFigureOut">
              <a:rPr lang="en-US" smtClean="0"/>
              <a:t>3/27/2026</a:t>
            </a:fld>
            <a:endParaRPr lang="en-US"/>
          </a:p>
        </p:txBody>
      </p:sp>
      <p:sp>
        <p:nvSpPr>
          <p:cNvPr id="6" name="Footer Placeholder 5">
            <a:extLst>
              <a:ext uri="{FF2B5EF4-FFF2-40B4-BE49-F238E27FC236}">
                <a16:creationId xmlns:a16="http://schemas.microsoft.com/office/drawing/2014/main" id="{7598EE59-E821-C4EB-B4E1-56640502A7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171123-6B2D-404B-19D5-4D08C025A0B7}"/>
              </a:ext>
            </a:extLst>
          </p:cNvPr>
          <p:cNvSpPr>
            <a:spLocks noGrp="1"/>
          </p:cNvSpPr>
          <p:nvPr>
            <p:ph type="sldNum" sz="quarter" idx="12"/>
          </p:nvPr>
        </p:nvSpPr>
        <p:spPr/>
        <p:txBody>
          <a:bodyPr/>
          <a:lstStyle/>
          <a:p>
            <a:fld id="{3288B9CE-4091-46C5-AD89-D7D97C2B4AD5}" type="slidenum">
              <a:rPr lang="en-US" smtClean="0"/>
              <a:t>‹#›</a:t>
            </a:fld>
            <a:endParaRPr lang="en-US"/>
          </a:p>
        </p:txBody>
      </p:sp>
    </p:spTree>
    <p:extLst>
      <p:ext uri="{BB962C8B-B14F-4D97-AF65-F5344CB8AC3E}">
        <p14:creationId xmlns:p14="http://schemas.microsoft.com/office/powerpoint/2010/main" val="3036370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D9425-E8C3-CDCF-0183-1513D94596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53DC11-12F7-25EA-8DC4-F35A23C518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78491B-E2D7-5CE5-93D4-169EA97585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B5E811-C7A8-2555-E8F5-CAB301542B85}"/>
              </a:ext>
            </a:extLst>
          </p:cNvPr>
          <p:cNvSpPr>
            <a:spLocks noGrp="1"/>
          </p:cNvSpPr>
          <p:nvPr>
            <p:ph type="dt" sz="half" idx="10"/>
          </p:nvPr>
        </p:nvSpPr>
        <p:spPr/>
        <p:txBody>
          <a:bodyPr/>
          <a:lstStyle/>
          <a:p>
            <a:fld id="{915D7623-A58E-4262-B5CD-D2AF38461CD1}" type="datetimeFigureOut">
              <a:rPr lang="en-US" smtClean="0"/>
              <a:t>3/27/2026</a:t>
            </a:fld>
            <a:endParaRPr lang="en-US"/>
          </a:p>
        </p:txBody>
      </p:sp>
      <p:sp>
        <p:nvSpPr>
          <p:cNvPr id="6" name="Footer Placeholder 5">
            <a:extLst>
              <a:ext uri="{FF2B5EF4-FFF2-40B4-BE49-F238E27FC236}">
                <a16:creationId xmlns:a16="http://schemas.microsoft.com/office/drawing/2014/main" id="{A98072AA-B053-346B-EE7A-7304C41F36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382153-AE5D-CDA2-2ADD-58DC9924F264}"/>
              </a:ext>
            </a:extLst>
          </p:cNvPr>
          <p:cNvSpPr>
            <a:spLocks noGrp="1"/>
          </p:cNvSpPr>
          <p:nvPr>
            <p:ph type="sldNum" sz="quarter" idx="12"/>
          </p:nvPr>
        </p:nvSpPr>
        <p:spPr/>
        <p:txBody>
          <a:bodyPr/>
          <a:lstStyle/>
          <a:p>
            <a:fld id="{3288B9CE-4091-46C5-AD89-D7D97C2B4AD5}" type="slidenum">
              <a:rPr lang="en-US" smtClean="0"/>
              <a:t>‹#›</a:t>
            </a:fld>
            <a:endParaRPr lang="en-US"/>
          </a:p>
        </p:txBody>
      </p:sp>
    </p:spTree>
    <p:extLst>
      <p:ext uri="{BB962C8B-B14F-4D97-AF65-F5344CB8AC3E}">
        <p14:creationId xmlns:p14="http://schemas.microsoft.com/office/powerpoint/2010/main" val="991432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0E92A-3B98-8FE3-F5D0-272E64E7AB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722929-9C05-2BCA-4EA1-2FDB2AB78A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77297A-EA5B-B762-05E0-B06CE7AC9B5E}"/>
              </a:ext>
            </a:extLst>
          </p:cNvPr>
          <p:cNvSpPr>
            <a:spLocks noGrp="1"/>
          </p:cNvSpPr>
          <p:nvPr>
            <p:ph type="dt" sz="half" idx="10"/>
          </p:nvPr>
        </p:nvSpPr>
        <p:spPr/>
        <p:txBody>
          <a:bodyPr/>
          <a:lstStyle/>
          <a:p>
            <a:fld id="{915D7623-A58E-4262-B5CD-D2AF38461CD1}" type="datetimeFigureOut">
              <a:rPr lang="en-US" smtClean="0"/>
              <a:t>3/27/2026</a:t>
            </a:fld>
            <a:endParaRPr lang="en-US"/>
          </a:p>
        </p:txBody>
      </p:sp>
      <p:sp>
        <p:nvSpPr>
          <p:cNvPr id="5" name="Footer Placeholder 4">
            <a:extLst>
              <a:ext uri="{FF2B5EF4-FFF2-40B4-BE49-F238E27FC236}">
                <a16:creationId xmlns:a16="http://schemas.microsoft.com/office/drawing/2014/main" id="{900A94E8-3F19-EBC0-7D24-864BA3571D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788D99-EDF0-B9D6-F519-04492FBD6017}"/>
              </a:ext>
            </a:extLst>
          </p:cNvPr>
          <p:cNvSpPr>
            <a:spLocks noGrp="1"/>
          </p:cNvSpPr>
          <p:nvPr>
            <p:ph type="sldNum" sz="quarter" idx="12"/>
          </p:nvPr>
        </p:nvSpPr>
        <p:spPr/>
        <p:txBody>
          <a:bodyPr/>
          <a:lstStyle/>
          <a:p>
            <a:fld id="{3288B9CE-4091-46C5-AD89-D7D97C2B4AD5}" type="slidenum">
              <a:rPr lang="en-US" smtClean="0"/>
              <a:t>‹#›</a:t>
            </a:fld>
            <a:endParaRPr lang="en-US"/>
          </a:p>
        </p:txBody>
      </p:sp>
    </p:spTree>
    <p:extLst>
      <p:ext uri="{BB962C8B-B14F-4D97-AF65-F5344CB8AC3E}">
        <p14:creationId xmlns:p14="http://schemas.microsoft.com/office/powerpoint/2010/main" val="751529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CA7592-31A9-9148-45F3-344182161D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A5E1CC-116A-AE50-E9A1-04A892C655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0CB3F4-B219-1840-C7BC-FBF39FC78521}"/>
              </a:ext>
            </a:extLst>
          </p:cNvPr>
          <p:cNvSpPr>
            <a:spLocks noGrp="1"/>
          </p:cNvSpPr>
          <p:nvPr>
            <p:ph type="dt" sz="half" idx="10"/>
          </p:nvPr>
        </p:nvSpPr>
        <p:spPr/>
        <p:txBody>
          <a:bodyPr/>
          <a:lstStyle/>
          <a:p>
            <a:fld id="{915D7623-A58E-4262-B5CD-D2AF38461CD1}" type="datetimeFigureOut">
              <a:rPr lang="en-US" smtClean="0"/>
              <a:t>3/27/2026</a:t>
            </a:fld>
            <a:endParaRPr lang="en-US"/>
          </a:p>
        </p:txBody>
      </p:sp>
      <p:sp>
        <p:nvSpPr>
          <p:cNvPr id="5" name="Footer Placeholder 4">
            <a:extLst>
              <a:ext uri="{FF2B5EF4-FFF2-40B4-BE49-F238E27FC236}">
                <a16:creationId xmlns:a16="http://schemas.microsoft.com/office/drawing/2014/main" id="{DBA76B9C-6D1F-4288-3194-1515A29BDD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311D52-2ACE-5851-C8E5-5C639A8B29DD}"/>
              </a:ext>
            </a:extLst>
          </p:cNvPr>
          <p:cNvSpPr>
            <a:spLocks noGrp="1"/>
          </p:cNvSpPr>
          <p:nvPr>
            <p:ph type="sldNum" sz="quarter" idx="12"/>
          </p:nvPr>
        </p:nvSpPr>
        <p:spPr/>
        <p:txBody>
          <a:bodyPr/>
          <a:lstStyle/>
          <a:p>
            <a:fld id="{3288B9CE-4091-46C5-AD89-D7D97C2B4AD5}" type="slidenum">
              <a:rPr lang="en-US" smtClean="0"/>
              <a:t>‹#›</a:t>
            </a:fld>
            <a:endParaRPr lang="en-US"/>
          </a:p>
        </p:txBody>
      </p:sp>
    </p:spTree>
    <p:extLst>
      <p:ext uri="{BB962C8B-B14F-4D97-AF65-F5344CB8AC3E}">
        <p14:creationId xmlns:p14="http://schemas.microsoft.com/office/powerpoint/2010/main" val="33082270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3/27/2026</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8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82362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3/27/2026</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854391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3/27/2026</a:t>
            </a:fld>
            <a:endParaRPr lang="en-US">
              <a:solidFill>
                <a:prstClr val="black"/>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590109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3/27/2026</a:t>
            </a:fld>
            <a:endParaRPr lang="en-US">
              <a:solidFill>
                <a:prstClr val="black"/>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559362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3/27/2026</a:t>
            </a:fld>
            <a:endParaRPr lang="en-US">
              <a:solidFill>
                <a:prstClr val="black"/>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788663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3/27/2026</a:t>
            </a:fld>
            <a:endParaRPr lang="en-US">
              <a:solidFill>
                <a:prstClr val="black"/>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639299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3/27/2026</a:t>
            </a:fld>
            <a:endParaRPr lang="en-US">
              <a:solidFill>
                <a:prstClr val="black"/>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810311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3/27/2026</a:t>
            </a:fld>
            <a:endParaRPr lang="en-US">
              <a:solidFill>
                <a:prstClr val="black"/>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955819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3/27/2026</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368486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152237" y="6413827"/>
            <a:ext cx="2743200" cy="365125"/>
          </a:xfrm>
          <a:prstGeom prst="rect">
            <a:avLst/>
          </a:prstGeom>
        </p:spPr>
        <p:txBody>
          <a:bodyPr/>
          <a:lstStyle/>
          <a:p>
            <a:fld id="{4521E014-43CC-4BD2-BBEF-22A0D28D1998}" type="datetimeFigureOut">
              <a:rPr lang="en-US">
                <a:solidFill>
                  <a:prstClr val="black"/>
                </a:solidFill>
              </a:rPr>
              <a:pPr/>
              <a:t>3/27/2026</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5101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00ECEE-666A-397B-64AF-C49D23F0D9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6246CE-733D-4EAA-35DC-B6E57349FF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037316-C30C-1854-FD9A-32F460B5BD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5D7623-A58E-4262-B5CD-D2AF38461CD1}" type="datetimeFigureOut">
              <a:rPr lang="en-US" smtClean="0"/>
              <a:t>3/27/2026</a:t>
            </a:fld>
            <a:endParaRPr lang="en-US"/>
          </a:p>
        </p:txBody>
      </p:sp>
      <p:sp>
        <p:nvSpPr>
          <p:cNvPr id="5" name="Footer Placeholder 4">
            <a:extLst>
              <a:ext uri="{FF2B5EF4-FFF2-40B4-BE49-F238E27FC236}">
                <a16:creationId xmlns:a16="http://schemas.microsoft.com/office/drawing/2014/main" id="{71CCFA63-55B3-EF25-8CBD-65E2BF671C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F043FC3-2ACF-2C5B-A23D-8B04797298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88B9CE-4091-46C5-AD89-D7D97C2B4AD5}" type="slidenum">
              <a:rPr lang="en-US" smtClean="0"/>
              <a:t>‹#›</a:t>
            </a:fld>
            <a:endParaRPr lang="en-US"/>
          </a:p>
        </p:txBody>
      </p:sp>
    </p:spTree>
    <p:extLst>
      <p:ext uri="{BB962C8B-B14F-4D97-AF65-F5344CB8AC3E}">
        <p14:creationId xmlns:p14="http://schemas.microsoft.com/office/powerpoint/2010/main" val="14245060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p:nvPr userDrawn="1"/>
        </p:nvSpPr>
        <p:spPr>
          <a:xfrm>
            <a:off x="0" y="0"/>
            <a:ext cx="12192000" cy="573741"/>
          </a:xfrm>
          <a:prstGeom prst="rect">
            <a:avLst/>
          </a:prstGeom>
          <a:solidFill>
            <a:srgbClr val="00206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B533AC-D5B2-4755-89C8-8ACB63B98B95}" type="slidenum">
              <a:rPr lang="en-US" smtClean="0">
                <a:solidFill>
                  <a:prstClr val="black">
                    <a:tint val="75000"/>
                  </a:prstClr>
                </a:solidFill>
              </a:rPr>
              <a:pPr/>
              <a:t>‹#›</a:t>
            </a:fld>
            <a:endParaRPr lang="en-US">
              <a:solidFill>
                <a:prstClr val="black">
                  <a:tint val="75000"/>
                </a:prstClr>
              </a:solidFill>
            </a:endParaRPr>
          </a:p>
        </p:txBody>
      </p:sp>
      <p:sp>
        <p:nvSpPr>
          <p:cNvPr id="10" name="TextBox 9"/>
          <p:cNvSpPr txBox="1"/>
          <p:nvPr userDrawn="1"/>
        </p:nvSpPr>
        <p:spPr>
          <a:xfrm>
            <a:off x="-2" y="6574772"/>
            <a:ext cx="12192002" cy="276999"/>
          </a:xfrm>
          <a:prstGeom prst="rect">
            <a:avLst/>
          </a:prstGeom>
          <a:solidFill>
            <a:srgbClr val="002060"/>
          </a:solidFill>
        </p:spPr>
        <p:txBody>
          <a:bodyPr wrap="square" rtlCol="0">
            <a:spAutoFit/>
          </a:bodyPr>
          <a:lstStyle/>
          <a:p>
            <a:pPr algn="ctr">
              <a:defRPr/>
            </a:pPr>
            <a:r>
              <a:rPr lang="en-US" sz="1200" i="1" dirty="0" err="1">
                <a:solidFill>
                  <a:srgbClr val="FFFF00"/>
                </a:solidFill>
                <a:effectLst>
                  <a:outerShdw blurRad="38100" dist="38100" dir="2700000" algn="tl">
                    <a:srgbClr val="000000">
                      <a:alpha val="43137"/>
                    </a:srgbClr>
                  </a:outerShdw>
                </a:effectLst>
              </a:rPr>
              <a:t>Chollet</a:t>
            </a:r>
            <a:r>
              <a:rPr lang="en-US" sz="1200" i="1" dirty="0">
                <a:solidFill>
                  <a:srgbClr val="FFFF00"/>
                </a:solidFill>
                <a:effectLst>
                  <a:outerShdw blurRad="38100" dist="38100" dir="2700000" algn="tl">
                    <a:srgbClr val="000000">
                      <a:alpha val="43137"/>
                    </a:srgbClr>
                  </a:outerShdw>
                </a:effectLst>
              </a:rPr>
              <a:t>, F. (2021). Deep learning with Python. Manning Publications, </a:t>
            </a:r>
            <a:r>
              <a:rPr lang="en-US" sz="1200" dirty="0">
                <a:solidFill>
                  <a:srgbClr val="FFFF00"/>
                </a:solidFill>
              </a:rPr>
              <a:t>Han, J. et all. (2011). </a:t>
            </a:r>
            <a:r>
              <a:rPr lang="en-US" sz="1200" i="1" dirty="0">
                <a:solidFill>
                  <a:srgbClr val="FFFF00"/>
                </a:solidFill>
              </a:rPr>
              <a:t>Data mining: Concepts and techniques</a:t>
            </a:r>
            <a:r>
              <a:rPr lang="en-US" sz="1200" dirty="0">
                <a:solidFill>
                  <a:srgbClr val="FFFF00"/>
                </a:solidFill>
              </a:rPr>
              <a:t> (3rd ed.). Morgan Kaufmann, </a:t>
            </a:r>
            <a:endParaRPr lang="en-US" sz="1200" i="1" dirty="0">
              <a:solidFill>
                <a:srgbClr val="FFFF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233644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customXml" Target="../ink/ink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7.png"/><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customXml" Target="../ink/ink5.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customXml" Target="../ink/ink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image" Target="../media/image280.png"/><Relationship Id="rId7" Type="http://schemas.openxmlformats.org/officeDocument/2006/relationships/image" Target="../media/image320.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310.png"/><Relationship Id="rId11" Type="http://schemas.openxmlformats.org/officeDocument/2006/relationships/image" Target="../media/image14.png"/><Relationship Id="rId5" Type="http://schemas.openxmlformats.org/officeDocument/2006/relationships/image" Target="../media/image300.png"/><Relationship Id="rId10" Type="http://schemas.openxmlformats.org/officeDocument/2006/relationships/customXml" Target="../ink/ink7.xml"/><Relationship Id="rId4" Type="http://schemas.openxmlformats.org/officeDocument/2006/relationships/image" Target="../media/image290.png"/><Relationship Id="rId9" Type="http://schemas.openxmlformats.org/officeDocument/2006/relationships/image" Target="../media/image340.png"/></Relationships>
</file>

<file path=ppt/slides/_rels/slide10.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21.png"/><Relationship Id="rId4" Type="http://schemas.openxmlformats.org/officeDocument/2006/relationships/customXml" Target="../ink/ink13.xml"/></Relationships>
</file>

<file path=ppt/slides/_rels/slide1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2.png"/><Relationship Id="rId7" Type="http://schemas.openxmlformats.org/officeDocument/2006/relationships/customXml" Target="../ink/ink14.xml"/><Relationship Id="rId2" Type="http://schemas.openxmlformats.org/officeDocument/2006/relationships/image" Target="../media/image21.jpg"/><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hyperlink" Target="https://www.kaggle.com/"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12.xml"/><Relationship Id="rId5" Type="http://schemas.openxmlformats.org/officeDocument/2006/relationships/image" Target="../media/image29.png"/><Relationship Id="rId4" Type="http://schemas.openxmlformats.org/officeDocument/2006/relationships/customXml" Target="../ink/ink16.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12.xml"/><Relationship Id="rId5" Type="http://schemas.openxmlformats.org/officeDocument/2006/relationships/image" Target="../media/image32.png"/><Relationship Id="rId4" Type="http://schemas.openxmlformats.org/officeDocument/2006/relationships/customXml" Target="../ink/ink17.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1.png"/><Relationship Id="rId1" Type="http://schemas.openxmlformats.org/officeDocument/2006/relationships/slideLayout" Target="../slideLayouts/slideLayout12.xml"/><Relationship Id="rId5" Type="http://schemas.openxmlformats.org/officeDocument/2006/relationships/image" Target="../media/image35.png"/><Relationship Id="rId4" Type="http://schemas.openxmlformats.org/officeDocument/2006/relationships/customXml" Target="../ink/ink18.xml"/></Relationships>
</file>

<file path=ppt/slides/_rels/slide22.xml.rels><?xml version="1.0" encoding="UTF-8" standalone="yes"?>
<Relationships xmlns="http://schemas.openxmlformats.org/package/2006/relationships"><Relationship Id="rId3" Type="http://schemas.openxmlformats.org/officeDocument/2006/relationships/customXml" Target="../ink/ink19.xml"/><Relationship Id="rId2" Type="http://schemas.openxmlformats.org/officeDocument/2006/relationships/image" Target="../media/image34.png"/><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customXml" Target="../ink/ink20.xml"/><Relationship Id="rId2" Type="http://schemas.openxmlformats.org/officeDocument/2006/relationships/image" Target="../media/image34.png"/><Relationship Id="rId1" Type="http://schemas.openxmlformats.org/officeDocument/2006/relationships/slideLayout" Target="../slideLayouts/slideLayout12.xml"/><Relationship Id="rId6" Type="http://schemas.openxmlformats.org/officeDocument/2006/relationships/image" Target="../media/image39.png"/><Relationship Id="rId5" Type="http://schemas.openxmlformats.org/officeDocument/2006/relationships/customXml" Target="../ink/ink21.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3.png"/><Relationship Id="rId2" Type="http://schemas.openxmlformats.org/officeDocument/2006/relationships/image" Target="../media/image36.png"/><Relationship Id="rId1" Type="http://schemas.openxmlformats.org/officeDocument/2006/relationships/slideLayout" Target="../slideLayouts/slideLayout12.xml"/><Relationship Id="rId6" Type="http://schemas.openxmlformats.org/officeDocument/2006/relationships/customXml" Target="../ink/ink23.xml"/><Relationship Id="rId5" Type="http://schemas.openxmlformats.org/officeDocument/2006/relationships/image" Target="../media/image42.png"/><Relationship Id="rId4" Type="http://schemas.openxmlformats.org/officeDocument/2006/relationships/customXml" Target="../ink/ink22.xml"/></Relationships>
</file>

<file path=ppt/slides/_rels/slide25.xml.rels><?xml version="1.0" encoding="UTF-8" standalone="yes"?>
<Relationships xmlns="http://schemas.openxmlformats.org/package/2006/relationships"><Relationship Id="rId3" Type="http://schemas.openxmlformats.org/officeDocument/2006/relationships/customXml" Target="../ink/ink24.xml"/><Relationship Id="rId2" Type="http://schemas.openxmlformats.org/officeDocument/2006/relationships/image" Target="../media/image41.png"/><Relationship Id="rId1" Type="http://schemas.openxmlformats.org/officeDocument/2006/relationships/slideLayout" Target="../slideLayouts/slideLayout12.xml"/><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3" Type="http://schemas.openxmlformats.org/officeDocument/2006/relationships/customXml" Target="../ink/ink25.xml"/><Relationship Id="rId2" Type="http://schemas.openxmlformats.org/officeDocument/2006/relationships/image" Target="../media/image44.png"/><Relationship Id="rId1" Type="http://schemas.openxmlformats.org/officeDocument/2006/relationships/slideLayout" Target="../slideLayouts/slideLayout12.xml"/><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customXml" Target="../ink/ink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customXml" Target="../ink/ink27.xml"/><Relationship Id="rId2" Type="http://schemas.openxmlformats.org/officeDocument/2006/relationships/image" Target="../media/image46.png"/><Relationship Id="rId1" Type="http://schemas.openxmlformats.org/officeDocument/2006/relationships/slideLayout" Target="../slideLayouts/slideLayout12.xml"/><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customXml" Target="../ink/ink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customXml" Target="../ink/ink2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customXml" Target="../ink/ink30.xml"/><Relationship Id="rId2" Type="http://schemas.openxmlformats.org/officeDocument/2006/relationships/image" Target="../media/image52.png"/><Relationship Id="rId1" Type="http://schemas.openxmlformats.org/officeDocument/2006/relationships/slideLayout" Target="../slideLayouts/slideLayout12.xml"/><Relationship Id="rId4" Type="http://schemas.openxmlformats.org/officeDocument/2006/relationships/image" Target="../media/image55.png"/></Relationships>
</file>

<file path=ppt/slides/_rels/slide33.xml.rels><?xml version="1.0" encoding="UTF-8" standalone="yes"?>
<Relationships xmlns="http://schemas.openxmlformats.org/package/2006/relationships"><Relationship Id="rId3" Type="http://schemas.openxmlformats.org/officeDocument/2006/relationships/customXml" Target="../ink/ink31.xml"/><Relationship Id="rId2" Type="http://schemas.openxmlformats.org/officeDocument/2006/relationships/image" Target="../media/image52.png"/><Relationship Id="rId1" Type="http://schemas.openxmlformats.org/officeDocument/2006/relationships/slideLayout" Target="../slideLayouts/slideLayout12.xml"/><Relationship Id="rId4" Type="http://schemas.openxmlformats.org/officeDocument/2006/relationships/image" Target="../media/image56.png"/></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customXml" Target="../ink/ink32.xml"/><Relationship Id="rId1" Type="http://schemas.openxmlformats.org/officeDocument/2006/relationships/slideLayout" Target="../slideLayouts/slideLayout12.xml"/><Relationship Id="rId5" Type="http://schemas.openxmlformats.org/officeDocument/2006/relationships/image" Target="../media/image58.png"/><Relationship Id="rId4" Type="http://schemas.openxmlformats.org/officeDocument/2006/relationships/customXml" Target="../ink/ink33.xml"/></Relationships>
</file>

<file path=ppt/slides/_rels/slide35.xml.rels><?xml version="1.0" encoding="UTF-8" standalone="yes"?>
<Relationships xmlns="http://schemas.openxmlformats.org/package/2006/relationships"><Relationship Id="rId3" Type="http://schemas.openxmlformats.org/officeDocument/2006/relationships/customXml" Target="../ink/ink34.xml"/><Relationship Id="rId2" Type="http://schemas.openxmlformats.org/officeDocument/2006/relationships/image" Target="../media/image54.png"/><Relationship Id="rId1" Type="http://schemas.openxmlformats.org/officeDocument/2006/relationships/slideLayout" Target="../slideLayouts/slideLayout12.xml"/><Relationship Id="rId4" Type="http://schemas.openxmlformats.org/officeDocument/2006/relationships/image" Target="../media/image60.png"/></Relationships>
</file>

<file path=ppt/slides/_rels/slide3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customXml" Target="../ink/ink35.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customXml" Target="../ink/ink36.xml"/><Relationship Id="rId2" Type="http://schemas.openxmlformats.org/officeDocument/2006/relationships/image" Target="../media/image59.png"/><Relationship Id="rId1" Type="http://schemas.openxmlformats.org/officeDocument/2006/relationships/slideLayout" Target="../slideLayouts/slideLayout12.xml"/><Relationship Id="rId4" Type="http://schemas.openxmlformats.org/officeDocument/2006/relationships/image" Target="../media/image63.png"/></Relationships>
</file>

<file path=ppt/slides/_rels/slide38.xml.rels><?xml version="1.0" encoding="UTF-8" standalone="yes"?>
<Relationships xmlns="http://schemas.openxmlformats.org/package/2006/relationships"><Relationship Id="rId3" Type="http://schemas.openxmlformats.org/officeDocument/2006/relationships/customXml" Target="../ink/ink37.xml"/><Relationship Id="rId2" Type="http://schemas.openxmlformats.org/officeDocument/2006/relationships/image" Target="../media/image62.png"/><Relationship Id="rId1" Type="http://schemas.openxmlformats.org/officeDocument/2006/relationships/slideLayout" Target="../slideLayouts/slideLayout12.xml"/><Relationship Id="rId4" Type="http://schemas.openxmlformats.org/officeDocument/2006/relationships/image" Target="../media/image65.png"/></Relationships>
</file>

<file path=ppt/slides/_rels/slide3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4.png"/><Relationship Id="rId1" Type="http://schemas.openxmlformats.org/officeDocument/2006/relationships/slideLayout" Target="../slideLayouts/slideLayout12.xml"/><Relationship Id="rId6" Type="http://schemas.openxmlformats.org/officeDocument/2006/relationships/image" Target="../media/image69.png"/><Relationship Id="rId5" Type="http://schemas.openxmlformats.org/officeDocument/2006/relationships/customXml" Target="../ink/ink38.xml"/><Relationship Id="rId4" Type="http://schemas.openxmlformats.org/officeDocument/2006/relationships/image" Target="../media/image67.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362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p:cNvPicPr>
            <a:picLocks noChangeAspect="1"/>
          </p:cNvPicPr>
          <p:nvPr/>
        </p:nvPicPr>
        <p:blipFill>
          <a:blip r:embed="rId3"/>
          <a:stretch>
            <a:fillRect/>
          </a:stretch>
        </p:blipFill>
        <p:spPr>
          <a:xfrm>
            <a:off x="1323893" y="2279916"/>
            <a:ext cx="8893202" cy="2792827"/>
          </a:xfrm>
          <a:prstGeom prst="rect">
            <a:avLst/>
          </a:prstGeom>
        </p:spPr>
      </p:pic>
    </p:spTree>
    <p:extLst>
      <p:ext uri="{BB962C8B-B14F-4D97-AF65-F5344CB8AC3E}">
        <p14:creationId xmlns:p14="http://schemas.microsoft.com/office/powerpoint/2010/main" val="486590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99899" y="2693745"/>
            <a:ext cx="6192202" cy="1272389"/>
          </a:xfrm>
          <a:prstGeom prst="rect">
            <a:avLst/>
          </a:prstGeom>
          <a:solidFill>
            <a:srgbClr val="00206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DEEP LEARNING COURSE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FALL 2024</a:t>
            </a:r>
          </a:p>
        </p:txBody>
      </p:sp>
      <p:sp>
        <p:nvSpPr>
          <p:cNvPr id="4" name="Rectangle 3"/>
          <p:cNvSpPr/>
          <p:nvPr/>
        </p:nvSpPr>
        <p:spPr>
          <a:xfrm>
            <a:off x="0" y="0"/>
            <a:ext cx="12192000" cy="1362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p:cNvSpPr txBox="1"/>
          <p:nvPr/>
        </p:nvSpPr>
        <p:spPr>
          <a:xfrm>
            <a:off x="8107680" y="6263640"/>
            <a:ext cx="35204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Usman Khan, PhD</a:t>
            </a:r>
          </a:p>
        </p:txBody>
      </p:sp>
    </p:spTree>
    <p:extLst>
      <p:ext uri="{BB962C8B-B14F-4D97-AF65-F5344CB8AC3E}">
        <p14:creationId xmlns:p14="http://schemas.microsoft.com/office/powerpoint/2010/main" val="1188647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70160" y="53078"/>
            <a:ext cx="6323719"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SEQUENCE OF FILTERS THAT LEAD TO THE CLASSIFICATION</a:t>
            </a:r>
          </a:p>
        </p:txBody>
      </p:sp>
      <p:pic>
        <p:nvPicPr>
          <p:cNvPr id="2" name="Picture 1"/>
          <p:cNvPicPr>
            <a:picLocks noChangeAspect="1"/>
          </p:cNvPicPr>
          <p:nvPr/>
        </p:nvPicPr>
        <p:blipFill>
          <a:blip r:embed="rId2"/>
          <a:stretch>
            <a:fillRect/>
          </a:stretch>
        </p:blipFill>
        <p:spPr>
          <a:xfrm>
            <a:off x="1688063" y="828874"/>
            <a:ext cx="8687891" cy="4775291"/>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BF9B465A-FED8-605D-22BA-6EC852074E5E}"/>
                  </a:ext>
                </a:extLst>
              </p14:cNvPr>
              <p14:cNvContentPartPr/>
              <p14:nvPr/>
            </p14:nvContentPartPr>
            <p14:xfrm>
              <a:off x="2127240" y="2571840"/>
              <a:ext cx="9137880" cy="2483280"/>
            </p14:xfrm>
          </p:contentPart>
        </mc:Choice>
        <mc:Fallback xmlns="">
          <p:pic>
            <p:nvPicPr>
              <p:cNvPr id="3" name="Ink 2">
                <a:extLst>
                  <a:ext uri="{FF2B5EF4-FFF2-40B4-BE49-F238E27FC236}">
                    <a16:creationId xmlns:a16="http://schemas.microsoft.com/office/drawing/2014/main" id="{BF9B465A-FED8-605D-22BA-6EC852074E5E}"/>
                  </a:ext>
                </a:extLst>
              </p:cNvPr>
              <p:cNvPicPr/>
              <p:nvPr/>
            </p:nvPicPr>
            <p:blipFill>
              <a:blip r:embed="rId4"/>
              <a:stretch>
                <a:fillRect/>
              </a:stretch>
            </p:blipFill>
            <p:spPr>
              <a:xfrm>
                <a:off x="2117880" y="2562480"/>
                <a:ext cx="9156600" cy="250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50022A0F-CF5C-4D42-31C2-2273CED34613}"/>
                  </a:ext>
                </a:extLst>
              </p14:cNvPr>
              <p14:cNvContentPartPr/>
              <p14:nvPr/>
            </p14:nvContentPartPr>
            <p14:xfrm>
              <a:off x="3448080" y="1625760"/>
              <a:ext cx="8407800" cy="4660920"/>
            </p14:xfrm>
          </p:contentPart>
        </mc:Choice>
        <mc:Fallback xmlns="">
          <p:pic>
            <p:nvPicPr>
              <p:cNvPr id="5" name="Ink 4">
                <a:extLst>
                  <a:ext uri="{FF2B5EF4-FFF2-40B4-BE49-F238E27FC236}">
                    <a16:creationId xmlns:a16="http://schemas.microsoft.com/office/drawing/2014/main" id="{50022A0F-CF5C-4D42-31C2-2273CED34613}"/>
                  </a:ext>
                </a:extLst>
              </p:cNvPr>
              <p:cNvPicPr/>
              <p:nvPr/>
            </p:nvPicPr>
            <p:blipFill>
              <a:blip r:embed="rId6"/>
              <a:stretch>
                <a:fillRect/>
              </a:stretch>
            </p:blipFill>
            <p:spPr>
              <a:xfrm>
                <a:off x="3438720" y="1616400"/>
                <a:ext cx="8426520" cy="4679640"/>
              </a:xfrm>
              <a:prstGeom prst="rect">
                <a:avLst/>
              </a:prstGeom>
            </p:spPr>
          </p:pic>
        </mc:Fallback>
      </mc:AlternateContent>
    </p:spTree>
    <p:extLst>
      <p:ext uri="{BB962C8B-B14F-4D97-AF65-F5344CB8AC3E}">
        <p14:creationId xmlns:p14="http://schemas.microsoft.com/office/powerpoint/2010/main" val="4075419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34254" y="53078"/>
            <a:ext cx="3395545"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WHAT IS THE ULTIMATE GOAL</a:t>
            </a:r>
          </a:p>
        </p:txBody>
      </p:sp>
      <p:pic>
        <p:nvPicPr>
          <p:cNvPr id="3" name="Picture 2"/>
          <p:cNvPicPr>
            <a:picLocks noChangeAspect="1"/>
          </p:cNvPicPr>
          <p:nvPr/>
        </p:nvPicPr>
        <p:blipFill>
          <a:blip r:embed="rId2"/>
          <a:stretch>
            <a:fillRect/>
          </a:stretch>
        </p:blipFill>
        <p:spPr>
          <a:xfrm>
            <a:off x="2034198" y="1370721"/>
            <a:ext cx="6324260" cy="4005951"/>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43D6A55-6CC8-E9D4-86EC-A08F21BB33D5}"/>
                  </a:ext>
                </a:extLst>
              </p14:cNvPr>
              <p14:cNvContentPartPr/>
              <p14:nvPr/>
            </p14:nvContentPartPr>
            <p14:xfrm>
              <a:off x="1936800" y="1244520"/>
              <a:ext cx="7283880" cy="4001040"/>
            </p14:xfrm>
          </p:contentPart>
        </mc:Choice>
        <mc:Fallback xmlns="">
          <p:pic>
            <p:nvPicPr>
              <p:cNvPr id="2" name="Ink 1">
                <a:extLst>
                  <a:ext uri="{FF2B5EF4-FFF2-40B4-BE49-F238E27FC236}">
                    <a16:creationId xmlns:a16="http://schemas.microsoft.com/office/drawing/2014/main" id="{643D6A55-6CC8-E9D4-86EC-A08F21BB33D5}"/>
                  </a:ext>
                </a:extLst>
              </p:cNvPr>
              <p:cNvPicPr/>
              <p:nvPr/>
            </p:nvPicPr>
            <p:blipFill>
              <a:blip r:embed="rId4"/>
              <a:stretch>
                <a:fillRect/>
              </a:stretch>
            </p:blipFill>
            <p:spPr>
              <a:xfrm>
                <a:off x="1927440" y="1235160"/>
                <a:ext cx="7302600" cy="4019760"/>
              </a:xfrm>
              <a:prstGeom prst="rect">
                <a:avLst/>
              </a:prstGeom>
            </p:spPr>
          </p:pic>
        </mc:Fallback>
      </mc:AlternateContent>
    </p:spTree>
    <p:extLst>
      <p:ext uri="{BB962C8B-B14F-4D97-AF65-F5344CB8AC3E}">
        <p14:creationId xmlns:p14="http://schemas.microsoft.com/office/powerpoint/2010/main" val="2784241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44893" y="53078"/>
            <a:ext cx="2974277"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THE OBJECTIVE FUNCTION</a:t>
            </a:r>
          </a:p>
        </p:txBody>
      </p:sp>
      <p:pic>
        <p:nvPicPr>
          <p:cNvPr id="5" name="Picture 4"/>
          <p:cNvPicPr>
            <a:picLocks noChangeAspect="1"/>
          </p:cNvPicPr>
          <p:nvPr/>
        </p:nvPicPr>
        <p:blipFill>
          <a:blip r:embed="rId2"/>
          <a:stretch>
            <a:fillRect/>
          </a:stretch>
        </p:blipFill>
        <p:spPr>
          <a:xfrm>
            <a:off x="2698040" y="1432390"/>
            <a:ext cx="6089344" cy="5102691"/>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2153777-A94E-4C63-BFA9-8EE634AEDC07}"/>
                  </a:ext>
                </a:extLst>
              </p14:cNvPr>
              <p14:cNvContentPartPr/>
              <p14:nvPr/>
            </p14:nvContentPartPr>
            <p14:xfrm>
              <a:off x="5505480" y="1873080"/>
              <a:ext cx="3105360" cy="4413600"/>
            </p14:xfrm>
          </p:contentPart>
        </mc:Choice>
        <mc:Fallback xmlns="">
          <p:pic>
            <p:nvPicPr>
              <p:cNvPr id="2" name="Ink 1">
                <a:extLst>
                  <a:ext uri="{FF2B5EF4-FFF2-40B4-BE49-F238E27FC236}">
                    <a16:creationId xmlns:a16="http://schemas.microsoft.com/office/drawing/2014/main" id="{72153777-A94E-4C63-BFA9-8EE634AEDC07}"/>
                  </a:ext>
                </a:extLst>
              </p:cNvPr>
              <p:cNvPicPr/>
              <p:nvPr/>
            </p:nvPicPr>
            <p:blipFill>
              <a:blip r:embed="rId4"/>
              <a:stretch>
                <a:fillRect/>
              </a:stretch>
            </p:blipFill>
            <p:spPr>
              <a:xfrm>
                <a:off x="5496120" y="1863720"/>
                <a:ext cx="3124080" cy="4432320"/>
              </a:xfrm>
              <a:prstGeom prst="rect">
                <a:avLst/>
              </a:prstGeom>
            </p:spPr>
          </p:pic>
        </mc:Fallback>
      </mc:AlternateContent>
    </p:spTree>
    <p:extLst>
      <p:ext uri="{BB962C8B-B14F-4D97-AF65-F5344CB8AC3E}">
        <p14:creationId xmlns:p14="http://schemas.microsoft.com/office/powerpoint/2010/main" val="2889634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87272" y="53078"/>
            <a:ext cx="5089535"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ADJUSTMENT OF WEIGHTS BY THE OPTIMIZER</a:t>
            </a:r>
          </a:p>
        </p:txBody>
      </p:sp>
      <p:pic>
        <p:nvPicPr>
          <p:cNvPr id="2" name="Picture 1"/>
          <p:cNvPicPr>
            <a:picLocks noChangeAspect="1"/>
          </p:cNvPicPr>
          <p:nvPr/>
        </p:nvPicPr>
        <p:blipFill>
          <a:blip r:embed="rId3"/>
          <a:stretch>
            <a:fillRect/>
          </a:stretch>
        </p:blipFill>
        <p:spPr>
          <a:xfrm>
            <a:off x="2739204" y="1443818"/>
            <a:ext cx="5730631" cy="4792390"/>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2E489D75-2708-BB93-3249-7929E0294F71}"/>
                  </a:ext>
                </a:extLst>
              </p14:cNvPr>
              <p14:cNvContentPartPr/>
              <p14:nvPr/>
            </p14:nvContentPartPr>
            <p14:xfrm>
              <a:off x="235080" y="774720"/>
              <a:ext cx="11474640" cy="5258160"/>
            </p14:xfrm>
          </p:contentPart>
        </mc:Choice>
        <mc:Fallback xmlns="">
          <p:pic>
            <p:nvPicPr>
              <p:cNvPr id="3" name="Ink 2">
                <a:extLst>
                  <a:ext uri="{FF2B5EF4-FFF2-40B4-BE49-F238E27FC236}">
                    <a16:creationId xmlns:a16="http://schemas.microsoft.com/office/drawing/2014/main" id="{2E489D75-2708-BB93-3249-7929E0294F71}"/>
                  </a:ext>
                </a:extLst>
              </p:cNvPr>
              <p:cNvPicPr/>
              <p:nvPr/>
            </p:nvPicPr>
            <p:blipFill>
              <a:blip r:embed="rId5"/>
              <a:stretch>
                <a:fillRect/>
              </a:stretch>
            </p:blipFill>
            <p:spPr>
              <a:xfrm>
                <a:off x="225720" y="765360"/>
                <a:ext cx="11493360" cy="5276880"/>
              </a:xfrm>
              <a:prstGeom prst="rect">
                <a:avLst/>
              </a:prstGeom>
            </p:spPr>
          </p:pic>
        </mc:Fallback>
      </mc:AlternateContent>
    </p:spTree>
    <p:extLst>
      <p:ext uri="{BB962C8B-B14F-4D97-AF65-F5344CB8AC3E}">
        <p14:creationId xmlns:p14="http://schemas.microsoft.com/office/powerpoint/2010/main" val="87238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34869" y="53078"/>
            <a:ext cx="4394281"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HIDDEN LAYERS ACTIVATION FUNCTION</a:t>
            </a:r>
          </a:p>
        </p:txBody>
      </p:sp>
      <p:sp>
        <p:nvSpPr>
          <p:cNvPr id="15" name="Oval 14"/>
          <p:cNvSpPr/>
          <p:nvPr/>
        </p:nvSpPr>
        <p:spPr>
          <a:xfrm>
            <a:off x="1517904" y="1764792"/>
            <a:ext cx="804672" cy="8321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Oval 15"/>
          <p:cNvSpPr/>
          <p:nvPr/>
        </p:nvSpPr>
        <p:spPr>
          <a:xfrm>
            <a:off x="1517904" y="3105912"/>
            <a:ext cx="804672" cy="8321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p:cNvSpPr/>
          <p:nvPr/>
        </p:nvSpPr>
        <p:spPr>
          <a:xfrm>
            <a:off x="1517904" y="4721352"/>
            <a:ext cx="804672" cy="8321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p:cNvSpPr/>
          <p:nvPr/>
        </p:nvSpPr>
        <p:spPr>
          <a:xfrm>
            <a:off x="4788408" y="921056"/>
            <a:ext cx="804672" cy="8321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p:cNvSpPr/>
          <p:nvPr/>
        </p:nvSpPr>
        <p:spPr>
          <a:xfrm>
            <a:off x="4812792" y="2180844"/>
            <a:ext cx="804672" cy="8321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Oval 19"/>
          <p:cNvSpPr/>
          <p:nvPr/>
        </p:nvSpPr>
        <p:spPr>
          <a:xfrm>
            <a:off x="4806696" y="3343656"/>
            <a:ext cx="804672" cy="8321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Oval 20"/>
          <p:cNvSpPr/>
          <p:nvPr/>
        </p:nvSpPr>
        <p:spPr>
          <a:xfrm>
            <a:off x="4812792" y="4506468"/>
            <a:ext cx="804672" cy="8321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Oval 21"/>
          <p:cNvSpPr/>
          <p:nvPr/>
        </p:nvSpPr>
        <p:spPr>
          <a:xfrm>
            <a:off x="4806696" y="5596688"/>
            <a:ext cx="804672" cy="8321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Oval 22"/>
          <p:cNvSpPr/>
          <p:nvPr/>
        </p:nvSpPr>
        <p:spPr>
          <a:xfrm>
            <a:off x="8229150" y="3012948"/>
            <a:ext cx="804672" cy="8321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5" name="Straight Arrow Connector 24"/>
          <p:cNvCxnSpPr>
            <a:stCxn id="15" idx="7"/>
            <a:endCxn id="18" idx="2"/>
          </p:cNvCxnSpPr>
          <p:nvPr/>
        </p:nvCxnSpPr>
        <p:spPr>
          <a:xfrm flipV="1">
            <a:off x="2204735" y="1337108"/>
            <a:ext cx="2583673" cy="5495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6" idx="7"/>
          </p:cNvCxnSpPr>
          <p:nvPr/>
        </p:nvCxnSpPr>
        <p:spPr>
          <a:xfrm flipV="1">
            <a:off x="2204735" y="1454176"/>
            <a:ext cx="2601961" cy="17735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7" idx="6"/>
            <a:endCxn id="18" idx="3"/>
          </p:cNvCxnSpPr>
          <p:nvPr/>
        </p:nvCxnSpPr>
        <p:spPr>
          <a:xfrm flipV="1">
            <a:off x="2322576" y="1631301"/>
            <a:ext cx="2583673" cy="35061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5" idx="6"/>
            <a:endCxn id="19" idx="2"/>
          </p:cNvCxnSpPr>
          <p:nvPr/>
        </p:nvCxnSpPr>
        <p:spPr>
          <a:xfrm>
            <a:off x="2322576" y="2180844"/>
            <a:ext cx="2490216" cy="416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6" idx="6"/>
            <a:endCxn id="19" idx="3"/>
          </p:cNvCxnSpPr>
          <p:nvPr/>
        </p:nvCxnSpPr>
        <p:spPr>
          <a:xfrm flipV="1">
            <a:off x="2322576" y="2891089"/>
            <a:ext cx="2608057" cy="6308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p:cNvCxnSpPr>
            <a:stCxn id="17" idx="7"/>
          </p:cNvCxnSpPr>
          <p:nvPr/>
        </p:nvCxnSpPr>
        <p:spPr>
          <a:xfrm flipV="1">
            <a:off x="2204735" y="3012948"/>
            <a:ext cx="2725898" cy="1830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5" idx="5"/>
          </p:cNvCxnSpPr>
          <p:nvPr/>
        </p:nvCxnSpPr>
        <p:spPr>
          <a:xfrm>
            <a:off x="2204735" y="2475037"/>
            <a:ext cx="2583673" cy="11551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16" idx="5"/>
            <a:endCxn id="20" idx="2"/>
          </p:cNvCxnSpPr>
          <p:nvPr/>
        </p:nvCxnSpPr>
        <p:spPr>
          <a:xfrm flipV="1">
            <a:off x="2204735" y="3759708"/>
            <a:ext cx="2601961" cy="564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2322576" y="3885407"/>
            <a:ext cx="2484120" cy="1367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6" idx="4"/>
          </p:cNvCxnSpPr>
          <p:nvPr/>
        </p:nvCxnSpPr>
        <p:spPr>
          <a:xfrm>
            <a:off x="1920240" y="3938016"/>
            <a:ext cx="2886456" cy="769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5" idx="4"/>
            <a:endCxn id="21" idx="0"/>
          </p:cNvCxnSpPr>
          <p:nvPr/>
        </p:nvCxnSpPr>
        <p:spPr>
          <a:xfrm>
            <a:off x="1920240" y="2596896"/>
            <a:ext cx="3294888" cy="1909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7" idx="5"/>
          </p:cNvCxnSpPr>
          <p:nvPr/>
        </p:nvCxnSpPr>
        <p:spPr>
          <a:xfrm flipV="1">
            <a:off x="2204735" y="5051370"/>
            <a:ext cx="2583673" cy="380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5" idx="4"/>
          </p:cNvCxnSpPr>
          <p:nvPr/>
        </p:nvCxnSpPr>
        <p:spPr>
          <a:xfrm>
            <a:off x="1920240" y="2596896"/>
            <a:ext cx="3004297" cy="3029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6" idx="4"/>
            <a:endCxn id="22" idx="2"/>
          </p:cNvCxnSpPr>
          <p:nvPr/>
        </p:nvCxnSpPr>
        <p:spPr>
          <a:xfrm>
            <a:off x="1920240" y="3938016"/>
            <a:ext cx="2886456" cy="2074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7" idx="4"/>
          </p:cNvCxnSpPr>
          <p:nvPr/>
        </p:nvCxnSpPr>
        <p:spPr>
          <a:xfrm>
            <a:off x="1920240" y="5553456"/>
            <a:ext cx="2986009" cy="5821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8" idx="6"/>
            <a:endCxn id="23" idx="2"/>
          </p:cNvCxnSpPr>
          <p:nvPr/>
        </p:nvCxnSpPr>
        <p:spPr>
          <a:xfrm>
            <a:off x="5593080" y="1337108"/>
            <a:ext cx="2636070" cy="20918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19" idx="6"/>
            <a:endCxn id="23" idx="2"/>
          </p:cNvCxnSpPr>
          <p:nvPr/>
        </p:nvCxnSpPr>
        <p:spPr>
          <a:xfrm>
            <a:off x="5617464" y="2596896"/>
            <a:ext cx="2611686" cy="8321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0" idx="6"/>
            <a:endCxn id="23" idx="2"/>
          </p:cNvCxnSpPr>
          <p:nvPr/>
        </p:nvCxnSpPr>
        <p:spPr>
          <a:xfrm flipV="1">
            <a:off x="5611368" y="3429000"/>
            <a:ext cx="2617782" cy="330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21" idx="6"/>
            <a:endCxn id="23" idx="2"/>
          </p:cNvCxnSpPr>
          <p:nvPr/>
        </p:nvCxnSpPr>
        <p:spPr>
          <a:xfrm flipV="1">
            <a:off x="5617464" y="3429000"/>
            <a:ext cx="2611686" cy="14935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22" idx="6"/>
            <a:endCxn id="23" idx="2"/>
          </p:cNvCxnSpPr>
          <p:nvPr/>
        </p:nvCxnSpPr>
        <p:spPr>
          <a:xfrm flipV="1">
            <a:off x="5611368" y="3429000"/>
            <a:ext cx="2617782" cy="2583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0" name="Picture 49"/>
          <p:cNvPicPr>
            <a:picLocks noChangeAspect="1"/>
          </p:cNvPicPr>
          <p:nvPr/>
        </p:nvPicPr>
        <p:blipFill>
          <a:blip r:embed="rId2"/>
          <a:stretch>
            <a:fillRect/>
          </a:stretch>
        </p:blipFill>
        <p:spPr>
          <a:xfrm>
            <a:off x="8176753" y="1595132"/>
            <a:ext cx="2426369" cy="1251027"/>
          </a:xfrm>
          <a:prstGeom prst="rect">
            <a:avLst/>
          </a:prstGeom>
        </p:spPr>
      </p:pic>
      <p:pic>
        <p:nvPicPr>
          <p:cNvPr id="51" name="Picture 50"/>
          <p:cNvPicPr>
            <a:picLocks noChangeAspect="1"/>
          </p:cNvPicPr>
          <p:nvPr/>
        </p:nvPicPr>
        <p:blipFill>
          <a:blip r:embed="rId3"/>
          <a:stretch>
            <a:fillRect/>
          </a:stretch>
        </p:blipFill>
        <p:spPr>
          <a:xfrm>
            <a:off x="5793998" y="609617"/>
            <a:ext cx="1972135" cy="1002262"/>
          </a:xfrm>
          <a:prstGeom prst="rect">
            <a:avLst/>
          </a:prstGeom>
        </p:spPr>
      </p:pic>
      <p:sp>
        <p:nvSpPr>
          <p:cNvPr id="52" name="Left Brace 51"/>
          <p:cNvSpPr/>
          <p:nvPr/>
        </p:nvSpPr>
        <p:spPr>
          <a:xfrm rot="16200000">
            <a:off x="5057224" y="6365235"/>
            <a:ext cx="267041" cy="639800"/>
          </a:xfrm>
          <a:prstGeom prst="leftBrace">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Left Brace 52"/>
          <p:cNvSpPr/>
          <p:nvPr/>
        </p:nvSpPr>
        <p:spPr>
          <a:xfrm rot="16200000">
            <a:off x="8497967" y="3869573"/>
            <a:ext cx="267041" cy="639800"/>
          </a:xfrm>
          <a:prstGeom prst="leftBrace">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Left Brace 53"/>
          <p:cNvSpPr/>
          <p:nvPr/>
        </p:nvSpPr>
        <p:spPr>
          <a:xfrm rot="16200000">
            <a:off x="1869154" y="5695236"/>
            <a:ext cx="267041" cy="639800"/>
          </a:xfrm>
          <a:prstGeom prst="leftBrace">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Box 54"/>
          <p:cNvSpPr txBox="1"/>
          <p:nvPr/>
        </p:nvSpPr>
        <p:spPr>
          <a:xfrm>
            <a:off x="5611368" y="6551614"/>
            <a:ext cx="152704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Hidden Layer</a:t>
            </a:r>
          </a:p>
        </p:txBody>
      </p:sp>
      <p:sp>
        <p:nvSpPr>
          <p:cNvPr id="56" name="TextBox 55"/>
          <p:cNvSpPr txBox="1"/>
          <p:nvPr/>
        </p:nvSpPr>
        <p:spPr>
          <a:xfrm>
            <a:off x="8015747" y="4553188"/>
            <a:ext cx="152704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Output Layer</a:t>
            </a:r>
          </a:p>
        </p:txBody>
      </p:sp>
      <p:sp>
        <p:nvSpPr>
          <p:cNvPr id="57" name="TextBox 56"/>
          <p:cNvSpPr txBox="1"/>
          <p:nvPr/>
        </p:nvSpPr>
        <p:spPr>
          <a:xfrm>
            <a:off x="1593611" y="6396526"/>
            <a:ext cx="152704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Input Layer</a:t>
            </a: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3F3F230-8FA9-7871-DE3E-93DFFA1DC20F}"/>
                  </a:ext>
                </a:extLst>
              </p14:cNvPr>
              <p14:cNvContentPartPr/>
              <p14:nvPr/>
            </p14:nvContentPartPr>
            <p14:xfrm>
              <a:off x="946080" y="698400"/>
              <a:ext cx="11125800" cy="5264640"/>
            </p14:xfrm>
          </p:contentPart>
        </mc:Choice>
        <mc:Fallback xmlns="">
          <p:pic>
            <p:nvPicPr>
              <p:cNvPr id="2" name="Ink 1">
                <a:extLst>
                  <a:ext uri="{FF2B5EF4-FFF2-40B4-BE49-F238E27FC236}">
                    <a16:creationId xmlns:a16="http://schemas.microsoft.com/office/drawing/2014/main" id="{53F3F230-8FA9-7871-DE3E-93DFFA1DC20F}"/>
                  </a:ext>
                </a:extLst>
              </p:cNvPr>
              <p:cNvPicPr/>
              <p:nvPr/>
            </p:nvPicPr>
            <p:blipFill>
              <a:blip r:embed="rId5"/>
              <a:stretch>
                <a:fillRect/>
              </a:stretch>
            </p:blipFill>
            <p:spPr>
              <a:xfrm>
                <a:off x="936720" y="689040"/>
                <a:ext cx="11144520" cy="5283360"/>
              </a:xfrm>
              <a:prstGeom prst="rect">
                <a:avLst/>
              </a:prstGeom>
            </p:spPr>
          </p:pic>
        </mc:Fallback>
      </mc:AlternateContent>
    </p:spTree>
    <p:extLst>
      <p:ext uri="{BB962C8B-B14F-4D97-AF65-F5344CB8AC3E}">
        <p14:creationId xmlns:p14="http://schemas.microsoft.com/office/powerpoint/2010/main" val="3218257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36062" y="53078"/>
            <a:ext cx="9591985"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A SIMPLE EXAMPLE OF FORWARD &amp; BACKWARD PROPAGATION OF A NEURAL NETWORK</a:t>
            </a:r>
          </a:p>
        </p:txBody>
      </p:sp>
      <p:sp>
        <p:nvSpPr>
          <p:cNvPr id="5" name="Rectangle 4"/>
          <p:cNvSpPr/>
          <p:nvPr/>
        </p:nvSpPr>
        <p:spPr>
          <a:xfrm>
            <a:off x="521208" y="1099048"/>
            <a:ext cx="11430000" cy="378565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Mathematical Intuition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Let's consider a simple neural network with one input, one hidden layer with one neuron, and one output neuron.</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Input: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x</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Hidden layer weight: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w1</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Hidden layer bias: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b1</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Output layer weight: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w2</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Output layer bias: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b2</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Activation function: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sigmoid (</a:t>
            </a:r>
            <a:r>
              <a:rPr kumimoji="0" lang="el-GR" sz="2400" b="0" i="0" u="none" strike="noStrike" kern="1200" cap="none" spc="0" normalizeH="0" baseline="0" noProof="0" dirty="0">
                <a:ln>
                  <a:noFill/>
                </a:ln>
                <a:solidFill>
                  <a:prstClr val="black"/>
                </a:solidFill>
                <a:effectLst/>
                <a:uLnTx/>
                <a:uFillTx/>
                <a:latin typeface="Calibri" panose="020F0502020204030204"/>
                <a:ea typeface="+mn-ea"/>
                <a:cs typeface="+mn-cs"/>
              </a:rPr>
              <a:t>σ)</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6883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36062" y="53078"/>
            <a:ext cx="9591985"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A SIMPLE EXAMPLE OF FORWARD &amp; BACKWARD PROPAGATION OF A NEURAL NETWORK</a:t>
            </a:r>
          </a:p>
        </p:txBody>
      </p:sp>
      <p:sp>
        <p:nvSpPr>
          <p:cNvPr id="12" name="Rectangle 11"/>
          <p:cNvSpPr/>
          <p:nvPr/>
        </p:nvSpPr>
        <p:spPr>
          <a:xfrm>
            <a:off x="70166" y="603504"/>
            <a:ext cx="11923776" cy="6001643"/>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Forward pass: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Hidden layer output: h = σ(w1 * x + b1)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Output: y = σ(w2 * h + b2)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Loss function (MSE):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 = (y - t)² (where t is the target output)</a:t>
            </a:r>
            <a:endPar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Backward pass (gradient calculation):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∂L/∂y = 2(y - 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∂L/∂w2 = ∂L/∂y * ∂y/∂w2 = 2(y - t) * </a:t>
            </a:r>
            <a:r>
              <a:rPr kumimoji="0" lang="el-GR" sz="2400" b="0" i="0" u="none" strike="noStrike" kern="1200" cap="none" spc="0" normalizeH="0" baseline="0" noProof="0" dirty="0">
                <a:ln>
                  <a:noFill/>
                </a:ln>
                <a:solidFill>
                  <a:prstClr val="black"/>
                </a:solidFill>
                <a:effectLst/>
                <a:uLnTx/>
                <a:uFillTx/>
                <a:latin typeface="Calibri" panose="020F0502020204030204"/>
                <a:ea typeface="+mn-ea"/>
                <a:cs typeface="+mn-cs"/>
              </a:rPr>
              <a:t>σ'(</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w2 * h + b2) * 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∂L/∂b2 = ∂L/∂y * ∂y/∂b2 = 2(y - t) * </a:t>
            </a:r>
            <a:r>
              <a:rPr kumimoji="0" lang="el-GR" sz="2400" b="0" i="0" u="none" strike="noStrike" kern="1200" cap="none" spc="0" normalizeH="0" baseline="0" noProof="0" dirty="0">
                <a:ln>
                  <a:noFill/>
                </a:ln>
                <a:solidFill>
                  <a:prstClr val="black"/>
                </a:solidFill>
                <a:effectLst/>
                <a:uLnTx/>
                <a:uFillTx/>
                <a:latin typeface="Calibri" panose="020F0502020204030204"/>
                <a:ea typeface="+mn-ea"/>
                <a:cs typeface="+mn-cs"/>
              </a:rPr>
              <a:t>σ'(</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w2 * h + b2)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∂L/∂w1 = ∂L/∂y * ∂y/∂h * ∂h/∂w1 = 2(y - t) * </a:t>
            </a:r>
            <a:r>
              <a:rPr kumimoji="0" lang="el-GR" sz="2400" b="0" i="0" u="none" strike="noStrike" kern="1200" cap="none" spc="0" normalizeH="0" baseline="0" noProof="0" dirty="0">
                <a:ln>
                  <a:noFill/>
                </a:ln>
                <a:solidFill>
                  <a:prstClr val="black"/>
                </a:solidFill>
                <a:effectLst/>
                <a:uLnTx/>
                <a:uFillTx/>
                <a:latin typeface="Calibri" panose="020F0502020204030204"/>
                <a:ea typeface="+mn-ea"/>
                <a:cs typeface="+mn-cs"/>
              </a:rPr>
              <a:t>σ'(</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w2 * h + b2) * w2 * </a:t>
            </a:r>
            <a:r>
              <a:rPr kumimoji="0" lang="el-GR" sz="2400" b="0" i="0" u="none" strike="noStrike" kern="1200" cap="none" spc="0" normalizeH="0" baseline="0" noProof="0" dirty="0">
                <a:ln>
                  <a:noFill/>
                </a:ln>
                <a:solidFill>
                  <a:prstClr val="black"/>
                </a:solidFill>
                <a:effectLst/>
                <a:uLnTx/>
                <a:uFillTx/>
                <a:latin typeface="Calibri" panose="020F0502020204030204"/>
                <a:ea typeface="+mn-ea"/>
                <a:cs typeface="+mn-cs"/>
              </a:rPr>
              <a:t>σ'(</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w1 * x + b1) * 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∂L/∂b1 = ∂L/∂y * ∂y/∂h * ∂h/∂b1 = 2(y - t) * </a:t>
            </a:r>
            <a:r>
              <a:rPr kumimoji="0" lang="el-GR" sz="2400" b="0" i="0" u="none" strike="noStrike" kern="1200" cap="none" spc="0" normalizeH="0" baseline="0" noProof="0" dirty="0">
                <a:ln>
                  <a:noFill/>
                </a:ln>
                <a:solidFill>
                  <a:prstClr val="black"/>
                </a:solidFill>
                <a:effectLst/>
                <a:uLnTx/>
                <a:uFillTx/>
                <a:latin typeface="Calibri" panose="020F0502020204030204"/>
                <a:ea typeface="+mn-ea"/>
                <a:cs typeface="+mn-cs"/>
              </a:rPr>
              <a:t>σ'(</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w2 * h + b2) * w2 * </a:t>
            </a:r>
            <a:r>
              <a:rPr kumimoji="0" lang="el-GR" sz="2400" b="0" i="0" u="none" strike="noStrike" kern="1200" cap="none" spc="0" normalizeH="0" baseline="0" noProof="0" dirty="0">
                <a:ln>
                  <a:noFill/>
                </a:ln>
                <a:solidFill>
                  <a:prstClr val="black"/>
                </a:solidFill>
                <a:effectLst/>
                <a:uLnTx/>
                <a:uFillTx/>
                <a:latin typeface="Calibri" panose="020F0502020204030204"/>
                <a:ea typeface="+mn-ea"/>
                <a:cs typeface="+mn-cs"/>
              </a:rPr>
              <a:t>σ'(</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w1 * x + b1)</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Weight and bias update: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w2 = w2 - </a:t>
            </a:r>
            <a:r>
              <a:rPr kumimoji="0" lang="el-GR" sz="2400" b="0" i="0" u="none" strike="noStrike" kern="1200" cap="none" spc="0" normalizeH="0" baseline="0" noProof="0" dirty="0">
                <a:ln>
                  <a:noFill/>
                </a:ln>
                <a:solidFill>
                  <a:prstClr val="black"/>
                </a:solidFill>
                <a:effectLst/>
                <a:uLnTx/>
                <a:uFillTx/>
                <a:latin typeface="Calibri" panose="020F0502020204030204"/>
                <a:ea typeface="+mn-ea"/>
                <a:cs typeface="+mn-cs"/>
              </a:rPr>
              <a:t>α *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L/∂w2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b2 = b2 - </a:t>
            </a:r>
            <a:r>
              <a:rPr kumimoji="0" lang="el-GR" sz="2400" b="0" i="0" u="none" strike="noStrike" kern="1200" cap="none" spc="0" normalizeH="0" baseline="0" noProof="0" dirty="0">
                <a:ln>
                  <a:noFill/>
                </a:ln>
                <a:solidFill>
                  <a:prstClr val="black"/>
                </a:solidFill>
                <a:effectLst/>
                <a:uLnTx/>
                <a:uFillTx/>
                <a:latin typeface="Calibri" panose="020F0502020204030204"/>
                <a:ea typeface="+mn-ea"/>
                <a:cs typeface="+mn-cs"/>
              </a:rPr>
              <a:t>α *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L/∂b2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w1 = w1 - </a:t>
            </a:r>
            <a:r>
              <a:rPr kumimoji="0" lang="el-GR" sz="2400" b="0" i="0" u="none" strike="noStrike" kern="1200" cap="none" spc="0" normalizeH="0" baseline="0" noProof="0" dirty="0">
                <a:ln>
                  <a:noFill/>
                </a:ln>
                <a:solidFill>
                  <a:prstClr val="black"/>
                </a:solidFill>
                <a:effectLst/>
                <a:uLnTx/>
                <a:uFillTx/>
                <a:latin typeface="Calibri" panose="020F0502020204030204"/>
                <a:ea typeface="+mn-ea"/>
                <a:cs typeface="+mn-cs"/>
              </a:rPr>
              <a:t>α *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L/∂w1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b1 = b1 - </a:t>
            </a:r>
            <a:r>
              <a:rPr kumimoji="0" lang="el-GR" sz="2400" b="0" i="0" u="none" strike="noStrike" kern="1200" cap="none" spc="0" normalizeH="0" baseline="0" noProof="0" dirty="0">
                <a:ln>
                  <a:noFill/>
                </a:ln>
                <a:solidFill>
                  <a:prstClr val="black"/>
                </a:solidFill>
                <a:effectLst/>
                <a:uLnTx/>
                <a:uFillTx/>
                <a:latin typeface="Calibri" panose="020F0502020204030204"/>
                <a:ea typeface="+mn-ea"/>
                <a:cs typeface="+mn-cs"/>
              </a:rPr>
              <a:t>α *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L/∂b1</a:t>
            </a:r>
          </a:p>
        </p:txBody>
      </p:sp>
      <p:sp>
        <p:nvSpPr>
          <p:cNvPr id="3" name="TextBox 2"/>
          <p:cNvSpPr txBox="1"/>
          <p:nvPr/>
        </p:nvSpPr>
        <p:spPr>
          <a:xfrm>
            <a:off x="7269480" y="5833873"/>
            <a:ext cx="345643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(where </a:t>
            </a:r>
            <a:r>
              <a:rPr kumimoji="0" lang="el-GR" sz="1800" b="1" i="0" u="none" strike="noStrike" kern="1200" cap="none" spc="0" normalizeH="0" baseline="0" noProof="0" dirty="0">
                <a:ln>
                  <a:noFill/>
                </a:ln>
                <a:solidFill>
                  <a:prstClr val="black"/>
                </a:solidFill>
                <a:effectLst/>
                <a:uLnTx/>
                <a:uFillTx/>
                <a:latin typeface="Calibri" panose="020F0502020204030204"/>
                <a:ea typeface="+mn-ea"/>
                <a:cs typeface="+mn-cs"/>
              </a:rPr>
              <a:t>α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is the learning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Oval 5"/>
          <p:cNvSpPr/>
          <p:nvPr/>
        </p:nvSpPr>
        <p:spPr>
          <a:xfrm>
            <a:off x="7269480" y="1664208"/>
            <a:ext cx="722376" cy="603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Oval 7"/>
          <p:cNvSpPr/>
          <p:nvPr/>
        </p:nvSpPr>
        <p:spPr>
          <a:xfrm>
            <a:off x="8793480" y="1664208"/>
            <a:ext cx="722376" cy="603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9" name="Straight Arrow Connector 8"/>
          <p:cNvCxnSpPr/>
          <p:nvPr/>
        </p:nvCxnSpPr>
        <p:spPr>
          <a:xfrm>
            <a:off x="6281928" y="1965960"/>
            <a:ext cx="98755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7991856" y="1965960"/>
            <a:ext cx="8016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9515856" y="1972056"/>
            <a:ext cx="8016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6" idx="0"/>
          </p:cNvCxnSpPr>
          <p:nvPr/>
        </p:nvCxnSpPr>
        <p:spPr>
          <a:xfrm>
            <a:off x="6656832" y="1133856"/>
            <a:ext cx="973836" cy="5303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6" idx="4"/>
          </p:cNvCxnSpPr>
          <p:nvPr/>
        </p:nvCxnSpPr>
        <p:spPr>
          <a:xfrm flipV="1">
            <a:off x="6931152" y="2267712"/>
            <a:ext cx="699516" cy="6720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p:cNvSpPr txBox="1"/>
              <p:nvPr/>
            </p:nvSpPr>
            <p:spPr>
              <a:xfrm>
                <a:off x="6931152" y="1029700"/>
                <a:ext cx="5018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𝑤</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6931152" y="1029700"/>
                <a:ext cx="501804" cy="369332"/>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7058556" y="2761488"/>
                <a:ext cx="45730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7058556" y="2761488"/>
                <a:ext cx="457305" cy="369332"/>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5734962" y="1585698"/>
                <a:ext cx="36798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5734962" y="1585698"/>
                <a:ext cx="367985" cy="369332"/>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8146191" y="1562839"/>
                <a:ext cx="3697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h</m:t>
                      </m:r>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8146191" y="1562839"/>
                <a:ext cx="369781" cy="369332"/>
              </a:xfrm>
              <a:prstGeom prst="rect">
                <a:avLst/>
              </a:prstGeom>
              <a:blipFill rotWithShape="0">
                <a:blip r:embed="rId6"/>
                <a:stretch>
                  <a:fillRect/>
                </a:stretch>
              </a:blipFill>
            </p:spPr>
            <p:txBody>
              <a:bodyPr/>
              <a:lstStyle/>
              <a:p>
                <a:r>
                  <a:rPr lang="en-US">
                    <a:noFill/>
                  </a:rPr>
                  <a:t> </a:t>
                </a:r>
              </a:p>
            </p:txBody>
          </p:sp>
        </mc:Fallback>
      </mc:AlternateContent>
      <p:cxnSp>
        <p:nvCxnSpPr>
          <p:cNvPr id="24" name="Straight Arrow Connector 23"/>
          <p:cNvCxnSpPr/>
          <p:nvPr/>
        </p:nvCxnSpPr>
        <p:spPr>
          <a:xfrm>
            <a:off x="8146191" y="1116962"/>
            <a:ext cx="973836" cy="5303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p:cNvSpPr txBox="1"/>
              <p:nvPr/>
            </p:nvSpPr>
            <p:spPr>
              <a:xfrm>
                <a:off x="8515972" y="1046202"/>
                <a:ext cx="50712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𝑤</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8515972" y="1046202"/>
                <a:ext cx="507127" cy="369332"/>
              </a:xfrm>
              <a:prstGeom prst="rect">
                <a:avLst/>
              </a:prstGeom>
              <a:blipFill rotWithShape="0">
                <a:blip r:embed="rId7"/>
                <a:stretch>
                  <a:fillRect/>
                </a:stretch>
              </a:blipFill>
            </p:spPr>
            <p:txBody>
              <a:bodyPr/>
              <a:lstStyle/>
              <a:p>
                <a:r>
                  <a:rPr lang="en-US">
                    <a:noFill/>
                  </a:rPr>
                  <a:t> </a:t>
                </a:r>
              </a:p>
            </p:txBody>
          </p:sp>
        </mc:Fallback>
      </mc:AlternateContent>
      <p:cxnSp>
        <p:nvCxnSpPr>
          <p:cNvPr id="26" name="Straight Arrow Connector 25"/>
          <p:cNvCxnSpPr/>
          <p:nvPr/>
        </p:nvCxnSpPr>
        <p:spPr>
          <a:xfrm flipV="1">
            <a:off x="8420511" y="2274069"/>
            <a:ext cx="699516" cy="6720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p:cNvSpPr txBox="1"/>
              <p:nvPr/>
            </p:nvSpPr>
            <p:spPr>
              <a:xfrm>
                <a:off x="8676438" y="2611338"/>
                <a:ext cx="46262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8676438" y="2611338"/>
                <a:ext cx="462626" cy="369332"/>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10317480" y="1491735"/>
                <a:ext cx="37138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10317480" y="1491735"/>
                <a:ext cx="371384" cy="369332"/>
              </a:xfrm>
              <a:prstGeom prst="rect">
                <a:avLst/>
              </a:prstGeom>
              <a:blipFill rotWithShape="0">
                <a:blip r:embed="rId9"/>
                <a:stretch>
                  <a:fillRect b="-6667"/>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0">
            <p14:nvContentPartPr>
              <p14:cNvPr id="2" name="Ink 1">
                <a:extLst>
                  <a:ext uri="{FF2B5EF4-FFF2-40B4-BE49-F238E27FC236}">
                    <a16:creationId xmlns:a16="http://schemas.microsoft.com/office/drawing/2014/main" id="{3FA34E61-2E36-2895-C8B1-B00126D69DA7}"/>
                  </a:ext>
                </a:extLst>
              </p14:cNvPr>
              <p14:cNvContentPartPr/>
              <p14:nvPr/>
            </p14:nvContentPartPr>
            <p14:xfrm>
              <a:off x="0" y="743040"/>
              <a:ext cx="11125440" cy="5835960"/>
            </p14:xfrm>
          </p:contentPart>
        </mc:Choice>
        <mc:Fallback xmlns="">
          <p:pic>
            <p:nvPicPr>
              <p:cNvPr id="2" name="Ink 1">
                <a:extLst>
                  <a:ext uri="{FF2B5EF4-FFF2-40B4-BE49-F238E27FC236}">
                    <a16:creationId xmlns:a16="http://schemas.microsoft.com/office/drawing/2014/main" id="{3FA34E61-2E36-2895-C8B1-B00126D69DA7}"/>
                  </a:ext>
                </a:extLst>
              </p:cNvPr>
              <p:cNvPicPr/>
              <p:nvPr/>
            </p:nvPicPr>
            <p:blipFill>
              <a:blip r:embed="rId11"/>
              <a:stretch>
                <a:fillRect/>
              </a:stretch>
            </p:blipFill>
            <p:spPr>
              <a:xfrm>
                <a:off x="-9360" y="733680"/>
                <a:ext cx="11144160" cy="5854680"/>
              </a:xfrm>
              <a:prstGeom prst="rect">
                <a:avLst/>
              </a:prstGeom>
            </p:spPr>
          </p:pic>
        </mc:Fallback>
      </mc:AlternateContent>
    </p:spTree>
    <p:extLst>
      <p:ext uri="{BB962C8B-B14F-4D97-AF65-F5344CB8AC3E}">
        <p14:creationId xmlns:p14="http://schemas.microsoft.com/office/powerpoint/2010/main" val="899477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36062" y="53078"/>
            <a:ext cx="9591985"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A SIMPLE EXAMPLE OF FORWARD &amp; BACKWARD PROPAGATION OF A NEURAL NETWORK</a:t>
            </a:r>
          </a:p>
        </p:txBody>
      </p:sp>
      <p:sp>
        <p:nvSpPr>
          <p:cNvPr id="12" name="Rectangle 11"/>
          <p:cNvSpPr/>
          <p:nvPr/>
        </p:nvSpPr>
        <p:spPr>
          <a:xfrm>
            <a:off x="659954" y="1033272"/>
            <a:ext cx="10744200" cy="433965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Key Points</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Backpropagation is a chain rule application to compute gradients.</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gradients are used to update weights and biases to minimize the loss function.</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choice of activation function, loss function, and optimization algorithm can significantly impact the training process.</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For larger neural networks, matrix operations can be used to efficiently compute gradients.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41B960E6-FCC3-24ED-2E54-3FF6A6E95B62}"/>
                  </a:ext>
                </a:extLst>
              </p14:cNvPr>
              <p14:cNvContentPartPr/>
              <p14:nvPr/>
            </p14:nvContentPartPr>
            <p14:xfrm>
              <a:off x="3035160" y="3174840"/>
              <a:ext cx="6032880" cy="1232280"/>
            </p14:xfrm>
          </p:contentPart>
        </mc:Choice>
        <mc:Fallback xmlns="">
          <p:pic>
            <p:nvPicPr>
              <p:cNvPr id="2" name="Ink 1">
                <a:extLst>
                  <a:ext uri="{FF2B5EF4-FFF2-40B4-BE49-F238E27FC236}">
                    <a16:creationId xmlns:a16="http://schemas.microsoft.com/office/drawing/2014/main" id="{41B960E6-FCC3-24ED-2E54-3FF6A6E95B62}"/>
                  </a:ext>
                </a:extLst>
              </p:cNvPr>
              <p:cNvPicPr/>
              <p:nvPr/>
            </p:nvPicPr>
            <p:blipFill>
              <a:blip r:embed="rId4"/>
              <a:stretch>
                <a:fillRect/>
              </a:stretch>
            </p:blipFill>
            <p:spPr>
              <a:xfrm>
                <a:off x="3025800" y="3165480"/>
                <a:ext cx="6051600" cy="1251000"/>
              </a:xfrm>
              <a:prstGeom prst="rect">
                <a:avLst/>
              </a:prstGeom>
            </p:spPr>
          </p:pic>
        </mc:Fallback>
      </mc:AlternateContent>
    </p:spTree>
    <p:extLst>
      <p:ext uri="{BB962C8B-B14F-4D97-AF65-F5344CB8AC3E}">
        <p14:creationId xmlns:p14="http://schemas.microsoft.com/office/powerpoint/2010/main" val="543823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20407" y="53078"/>
            <a:ext cx="5823325"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C++ Implementation Training Using Back Propagation</a:t>
            </a:r>
          </a:p>
        </p:txBody>
      </p:sp>
      <p:sp>
        <p:nvSpPr>
          <p:cNvPr id="12" name="Rectangle 11"/>
          <p:cNvSpPr/>
          <p:nvPr/>
        </p:nvSpPr>
        <p:spPr>
          <a:xfrm>
            <a:off x="659969" y="1166622"/>
            <a:ext cx="10744200" cy="526297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Tutorial_1_BackProp.cpp : Defines the entry point for the application.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#include &lt;</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iostream</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#include &lt;</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cmath</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using namespace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std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Sigmoid activation function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double sigmoid(double x)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return 1.0 / (1.0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exp</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C9195A60-A0CC-8E81-844B-19C0A771CE30}"/>
                  </a:ext>
                </a:extLst>
              </p14:cNvPr>
              <p14:cNvContentPartPr/>
              <p14:nvPr/>
            </p14:nvContentPartPr>
            <p14:xfrm>
              <a:off x="996840" y="5226120"/>
              <a:ext cx="3245400" cy="425880"/>
            </p14:xfrm>
          </p:contentPart>
        </mc:Choice>
        <mc:Fallback xmlns="">
          <p:pic>
            <p:nvPicPr>
              <p:cNvPr id="2" name="Ink 1">
                <a:extLst>
                  <a:ext uri="{FF2B5EF4-FFF2-40B4-BE49-F238E27FC236}">
                    <a16:creationId xmlns:a16="http://schemas.microsoft.com/office/drawing/2014/main" id="{C9195A60-A0CC-8E81-844B-19C0A771CE30}"/>
                  </a:ext>
                </a:extLst>
              </p:cNvPr>
              <p:cNvPicPr/>
              <p:nvPr/>
            </p:nvPicPr>
            <p:blipFill>
              <a:blip r:embed="rId4"/>
              <a:stretch>
                <a:fillRect/>
              </a:stretch>
            </p:blipFill>
            <p:spPr>
              <a:xfrm>
                <a:off x="987480" y="5216760"/>
                <a:ext cx="3264120" cy="444600"/>
              </a:xfrm>
              <a:prstGeom prst="rect">
                <a:avLst/>
              </a:prstGeom>
            </p:spPr>
          </p:pic>
        </mc:Fallback>
      </mc:AlternateContent>
    </p:spTree>
    <p:extLst>
      <p:ext uri="{BB962C8B-B14F-4D97-AF65-F5344CB8AC3E}">
        <p14:creationId xmlns:p14="http://schemas.microsoft.com/office/powerpoint/2010/main" val="38622079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20407" y="53078"/>
            <a:ext cx="5823325"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C++ Implementation Training Using Back Propagation</a:t>
            </a:r>
          </a:p>
        </p:txBody>
      </p:sp>
      <p:sp>
        <p:nvSpPr>
          <p:cNvPr id="12" name="Rectangle 11"/>
          <p:cNvSpPr/>
          <p:nvPr/>
        </p:nvSpPr>
        <p:spPr>
          <a:xfrm>
            <a:off x="685800" y="610362"/>
            <a:ext cx="11753850" cy="63709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Derivative of sigmoid function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double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sigmoid_prime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(double x)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return sigmoid(x) * (1.0 - sigmoid(x));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int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main()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Initialize weights and biases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400" b="0" i="0" u="none" strike="noStrike" kern="1200" cap="none" spc="0" normalizeH="0" baseline="0" noProof="0" dirty="0">
                <a:ln>
                  <a:noFill/>
                </a:ln>
                <a:solidFill>
                  <a:prstClr val="black"/>
                </a:solidFill>
                <a:effectLst/>
                <a:uLnTx/>
                <a:uFillTx/>
                <a:latin typeface="Calibri" panose="020F0502020204030204"/>
                <a:ea typeface="+mn-ea"/>
                <a:cs typeface="+mn-cs"/>
              </a:rPr>
              <a:t>    double w1 = 0.1, w2 = 0.2;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0" i="0" u="none" strike="noStrike" kern="1200" cap="none" spc="0" normalizeH="0" baseline="0" noProof="0" dirty="0">
                <a:ln>
                  <a:noFill/>
                </a:ln>
                <a:solidFill>
                  <a:prstClr val="black"/>
                </a:solidFill>
                <a:effectLst/>
                <a:uLnTx/>
                <a:uFillTx/>
                <a:latin typeface="Calibri" panose="020F0502020204030204"/>
                <a:ea typeface="+mn-ea"/>
                <a:cs typeface="+mn-cs"/>
              </a:rPr>
              <a:t>    double b1 = 0.3, b2 = 0.4;</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Learning rate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double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learning_rate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0.1;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Training 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double input = 0.2;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double target = 0.8;</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10F197C3-5DDC-A039-301B-9A15DCE5001D}"/>
                  </a:ext>
                </a:extLst>
              </p14:cNvPr>
              <p14:cNvContentPartPr/>
              <p14:nvPr/>
            </p14:nvContentPartPr>
            <p14:xfrm>
              <a:off x="1079640" y="1346040"/>
              <a:ext cx="8026560" cy="5226480"/>
            </p14:xfrm>
          </p:contentPart>
        </mc:Choice>
        <mc:Fallback xmlns="">
          <p:pic>
            <p:nvPicPr>
              <p:cNvPr id="2" name="Ink 1">
                <a:extLst>
                  <a:ext uri="{FF2B5EF4-FFF2-40B4-BE49-F238E27FC236}">
                    <a16:creationId xmlns:a16="http://schemas.microsoft.com/office/drawing/2014/main" id="{10F197C3-5DDC-A039-301B-9A15DCE5001D}"/>
                  </a:ext>
                </a:extLst>
              </p:cNvPr>
              <p:cNvPicPr/>
              <p:nvPr/>
            </p:nvPicPr>
            <p:blipFill>
              <a:blip r:embed="rId4"/>
              <a:stretch>
                <a:fillRect/>
              </a:stretch>
            </p:blipFill>
            <p:spPr>
              <a:xfrm>
                <a:off x="1070280" y="1336680"/>
                <a:ext cx="8045280" cy="5245200"/>
              </a:xfrm>
              <a:prstGeom prst="rect">
                <a:avLst/>
              </a:prstGeom>
            </p:spPr>
          </p:pic>
        </mc:Fallback>
      </mc:AlternateContent>
    </p:spTree>
    <p:extLst>
      <p:ext uri="{BB962C8B-B14F-4D97-AF65-F5344CB8AC3E}">
        <p14:creationId xmlns:p14="http://schemas.microsoft.com/office/powerpoint/2010/main" val="3793321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20407" y="53078"/>
            <a:ext cx="5823325"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C++ Implementation Training Using Back Propagation</a:t>
            </a:r>
          </a:p>
        </p:txBody>
      </p:sp>
      <p:sp>
        <p:nvSpPr>
          <p:cNvPr id="12" name="Rectangle 11"/>
          <p:cNvSpPr/>
          <p:nvPr/>
        </p:nvSpPr>
        <p:spPr>
          <a:xfrm>
            <a:off x="685800" y="823722"/>
            <a:ext cx="11753850" cy="600164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Number of epochs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int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epochs = 10000;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n-NO" sz="2400" b="0" i="0" u="none" strike="noStrike" kern="1200" cap="none" spc="0" normalizeH="0" baseline="0" noProof="0" dirty="0">
                <a:ln>
                  <a:noFill/>
                </a:ln>
                <a:solidFill>
                  <a:prstClr val="black"/>
                </a:solidFill>
                <a:effectLst/>
                <a:uLnTx/>
                <a:uFillTx/>
                <a:latin typeface="Calibri" panose="020F0502020204030204"/>
                <a:ea typeface="+mn-ea"/>
                <a:cs typeface="+mn-cs"/>
              </a:rPr>
              <a:t>    for (int i = 0; i &lt; epochs; ++i)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Forward pass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double h = sigmoid(w1 * input + b1);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double output = sigmoid(w2 * h + b2);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Calculate error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double error = pow(target - output, 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Backward pass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double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d_output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(target - output)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sigmoid_prime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(w2 * h + b2);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double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d_h</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w2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d_output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sigmoid_prime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(w1 * input + b1);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6E18190-2E53-2182-AE24-5A458A66CEE5}"/>
                  </a:ext>
                </a:extLst>
              </p14:cNvPr>
              <p14:cNvContentPartPr/>
              <p14:nvPr/>
            </p14:nvContentPartPr>
            <p14:xfrm>
              <a:off x="2266920" y="1587600"/>
              <a:ext cx="7499880" cy="4584960"/>
            </p14:xfrm>
          </p:contentPart>
        </mc:Choice>
        <mc:Fallback xmlns="">
          <p:pic>
            <p:nvPicPr>
              <p:cNvPr id="2" name="Ink 1">
                <a:extLst>
                  <a:ext uri="{FF2B5EF4-FFF2-40B4-BE49-F238E27FC236}">
                    <a16:creationId xmlns:a16="http://schemas.microsoft.com/office/drawing/2014/main" id="{36E18190-2E53-2182-AE24-5A458A66CEE5}"/>
                  </a:ext>
                </a:extLst>
              </p:cNvPr>
              <p:cNvPicPr/>
              <p:nvPr/>
            </p:nvPicPr>
            <p:blipFill>
              <a:blip r:embed="rId4"/>
              <a:stretch>
                <a:fillRect/>
              </a:stretch>
            </p:blipFill>
            <p:spPr>
              <a:xfrm>
                <a:off x="2257560" y="1578240"/>
                <a:ext cx="7518600" cy="4603680"/>
              </a:xfrm>
              <a:prstGeom prst="rect">
                <a:avLst/>
              </a:prstGeom>
            </p:spPr>
          </p:pic>
        </mc:Fallback>
      </mc:AlternateContent>
    </p:spTree>
    <p:extLst>
      <p:ext uri="{BB962C8B-B14F-4D97-AF65-F5344CB8AC3E}">
        <p14:creationId xmlns:p14="http://schemas.microsoft.com/office/powerpoint/2010/main" val="2100948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20407" y="53078"/>
            <a:ext cx="5823325"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C++ Implementation Training Using Back Propagation</a:t>
            </a:r>
          </a:p>
        </p:txBody>
      </p:sp>
      <p:sp>
        <p:nvSpPr>
          <p:cNvPr id="12" name="Rectangle 11"/>
          <p:cNvSpPr/>
          <p:nvPr/>
        </p:nvSpPr>
        <p:spPr>
          <a:xfrm>
            <a:off x="495300" y="652272"/>
            <a:ext cx="12077700" cy="63709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Update weights and biases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w2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learning_rate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d_output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b2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learning_rate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d_output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w1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learning_rate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d_h</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input;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b1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learning_rate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d_h</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Print error every 1000 epochs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i</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1000 == 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std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cout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&lt;&lt; "Epoch " &lt;&lt;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i</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&lt;&lt; ": Error = " &lt;&lt; error &lt;&lt;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std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endl</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std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cout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&lt;&lt; "Final weights and biases:\n";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400" b="0" i="0" u="none" strike="noStrike" kern="1200" cap="none" spc="0" normalizeH="0" baseline="0" noProof="0" dirty="0">
                <a:ln>
                  <a:noFill/>
                </a:ln>
                <a:solidFill>
                  <a:prstClr val="black"/>
                </a:solidFill>
                <a:effectLst/>
                <a:uLnTx/>
                <a:uFillTx/>
                <a:latin typeface="Calibri" panose="020F0502020204030204"/>
                <a:ea typeface="+mn-ea"/>
                <a:cs typeface="+mn-cs"/>
              </a:rPr>
              <a:t>    std::cout &lt;&lt; "w1 = " &lt;&lt; w1 &lt;&lt; ", w2 = " &lt;&lt; w2 &lt;&lt; std::endl;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std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cout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&lt;&lt; "b1 = " &lt;&lt; b1 &lt;&lt; ", b2 = " &lt;&lt; b2 &lt;&lt;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std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endl</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return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19E3C526-180D-2F1B-C4F2-72E921AEE982}"/>
                  </a:ext>
                </a:extLst>
              </p14:cNvPr>
              <p14:cNvContentPartPr/>
              <p14:nvPr/>
            </p14:nvContentPartPr>
            <p14:xfrm>
              <a:off x="971640" y="1289160"/>
              <a:ext cx="4623120" cy="2718000"/>
            </p14:xfrm>
          </p:contentPart>
        </mc:Choice>
        <mc:Fallback xmlns="">
          <p:pic>
            <p:nvPicPr>
              <p:cNvPr id="2" name="Ink 1">
                <a:extLst>
                  <a:ext uri="{FF2B5EF4-FFF2-40B4-BE49-F238E27FC236}">
                    <a16:creationId xmlns:a16="http://schemas.microsoft.com/office/drawing/2014/main" id="{19E3C526-180D-2F1B-C4F2-72E921AEE982}"/>
                  </a:ext>
                </a:extLst>
              </p:cNvPr>
              <p:cNvPicPr/>
              <p:nvPr/>
            </p:nvPicPr>
            <p:blipFill>
              <a:blip r:embed="rId4"/>
              <a:stretch>
                <a:fillRect/>
              </a:stretch>
            </p:blipFill>
            <p:spPr>
              <a:xfrm>
                <a:off x="962280" y="1279800"/>
                <a:ext cx="4641840" cy="2736720"/>
              </a:xfrm>
              <a:prstGeom prst="rect">
                <a:avLst/>
              </a:prstGeom>
            </p:spPr>
          </p:pic>
        </mc:Fallback>
      </mc:AlternateContent>
    </p:spTree>
    <p:extLst>
      <p:ext uri="{BB962C8B-B14F-4D97-AF65-F5344CB8AC3E}">
        <p14:creationId xmlns:p14="http://schemas.microsoft.com/office/powerpoint/2010/main" val="1708064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20407" y="53078"/>
            <a:ext cx="5823325"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C++ Implementation Training Using Back Propagation</a:t>
            </a:r>
          </a:p>
        </p:txBody>
      </p:sp>
      <p:pic>
        <p:nvPicPr>
          <p:cNvPr id="2" name="Picture 1"/>
          <p:cNvPicPr>
            <a:picLocks noChangeAspect="1"/>
          </p:cNvPicPr>
          <p:nvPr/>
        </p:nvPicPr>
        <p:blipFill rotWithShape="1">
          <a:blip r:embed="rId3"/>
          <a:srcRect r="39531"/>
          <a:stretch/>
        </p:blipFill>
        <p:spPr>
          <a:xfrm>
            <a:off x="704850" y="1531339"/>
            <a:ext cx="11098188" cy="4107461"/>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1A02F7D1-45C6-3F8B-1CDF-1C675ADE9F4F}"/>
                  </a:ext>
                </a:extLst>
              </p14:cNvPr>
              <p14:cNvContentPartPr/>
              <p14:nvPr/>
            </p14:nvContentPartPr>
            <p14:xfrm>
              <a:off x="1650960" y="1720800"/>
              <a:ext cx="4464360" cy="3734280"/>
            </p14:xfrm>
          </p:contentPart>
        </mc:Choice>
        <mc:Fallback xmlns="">
          <p:pic>
            <p:nvPicPr>
              <p:cNvPr id="3" name="Ink 2">
                <a:extLst>
                  <a:ext uri="{FF2B5EF4-FFF2-40B4-BE49-F238E27FC236}">
                    <a16:creationId xmlns:a16="http://schemas.microsoft.com/office/drawing/2014/main" id="{1A02F7D1-45C6-3F8B-1CDF-1C675ADE9F4F}"/>
                  </a:ext>
                </a:extLst>
              </p:cNvPr>
              <p:cNvPicPr/>
              <p:nvPr/>
            </p:nvPicPr>
            <p:blipFill>
              <a:blip r:embed="rId5"/>
              <a:stretch>
                <a:fillRect/>
              </a:stretch>
            </p:blipFill>
            <p:spPr>
              <a:xfrm>
                <a:off x="1641600" y="1711440"/>
                <a:ext cx="4483080" cy="3753000"/>
              </a:xfrm>
              <a:prstGeom prst="rect">
                <a:avLst/>
              </a:prstGeom>
            </p:spPr>
          </p:pic>
        </mc:Fallback>
      </mc:AlternateContent>
    </p:spTree>
    <p:extLst>
      <p:ext uri="{BB962C8B-B14F-4D97-AF65-F5344CB8AC3E}">
        <p14:creationId xmlns:p14="http://schemas.microsoft.com/office/powerpoint/2010/main" val="1078401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38295" y="53078"/>
            <a:ext cx="2787430"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ACTIVATION FUNCTIONS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17" y="693327"/>
            <a:ext cx="4978400" cy="5809478"/>
          </a:xfrm>
          <a:prstGeom prst="rect">
            <a:avLst/>
          </a:prstGeom>
        </p:spPr>
      </p:pic>
      <p:pic>
        <p:nvPicPr>
          <p:cNvPr id="7" name="Picture 6"/>
          <p:cNvPicPr>
            <a:picLocks noChangeAspect="1"/>
          </p:cNvPicPr>
          <p:nvPr/>
        </p:nvPicPr>
        <p:blipFill>
          <a:blip r:embed="rId3"/>
          <a:stretch>
            <a:fillRect/>
          </a:stretch>
        </p:blipFill>
        <p:spPr>
          <a:xfrm>
            <a:off x="5221224" y="1371601"/>
            <a:ext cx="3264408" cy="1913812"/>
          </a:xfrm>
          <a:prstGeom prst="rect">
            <a:avLst/>
          </a:prstGeom>
        </p:spPr>
      </p:pic>
      <p:pic>
        <p:nvPicPr>
          <p:cNvPr id="9" name="Picture 8"/>
          <p:cNvPicPr>
            <a:picLocks noChangeAspect="1"/>
          </p:cNvPicPr>
          <p:nvPr/>
        </p:nvPicPr>
        <p:blipFill>
          <a:blip r:embed="rId4"/>
          <a:stretch>
            <a:fillRect/>
          </a:stretch>
        </p:blipFill>
        <p:spPr>
          <a:xfrm>
            <a:off x="8631936" y="1519605"/>
            <a:ext cx="3424788" cy="1765808"/>
          </a:xfrm>
          <a:prstGeom prst="rect">
            <a:avLst/>
          </a:prstGeom>
        </p:spPr>
      </p:pic>
      <p:pic>
        <p:nvPicPr>
          <p:cNvPr id="10" name="Picture 9"/>
          <p:cNvPicPr>
            <a:picLocks noChangeAspect="1"/>
          </p:cNvPicPr>
          <p:nvPr/>
        </p:nvPicPr>
        <p:blipFill>
          <a:blip r:embed="rId5"/>
          <a:stretch>
            <a:fillRect/>
          </a:stretch>
        </p:blipFill>
        <p:spPr>
          <a:xfrm>
            <a:off x="5318951" y="4124510"/>
            <a:ext cx="3312985" cy="1683698"/>
          </a:xfrm>
          <a:prstGeom prst="rect">
            <a:avLst/>
          </a:prstGeom>
        </p:spPr>
      </p:pic>
      <p:pic>
        <p:nvPicPr>
          <p:cNvPr id="11" name="Picture 10"/>
          <p:cNvPicPr>
            <a:picLocks noChangeAspect="1"/>
          </p:cNvPicPr>
          <p:nvPr/>
        </p:nvPicPr>
        <p:blipFill>
          <a:blip r:embed="rId6"/>
          <a:stretch>
            <a:fillRect/>
          </a:stretch>
        </p:blipFill>
        <p:spPr>
          <a:xfrm>
            <a:off x="8631936" y="4053397"/>
            <a:ext cx="3325199" cy="1641206"/>
          </a:xfrm>
          <a:prstGeom prst="rect">
            <a:avLst/>
          </a:prstGeom>
        </p:spPr>
      </p:pic>
      <p:sp>
        <p:nvSpPr>
          <p:cNvPr id="12" name="TextBox 11"/>
          <p:cNvSpPr txBox="1"/>
          <p:nvPr/>
        </p:nvSpPr>
        <p:spPr>
          <a:xfrm>
            <a:off x="9050951" y="1326069"/>
            <a:ext cx="248716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Sigmoid Activation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Fn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p:cNvSpPr txBox="1"/>
          <p:nvPr/>
        </p:nvSpPr>
        <p:spPr>
          <a:xfrm>
            <a:off x="6022848" y="1326069"/>
            <a:ext cx="248716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Threshold Activation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Fn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p:cNvSpPr txBox="1"/>
          <p:nvPr/>
        </p:nvSpPr>
        <p:spPr>
          <a:xfrm>
            <a:off x="5998464" y="3598066"/>
            <a:ext cx="248716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Rectified Linear Unit</a:t>
            </a:r>
          </a:p>
        </p:txBody>
      </p:sp>
      <p:sp>
        <p:nvSpPr>
          <p:cNvPr id="15" name="TextBox 14"/>
          <p:cNvSpPr txBox="1"/>
          <p:nvPr/>
        </p:nvSpPr>
        <p:spPr>
          <a:xfrm>
            <a:off x="9278112" y="3598066"/>
            <a:ext cx="248716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Hyperbolic Tangent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Fn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p14="http://schemas.microsoft.com/office/powerpoint/2010/main">
        <mc:Choice Requires="p14">
          <p:contentPart p14:bwMode="auto" r:id="rId7">
            <p14:nvContentPartPr>
              <p14:cNvPr id="2" name="Ink 1">
                <a:extLst>
                  <a:ext uri="{FF2B5EF4-FFF2-40B4-BE49-F238E27FC236}">
                    <a16:creationId xmlns:a16="http://schemas.microsoft.com/office/drawing/2014/main" id="{6619EC70-C827-AC55-A5D3-BFB7332D0737}"/>
                  </a:ext>
                </a:extLst>
              </p14:cNvPr>
              <p14:cNvContentPartPr/>
              <p14:nvPr/>
            </p14:nvContentPartPr>
            <p14:xfrm>
              <a:off x="628560" y="971640"/>
              <a:ext cx="10230120" cy="1136880"/>
            </p14:xfrm>
          </p:contentPart>
        </mc:Choice>
        <mc:Fallback xmlns="">
          <p:pic>
            <p:nvPicPr>
              <p:cNvPr id="2" name="Ink 1">
                <a:extLst>
                  <a:ext uri="{FF2B5EF4-FFF2-40B4-BE49-F238E27FC236}">
                    <a16:creationId xmlns:a16="http://schemas.microsoft.com/office/drawing/2014/main" id="{6619EC70-C827-AC55-A5D3-BFB7332D0737}"/>
                  </a:ext>
                </a:extLst>
              </p:cNvPr>
              <p:cNvPicPr/>
              <p:nvPr/>
            </p:nvPicPr>
            <p:blipFill>
              <a:blip r:embed="rId8"/>
              <a:stretch>
                <a:fillRect/>
              </a:stretch>
            </p:blipFill>
            <p:spPr>
              <a:xfrm>
                <a:off x="619200" y="962280"/>
                <a:ext cx="10248840" cy="1155600"/>
              </a:xfrm>
              <a:prstGeom prst="rect">
                <a:avLst/>
              </a:prstGeom>
            </p:spPr>
          </p:pic>
        </mc:Fallback>
      </mc:AlternateContent>
    </p:spTree>
    <p:extLst>
      <p:ext uri="{BB962C8B-B14F-4D97-AF65-F5344CB8AC3E}">
        <p14:creationId xmlns:p14="http://schemas.microsoft.com/office/powerpoint/2010/main" val="254543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F5CED-BFEE-4451-4FC1-43BFDFCC7B7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B72F754-62F6-B65B-17C2-420975FA456D}"/>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2" name="TextBox 1">
            <a:extLst>
              <a:ext uri="{FF2B5EF4-FFF2-40B4-BE49-F238E27FC236}">
                <a16:creationId xmlns:a16="http://schemas.microsoft.com/office/drawing/2014/main" id="{63BB2215-76D5-BF81-A3D2-B35D584E49AA}"/>
              </a:ext>
            </a:extLst>
          </p:cNvPr>
          <p:cNvSpPr txBox="1"/>
          <p:nvPr/>
        </p:nvSpPr>
        <p:spPr>
          <a:xfrm>
            <a:off x="193040" y="629920"/>
            <a:ext cx="11511280" cy="7032053"/>
          </a:xfrm>
          <a:prstGeom prst="rect">
            <a:avLst/>
          </a:prstGeom>
          <a:noFill/>
        </p:spPr>
        <p:txBody>
          <a:bodyPr wrap="square" rtlCol="0">
            <a:spAutoFit/>
          </a:bodyPr>
          <a:lstStyle/>
          <a:p>
            <a:pPr marL="285750" marR="0" lvl="0" indent="-285750" algn="just"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Lets learn through a simple hello world tutorial </a:t>
            </a:r>
          </a:p>
          <a:p>
            <a:pPr marL="285750" marR="0" lvl="0" indent="-285750" algn="just"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Lets tackle Fashion MNIST, which is a drop-in replacement of MNIST. </a:t>
            </a:r>
          </a:p>
          <a:p>
            <a:pPr marL="285750" marR="0" lvl="0" indent="-285750" algn="just"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It has the exact same format as MNIST </a:t>
            </a: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(70,000 grayscale images of 28 × 28 pixels each, with 10 classes),</a:t>
            </a: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but the images represent fashion items rather than handwritten digits, so each class is more diverse, and the problem turns out to be significantly more challenging than MNIST </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 simple linear model reaches about </a:t>
            </a:r>
            <a:r>
              <a:rPr kumimoji="0" lang="en-US" sz="24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92% accuracy on MNIST, but only about 83% on Fashion MNIST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DD86FCFB-385D-F3C2-FD00-2A782B254571}"/>
                  </a:ext>
                </a:extLst>
              </p14:cNvPr>
              <p14:cNvContentPartPr/>
              <p14:nvPr/>
            </p14:nvContentPartPr>
            <p14:xfrm>
              <a:off x="863640" y="965160"/>
              <a:ext cx="10573200" cy="4870800"/>
            </p14:xfrm>
          </p:contentPart>
        </mc:Choice>
        <mc:Fallback xmlns="">
          <p:pic>
            <p:nvPicPr>
              <p:cNvPr id="3" name="Ink 2">
                <a:extLst>
                  <a:ext uri="{FF2B5EF4-FFF2-40B4-BE49-F238E27FC236}">
                    <a16:creationId xmlns:a16="http://schemas.microsoft.com/office/drawing/2014/main" id="{DD86FCFB-385D-F3C2-FD00-2A782B254571}"/>
                  </a:ext>
                </a:extLst>
              </p:cNvPr>
              <p:cNvPicPr/>
              <p:nvPr/>
            </p:nvPicPr>
            <p:blipFill>
              <a:blip r:embed="rId3"/>
              <a:stretch>
                <a:fillRect/>
              </a:stretch>
            </p:blipFill>
            <p:spPr>
              <a:xfrm>
                <a:off x="854280" y="955800"/>
                <a:ext cx="10591920" cy="4889520"/>
              </a:xfrm>
              <a:prstGeom prst="rect">
                <a:avLst/>
              </a:prstGeom>
            </p:spPr>
          </p:pic>
        </mc:Fallback>
      </mc:AlternateContent>
    </p:spTree>
    <p:extLst>
      <p:ext uri="{BB962C8B-B14F-4D97-AF65-F5344CB8AC3E}">
        <p14:creationId xmlns:p14="http://schemas.microsoft.com/office/powerpoint/2010/main" val="2054000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16012" y="53078"/>
            <a:ext cx="5432128"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HOME ASSIGNMENT – CREATE KAGGLE ACCOUNT</a:t>
            </a:r>
          </a:p>
        </p:txBody>
      </p:sp>
      <p:sp>
        <p:nvSpPr>
          <p:cNvPr id="3" name="TextBox 2"/>
          <p:cNvSpPr txBox="1"/>
          <p:nvPr/>
        </p:nvSpPr>
        <p:spPr>
          <a:xfrm>
            <a:off x="342900" y="609600"/>
            <a:ext cx="11849100" cy="5815118"/>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1.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Create a </a:t>
            </a:r>
            <a:r>
              <a:rPr kumimoji="0" lang="en-US" sz="2400" b="1" i="0" u="none" strike="noStrike" kern="1200" cap="none" spc="0" normalizeH="0" baseline="0" noProof="0" dirty="0" err="1">
                <a:ln>
                  <a:noFill/>
                </a:ln>
                <a:solidFill>
                  <a:prstClr val="black"/>
                </a:solidFill>
                <a:effectLst/>
                <a:uLnTx/>
                <a:uFillTx/>
                <a:latin typeface="Calibri" panose="020F0502020204030204"/>
                <a:ea typeface="+mn-ea"/>
                <a:cs typeface="+mn-cs"/>
              </a:rPr>
              <a:t>Kaggle</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Account</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Go to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hlinkClick r:id="rId3"/>
              </a:rPr>
              <a:t>kaggle.com</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and sign up with Google, Facebook, or Email.</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Complete the setup and verify your email.</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2. Navigate the </a:t>
            </a:r>
            <a:r>
              <a:rPr kumimoji="0" lang="en-US" sz="2400" b="1" i="0" u="none" strike="noStrike" kern="1200" cap="none" spc="0" normalizeH="0" baseline="0" noProof="0" dirty="0" err="1">
                <a:ln>
                  <a:noFill/>
                </a:ln>
                <a:solidFill>
                  <a:prstClr val="black"/>
                </a:solidFill>
                <a:effectLst/>
                <a:uLnTx/>
                <a:uFillTx/>
                <a:latin typeface="Calibri" panose="020F0502020204030204"/>
                <a:ea typeface="+mn-ea"/>
                <a:cs typeface="+mn-cs"/>
              </a:rPr>
              <a:t>Kaggle</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Interface</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Competitions, Datasets, Kernels, Courses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Explore and use resources.</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Start a New Notebook</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Go to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Kernels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&gt;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Notebooks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&gt;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New Notebook</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3. Setup Notebook Environment</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Choose Python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as the language and enable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GPU</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in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Settings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for accelerated tasks.</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4. Verify the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Tensorflow</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installation</a:t>
            </a:r>
          </a:p>
          <a:p>
            <a:pPr marL="5715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import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tensorflow</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as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tf</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5715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print(</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tf</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.__version__)</a:t>
            </a:r>
          </a:p>
          <a:p>
            <a:pPr marL="5715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5. !pip install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tensorflow</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==2.x.x</a:t>
            </a:r>
          </a:p>
        </p:txBody>
      </p:sp>
    </p:spTree>
    <p:extLst>
      <p:ext uri="{BB962C8B-B14F-4D97-AF65-F5344CB8AC3E}">
        <p14:creationId xmlns:p14="http://schemas.microsoft.com/office/powerpoint/2010/main" val="9636283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35174-FDDE-B86C-21AE-38264123AC5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CE7D22B-77DB-B00D-5B5B-4BF8E21B1756}"/>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pic>
        <p:nvPicPr>
          <p:cNvPr id="6" name="Picture 5">
            <a:extLst>
              <a:ext uri="{FF2B5EF4-FFF2-40B4-BE49-F238E27FC236}">
                <a16:creationId xmlns:a16="http://schemas.microsoft.com/office/drawing/2014/main" id="{85975EDC-69CE-AA35-F254-8105365D0EA1}"/>
              </a:ext>
            </a:extLst>
          </p:cNvPr>
          <p:cNvPicPr>
            <a:picLocks noChangeAspect="1"/>
          </p:cNvPicPr>
          <p:nvPr/>
        </p:nvPicPr>
        <p:blipFill>
          <a:blip r:embed="rId2"/>
          <a:stretch>
            <a:fillRect/>
          </a:stretch>
        </p:blipFill>
        <p:spPr>
          <a:xfrm>
            <a:off x="711026" y="792430"/>
            <a:ext cx="10891693" cy="1799075"/>
          </a:xfrm>
          <a:prstGeom prst="rect">
            <a:avLst/>
          </a:prstGeom>
        </p:spPr>
      </p:pic>
      <p:pic>
        <p:nvPicPr>
          <p:cNvPr id="9" name="Picture 8">
            <a:extLst>
              <a:ext uri="{FF2B5EF4-FFF2-40B4-BE49-F238E27FC236}">
                <a16:creationId xmlns:a16="http://schemas.microsoft.com/office/drawing/2014/main" id="{CC46C86C-5D11-E2F9-A0D6-D31DC2D9B35F}"/>
              </a:ext>
            </a:extLst>
          </p:cNvPr>
          <p:cNvPicPr>
            <a:picLocks noChangeAspect="1"/>
          </p:cNvPicPr>
          <p:nvPr/>
        </p:nvPicPr>
        <p:blipFill>
          <a:blip r:embed="rId3"/>
          <a:stretch>
            <a:fillRect/>
          </a:stretch>
        </p:blipFill>
        <p:spPr>
          <a:xfrm>
            <a:off x="7230967" y="2930747"/>
            <a:ext cx="4775374" cy="1798943"/>
          </a:xfrm>
          <a:prstGeom prst="rect">
            <a:avLst/>
          </a:prstGeom>
        </p:spPr>
      </p:pic>
      <p:sp>
        <p:nvSpPr>
          <p:cNvPr id="11" name="TextBox 10">
            <a:extLst>
              <a:ext uri="{FF2B5EF4-FFF2-40B4-BE49-F238E27FC236}">
                <a16:creationId xmlns:a16="http://schemas.microsoft.com/office/drawing/2014/main" id="{116739D2-B8DB-F3F0-58F2-A7B6C15BBF1D}"/>
              </a:ext>
            </a:extLst>
          </p:cNvPr>
          <p:cNvSpPr txBox="1"/>
          <p:nvPr/>
        </p:nvSpPr>
        <p:spPr>
          <a:xfrm>
            <a:off x="711026" y="2753831"/>
            <a:ext cx="6286500"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MinionPro-Regular"/>
                <a:ea typeface="+mn-ea"/>
                <a:cs typeface="+mn-cs"/>
              </a:rPr>
              <a:t>Note that the dataset is already split into a training set and a test set, but there is no validation set, so we’ll create one now. Additionally, since we are going to train the neural network using Gradient Descent, we must scale the input features. For </a:t>
            </a:r>
            <a:r>
              <a:rPr kumimoji="0" lang="en-US" sz="1800" b="0" i="0" u="none" strike="noStrike" kern="1200" cap="none" spc="0" normalizeH="0" baseline="0" noProof="0" dirty="0" err="1">
                <a:ln>
                  <a:noFill/>
                </a:ln>
                <a:solidFill>
                  <a:srgbClr val="000000"/>
                </a:solidFill>
                <a:effectLst/>
                <a:uLnTx/>
                <a:uFillTx/>
                <a:latin typeface="MinionPro-Regular"/>
                <a:ea typeface="+mn-ea"/>
                <a:cs typeface="+mn-cs"/>
              </a:rPr>
              <a:t>simplic</a:t>
            </a:r>
            <a:r>
              <a:rPr kumimoji="0" lang="en-US" sz="1800" b="0" i="0" u="none" strike="noStrike" kern="1200" cap="none" spc="0" normalizeH="0" baseline="0" noProof="0" dirty="0">
                <a:ln>
                  <a:noFill/>
                </a:ln>
                <a:solidFill>
                  <a:srgbClr val="000000"/>
                </a:solidFill>
                <a:effectLst/>
                <a:uLnTx/>
                <a:uFillTx/>
                <a:latin typeface="MinionPro-Regular"/>
                <a:ea typeface="+mn-ea"/>
                <a:cs typeface="+mn-cs"/>
              </a:rPr>
              <a:t>‐ </a:t>
            </a:r>
            <a:r>
              <a:rPr kumimoji="0" lang="en-US" sz="1800" b="0" i="0" u="none" strike="noStrike" kern="1200" cap="none" spc="0" normalizeH="0" baseline="0" noProof="0" dirty="0" err="1">
                <a:ln>
                  <a:noFill/>
                </a:ln>
                <a:solidFill>
                  <a:srgbClr val="000000"/>
                </a:solidFill>
                <a:effectLst/>
                <a:uLnTx/>
                <a:uFillTx/>
                <a:latin typeface="MinionPro-Regular"/>
                <a:ea typeface="+mn-ea"/>
                <a:cs typeface="+mn-cs"/>
              </a:rPr>
              <a:t>ity</a:t>
            </a:r>
            <a:r>
              <a:rPr kumimoji="0" lang="en-US" sz="1800" b="0" i="0" u="none" strike="noStrike" kern="1200" cap="none" spc="0" normalizeH="0" baseline="0" noProof="0" dirty="0">
                <a:ln>
                  <a:noFill/>
                </a:ln>
                <a:solidFill>
                  <a:srgbClr val="000000"/>
                </a:solidFill>
                <a:effectLst/>
                <a:uLnTx/>
                <a:uFillTx/>
                <a:latin typeface="MinionPro-Regular"/>
                <a:ea typeface="+mn-ea"/>
                <a:cs typeface="+mn-cs"/>
              </a:rPr>
              <a:t>, we’ll scale the pixel intensities down to the 0–1 range by dividing them by 255.0 (this also converts them to floats):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3FA5DAD6-DFEF-EE8A-B74C-8193A5DE7A72}"/>
                  </a:ext>
                </a:extLst>
              </p14:cNvPr>
              <p14:cNvContentPartPr/>
              <p14:nvPr/>
            </p14:nvContentPartPr>
            <p14:xfrm>
              <a:off x="781200" y="1022400"/>
              <a:ext cx="9550440" cy="4165920"/>
            </p14:xfrm>
          </p:contentPart>
        </mc:Choice>
        <mc:Fallback xmlns="">
          <p:pic>
            <p:nvPicPr>
              <p:cNvPr id="2" name="Ink 1">
                <a:extLst>
                  <a:ext uri="{FF2B5EF4-FFF2-40B4-BE49-F238E27FC236}">
                    <a16:creationId xmlns:a16="http://schemas.microsoft.com/office/drawing/2014/main" id="{3FA5DAD6-DFEF-EE8A-B74C-8193A5DE7A72}"/>
                  </a:ext>
                </a:extLst>
              </p:cNvPr>
              <p:cNvPicPr/>
              <p:nvPr/>
            </p:nvPicPr>
            <p:blipFill>
              <a:blip r:embed="rId5"/>
              <a:stretch>
                <a:fillRect/>
              </a:stretch>
            </p:blipFill>
            <p:spPr>
              <a:xfrm>
                <a:off x="771840" y="1013040"/>
                <a:ext cx="9569160" cy="4184640"/>
              </a:xfrm>
              <a:prstGeom prst="rect">
                <a:avLst/>
              </a:prstGeom>
            </p:spPr>
          </p:pic>
        </mc:Fallback>
      </mc:AlternateContent>
    </p:spTree>
    <p:extLst>
      <p:ext uri="{BB962C8B-B14F-4D97-AF65-F5344CB8AC3E}">
        <p14:creationId xmlns:p14="http://schemas.microsoft.com/office/powerpoint/2010/main" val="3592153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29B03-A147-F5BE-39EE-F0CAD4E75FC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F6589D9-2DE8-05A6-631A-DD370EB9BA2B}"/>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2" name="TextBox 1">
            <a:extLst>
              <a:ext uri="{FF2B5EF4-FFF2-40B4-BE49-F238E27FC236}">
                <a16:creationId xmlns:a16="http://schemas.microsoft.com/office/drawing/2014/main" id="{8072089F-E555-A662-DC55-2162F89FBF7A}"/>
              </a:ext>
            </a:extLst>
          </p:cNvPr>
          <p:cNvSpPr txBox="1"/>
          <p:nvPr/>
        </p:nvSpPr>
        <p:spPr>
          <a:xfrm>
            <a:off x="365760" y="1005840"/>
            <a:ext cx="11592560" cy="184665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Note that the dataset is already split into a training set and a test set, but there is no validation set, so we’ll create one now. Additionally, since we are going to train the neural network using Gradient Descent, we must scale the input features. For simplicity, we’ll scale the pixel intensities down to the 0–1 range by dividing them by 255.0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BFE4A133-2099-92AB-359D-3142C651EFCE}"/>
              </a:ext>
            </a:extLst>
          </p:cNvPr>
          <p:cNvPicPr>
            <a:picLocks noChangeAspect="1"/>
          </p:cNvPicPr>
          <p:nvPr/>
        </p:nvPicPr>
        <p:blipFill>
          <a:blip r:embed="rId2"/>
          <a:stretch>
            <a:fillRect/>
          </a:stretch>
        </p:blipFill>
        <p:spPr>
          <a:xfrm>
            <a:off x="1067564" y="2659459"/>
            <a:ext cx="10188951" cy="866061"/>
          </a:xfrm>
          <a:prstGeom prst="rect">
            <a:avLst/>
          </a:prstGeom>
        </p:spPr>
      </p:pic>
      <p:sp>
        <p:nvSpPr>
          <p:cNvPr id="7" name="TextBox 6">
            <a:extLst>
              <a:ext uri="{FF2B5EF4-FFF2-40B4-BE49-F238E27FC236}">
                <a16:creationId xmlns:a16="http://schemas.microsoft.com/office/drawing/2014/main" id="{D6B412B5-F7AB-1775-2712-4E0E0EFF68AA}"/>
              </a:ext>
            </a:extLst>
          </p:cNvPr>
          <p:cNvSpPr txBox="1"/>
          <p:nvPr/>
        </p:nvSpPr>
        <p:spPr>
          <a:xfrm>
            <a:off x="457200" y="3738880"/>
            <a:ext cx="11592560" cy="156966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With MNIST, when the label is equal to 5, it means that the image represents the handwritten digit 5. Easy. For Fashion MNIST, however, we need the list of class names to know what we are dealing with: </a:t>
            </a:r>
            <a:b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4DB1B849-CF76-1FD4-5660-0E2CBA75C8C3}"/>
              </a:ext>
            </a:extLst>
          </p:cNvPr>
          <p:cNvPicPr>
            <a:picLocks noChangeAspect="1"/>
          </p:cNvPicPr>
          <p:nvPr/>
        </p:nvPicPr>
        <p:blipFill>
          <a:blip r:embed="rId3"/>
          <a:stretch>
            <a:fillRect/>
          </a:stretch>
        </p:blipFill>
        <p:spPr>
          <a:xfrm>
            <a:off x="1309115" y="5179139"/>
            <a:ext cx="9531605" cy="840661"/>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963036F5-59E3-5C75-B644-916965500D7A}"/>
                  </a:ext>
                </a:extLst>
              </p14:cNvPr>
              <p14:cNvContentPartPr/>
              <p14:nvPr/>
            </p14:nvContentPartPr>
            <p14:xfrm>
              <a:off x="1397160" y="2425680"/>
              <a:ext cx="9531720" cy="3969000"/>
            </p14:xfrm>
          </p:contentPart>
        </mc:Choice>
        <mc:Fallback xmlns="">
          <p:pic>
            <p:nvPicPr>
              <p:cNvPr id="3" name="Ink 2">
                <a:extLst>
                  <a:ext uri="{FF2B5EF4-FFF2-40B4-BE49-F238E27FC236}">
                    <a16:creationId xmlns:a16="http://schemas.microsoft.com/office/drawing/2014/main" id="{963036F5-59E3-5C75-B644-916965500D7A}"/>
                  </a:ext>
                </a:extLst>
              </p:cNvPr>
              <p:cNvPicPr/>
              <p:nvPr/>
            </p:nvPicPr>
            <p:blipFill>
              <a:blip r:embed="rId5"/>
              <a:stretch>
                <a:fillRect/>
              </a:stretch>
            </p:blipFill>
            <p:spPr>
              <a:xfrm>
                <a:off x="1387800" y="2416320"/>
                <a:ext cx="9550440" cy="3987720"/>
              </a:xfrm>
              <a:prstGeom prst="rect">
                <a:avLst/>
              </a:prstGeom>
            </p:spPr>
          </p:pic>
        </mc:Fallback>
      </mc:AlternateContent>
    </p:spTree>
    <p:extLst>
      <p:ext uri="{BB962C8B-B14F-4D97-AF65-F5344CB8AC3E}">
        <p14:creationId xmlns:p14="http://schemas.microsoft.com/office/powerpoint/2010/main" val="7921215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244F2-8B89-2450-76CE-823547DA2C1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CA8A72D-B60D-CE8E-69AE-10979A771D1F}"/>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2" name="TextBox 1">
            <a:extLst>
              <a:ext uri="{FF2B5EF4-FFF2-40B4-BE49-F238E27FC236}">
                <a16:creationId xmlns:a16="http://schemas.microsoft.com/office/drawing/2014/main" id="{81E9AF28-87E0-8751-4418-03D6372DF697}"/>
              </a:ext>
            </a:extLst>
          </p:cNvPr>
          <p:cNvSpPr txBox="1"/>
          <p:nvPr/>
        </p:nvSpPr>
        <p:spPr>
          <a:xfrm>
            <a:off x="365760" y="1005840"/>
            <a:ext cx="11592560" cy="58477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For example, the first image in the training set represents a coat</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5C1AE572-1CE9-8A7C-CDE9-9001F4EDB9FD}"/>
              </a:ext>
            </a:extLst>
          </p:cNvPr>
          <p:cNvPicPr>
            <a:picLocks noChangeAspect="1"/>
          </p:cNvPicPr>
          <p:nvPr/>
        </p:nvPicPr>
        <p:blipFill>
          <a:blip r:embed="rId2"/>
          <a:stretch>
            <a:fillRect/>
          </a:stretch>
        </p:blipFill>
        <p:spPr>
          <a:xfrm>
            <a:off x="1883299" y="1687812"/>
            <a:ext cx="5774900" cy="913641"/>
          </a:xfrm>
          <a:prstGeom prst="rect">
            <a:avLst/>
          </a:prstGeom>
        </p:spPr>
      </p:pic>
      <p:pic>
        <p:nvPicPr>
          <p:cNvPr id="9" name="Picture 8">
            <a:extLst>
              <a:ext uri="{FF2B5EF4-FFF2-40B4-BE49-F238E27FC236}">
                <a16:creationId xmlns:a16="http://schemas.microsoft.com/office/drawing/2014/main" id="{2E555037-85A3-5E11-0CA2-31D702ADCB6A}"/>
              </a:ext>
            </a:extLst>
          </p:cNvPr>
          <p:cNvPicPr>
            <a:picLocks noChangeAspect="1"/>
          </p:cNvPicPr>
          <p:nvPr/>
        </p:nvPicPr>
        <p:blipFill>
          <a:blip r:embed="rId3"/>
          <a:stretch>
            <a:fillRect/>
          </a:stretch>
        </p:blipFill>
        <p:spPr>
          <a:xfrm>
            <a:off x="1665748" y="2636126"/>
            <a:ext cx="7864331" cy="3240844"/>
          </a:xfrm>
          <a:prstGeom prst="rect">
            <a:avLst/>
          </a:prstGeom>
        </p:spPr>
      </p:pic>
      <p:sp>
        <p:nvSpPr>
          <p:cNvPr id="12" name="TextBox 11">
            <a:extLst>
              <a:ext uri="{FF2B5EF4-FFF2-40B4-BE49-F238E27FC236}">
                <a16:creationId xmlns:a16="http://schemas.microsoft.com/office/drawing/2014/main" id="{2139BAAB-952E-D08A-45D4-0002D34E013E}"/>
              </a:ext>
            </a:extLst>
          </p:cNvPr>
          <p:cNvSpPr txBox="1"/>
          <p:nvPr/>
        </p:nvSpPr>
        <p:spPr>
          <a:xfrm>
            <a:off x="4300220" y="5876970"/>
            <a:ext cx="317754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sng" strike="noStrike" kern="1200" cap="none" spc="0" normalizeH="0" baseline="0" noProof="0" dirty="0">
                <a:ln>
                  <a:noFill/>
                </a:ln>
                <a:solidFill>
                  <a:srgbClr val="000000"/>
                </a:solidFill>
                <a:effectLst/>
                <a:uLnTx/>
                <a:uFillTx/>
                <a:latin typeface="MinionPro-It"/>
                <a:ea typeface="+mn-ea"/>
                <a:cs typeface="+mn-cs"/>
              </a:rPr>
              <a:t>Samples from Fashion MNIST</a:t>
            </a:r>
            <a:r>
              <a:rPr kumimoji="0" lang="en-US" sz="1800" b="1" i="1" u="sng" strike="noStrike" kern="1200" cap="none" spc="0" normalizeH="0" baseline="0" noProof="0" dirty="0">
                <a:ln>
                  <a:noFill/>
                </a:ln>
                <a:solidFill>
                  <a:prstClr val="black"/>
                </a:solidFill>
                <a:effectLst/>
                <a:uLnTx/>
                <a:uFillTx/>
                <a:latin typeface="Calibri" panose="020F0502020204030204"/>
                <a:ea typeface="+mn-ea"/>
                <a:cs typeface="+mn-cs"/>
              </a:rPr>
              <a:t> </a:t>
            </a:r>
            <a:br>
              <a:rPr kumimoji="0" 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a typeface="+mn-ea"/>
                <a:cs typeface="+mn-cs"/>
              </a:rPr>
            </a:br>
            <a:endParaRPr kumimoji="0" 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a typeface="+mn-ea"/>
              <a:cs typeface="+mn-cs"/>
            </a:endParaRP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320B5659-B597-E9FA-6E84-2D9E89935A45}"/>
                  </a:ext>
                </a:extLst>
              </p14:cNvPr>
              <p14:cNvContentPartPr/>
              <p14:nvPr/>
            </p14:nvContentPartPr>
            <p14:xfrm>
              <a:off x="1746360" y="1536840"/>
              <a:ext cx="4775400" cy="1047960"/>
            </p14:xfrm>
          </p:contentPart>
        </mc:Choice>
        <mc:Fallback xmlns="">
          <p:pic>
            <p:nvPicPr>
              <p:cNvPr id="3" name="Ink 2">
                <a:extLst>
                  <a:ext uri="{FF2B5EF4-FFF2-40B4-BE49-F238E27FC236}">
                    <a16:creationId xmlns:a16="http://schemas.microsoft.com/office/drawing/2014/main" id="{320B5659-B597-E9FA-6E84-2D9E89935A45}"/>
                  </a:ext>
                </a:extLst>
              </p:cNvPr>
              <p:cNvPicPr/>
              <p:nvPr/>
            </p:nvPicPr>
            <p:blipFill>
              <a:blip r:embed="rId5"/>
              <a:stretch>
                <a:fillRect/>
              </a:stretch>
            </p:blipFill>
            <p:spPr>
              <a:xfrm>
                <a:off x="1737000" y="1527480"/>
                <a:ext cx="4794120" cy="1066680"/>
              </a:xfrm>
              <a:prstGeom prst="rect">
                <a:avLst/>
              </a:prstGeom>
            </p:spPr>
          </p:pic>
        </mc:Fallback>
      </mc:AlternateContent>
    </p:spTree>
    <p:extLst>
      <p:ext uri="{BB962C8B-B14F-4D97-AF65-F5344CB8AC3E}">
        <p14:creationId xmlns:p14="http://schemas.microsoft.com/office/powerpoint/2010/main" val="20836761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84BC4-D5FF-825A-2241-0F600C43E3F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F37F1CC-ECB2-DF58-F9CE-3AD9DB060F89}"/>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2" name="TextBox 1">
            <a:extLst>
              <a:ext uri="{FF2B5EF4-FFF2-40B4-BE49-F238E27FC236}">
                <a16:creationId xmlns:a16="http://schemas.microsoft.com/office/drawing/2014/main" id="{DB98EA78-3D4B-C693-3936-F5B26830B4C5}"/>
              </a:ext>
            </a:extLst>
          </p:cNvPr>
          <p:cNvSpPr txBox="1"/>
          <p:nvPr/>
        </p:nvSpPr>
        <p:spPr>
          <a:xfrm>
            <a:off x="365760" y="1005840"/>
            <a:ext cx="11592560" cy="40011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Now let’s build the neural network! Here is a classification MLP with two hidden layers: </a:t>
            </a:r>
          </a:p>
        </p:txBody>
      </p:sp>
      <p:pic>
        <p:nvPicPr>
          <p:cNvPr id="5" name="Picture 4">
            <a:extLst>
              <a:ext uri="{FF2B5EF4-FFF2-40B4-BE49-F238E27FC236}">
                <a16:creationId xmlns:a16="http://schemas.microsoft.com/office/drawing/2014/main" id="{F41B2D70-A259-6DDC-39D6-B5C8BBFBC8D6}"/>
              </a:ext>
            </a:extLst>
          </p:cNvPr>
          <p:cNvPicPr>
            <a:picLocks noChangeAspect="1"/>
          </p:cNvPicPr>
          <p:nvPr/>
        </p:nvPicPr>
        <p:blipFill>
          <a:blip r:embed="rId2"/>
          <a:stretch>
            <a:fillRect/>
          </a:stretch>
        </p:blipFill>
        <p:spPr>
          <a:xfrm>
            <a:off x="1485709" y="1838916"/>
            <a:ext cx="7518748" cy="1717084"/>
          </a:xfrm>
          <a:prstGeom prst="rect">
            <a:avLst/>
          </a:prstGeom>
        </p:spPr>
      </p:pic>
      <p:sp>
        <p:nvSpPr>
          <p:cNvPr id="10" name="TextBox 9">
            <a:extLst>
              <a:ext uri="{FF2B5EF4-FFF2-40B4-BE49-F238E27FC236}">
                <a16:creationId xmlns:a16="http://schemas.microsoft.com/office/drawing/2014/main" id="{656AAE31-E067-A7B1-9514-37E6ED4140B5}"/>
              </a:ext>
            </a:extLst>
          </p:cNvPr>
          <p:cNvSpPr txBox="1"/>
          <p:nvPr/>
        </p:nvSpPr>
        <p:spPr>
          <a:xfrm>
            <a:off x="436880" y="3696578"/>
            <a:ext cx="11592560" cy="2246769"/>
          </a:xfrm>
          <a:prstGeom prst="rect">
            <a:avLst/>
          </a:prstGeom>
          <a:noFill/>
        </p:spPr>
        <p:txBody>
          <a:bodyPr wrap="square" rtlCol="0">
            <a:spAutoFit/>
          </a:bodyPr>
          <a:lstStyle/>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The first line creates a </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Sequential model</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This is the simplest kind of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Keras</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model for neural networks that are just composed of a </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single stack of layers connected sequentially.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This is called the Sequential API. </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Next, we build the first layer and add it to the model. It is a </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Flatten layer whose role is to convert each input image into a 1D array</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This layer does not have any parameters; it is just there to do some simple preprocessing. Since it is the </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first layer in the model, you should specify the </a:t>
            </a:r>
            <a:r>
              <a:rPr kumimoji="0" lang="en-US" sz="2000" b="0" i="1" u="none" strike="noStrike" kern="1200" cap="none" spc="0" normalizeH="0" baseline="0" noProof="0" dirty="0" err="1">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input_shape</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which doesn’t include the batch size, only the shape of the instances. </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Alternatively, you could add a </a:t>
            </a:r>
            <a:r>
              <a:rPr kumimoji="0" lang="en-US" sz="2000" b="0" i="1" u="none" strike="noStrike" kern="1200" cap="none" spc="0" normalizeH="0" baseline="0" noProof="0" dirty="0" err="1">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keras.layers.InputLayer</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 as the first layer, setting </a:t>
            </a:r>
            <a:r>
              <a:rPr kumimoji="0" lang="en-US" sz="2000" b="0" i="1" u="none" strike="noStrike" kern="1200" cap="none" spc="0" normalizeH="0" baseline="0" noProof="0" dirty="0" err="1">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input_shape</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=[28,28].  </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117B7463-8C4A-0E80-FAA9-891E3C07D454}"/>
                  </a:ext>
                </a:extLst>
              </p14:cNvPr>
              <p14:cNvContentPartPr/>
              <p14:nvPr/>
            </p14:nvContentPartPr>
            <p14:xfrm>
              <a:off x="838080" y="1339920"/>
              <a:ext cx="11062080" cy="4946760"/>
            </p14:xfrm>
          </p:contentPart>
        </mc:Choice>
        <mc:Fallback xmlns="">
          <p:pic>
            <p:nvPicPr>
              <p:cNvPr id="3" name="Ink 2">
                <a:extLst>
                  <a:ext uri="{FF2B5EF4-FFF2-40B4-BE49-F238E27FC236}">
                    <a16:creationId xmlns:a16="http://schemas.microsoft.com/office/drawing/2014/main" id="{117B7463-8C4A-0E80-FAA9-891E3C07D454}"/>
                  </a:ext>
                </a:extLst>
              </p:cNvPr>
              <p:cNvPicPr/>
              <p:nvPr/>
            </p:nvPicPr>
            <p:blipFill>
              <a:blip r:embed="rId4"/>
              <a:stretch>
                <a:fillRect/>
              </a:stretch>
            </p:blipFill>
            <p:spPr>
              <a:xfrm>
                <a:off x="828720" y="1330560"/>
                <a:ext cx="11080800" cy="4965480"/>
              </a:xfrm>
              <a:prstGeom prst="rect">
                <a:avLst/>
              </a:prstGeom>
            </p:spPr>
          </p:pic>
        </mc:Fallback>
      </mc:AlternateContent>
    </p:spTree>
    <p:extLst>
      <p:ext uri="{BB962C8B-B14F-4D97-AF65-F5344CB8AC3E}">
        <p14:creationId xmlns:p14="http://schemas.microsoft.com/office/powerpoint/2010/main" val="36398669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BF9C9-184B-1527-7610-B6126437B5C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6740F03-3B49-1470-4347-99C5E2CD7E21}"/>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2" name="TextBox 1">
            <a:extLst>
              <a:ext uri="{FF2B5EF4-FFF2-40B4-BE49-F238E27FC236}">
                <a16:creationId xmlns:a16="http://schemas.microsoft.com/office/drawing/2014/main" id="{4E6C093F-34BE-85D3-8ADB-15A145BA9E37}"/>
              </a:ext>
            </a:extLst>
          </p:cNvPr>
          <p:cNvSpPr txBox="1"/>
          <p:nvPr/>
        </p:nvSpPr>
        <p:spPr>
          <a:xfrm>
            <a:off x="365760" y="1005840"/>
            <a:ext cx="11592560" cy="40011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Now let’s build the neural network! Here is a classification MLP with two hidden layers: </a:t>
            </a:r>
          </a:p>
        </p:txBody>
      </p:sp>
      <p:pic>
        <p:nvPicPr>
          <p:cNvPr id="5" name="Picture 4">
            <a:extLst>
              <a:ext uri="{FF2B5EF4-FFF2-40B4-BE49-F238E27FC236}">
                <a16:creationId xmlns:a16="http://schemas.microsoft.com/office/drawing/2014/main" id="{D36FB379-E904-8212-25D0-853D816F9F6C}"/>
              </a:ext>
            </a:extLst>
          </p:cNvPr>
          <p:cNvPicPr>
            <a:picLocks noChangeAspect="1"/>
          </p:cNvPicPr>
          <p:nvPr/>
        </p:nvPicPr>
        <p:blipFill>
          <a:blip r:embed="rId2"/>
          <a:stretch>
            <a:fillRect/>
          </a:stretch>
        </p:blipFill>
        <p:spPr>
          <a:xfrm>
            <a:off x="1485709" y="1838916"/>
            <a:ext cx="7518748" cy="1717084"/>
          </a:xfrm>
          <a:prstGeom prst="rect">
            <a:avLst/>
          </a:prstGeom>
        </p:spPr>
      </p:pic>
      <p:sp>
        <p:nvSpPr>
          <p:cNvPr id="10" name="TextBox 9">
            <a:extLst>
              <a:ext uri="{FF2B5EF4-FFF2-40B4-BE49-F238E27FC236}">
                <a16:creationId xmlns:a16="http://schemas.microsoft.com/office/drawing/2014/main" id="{D6EAB41C-2BFC-596D-DB2C-19DED4B6D889}"/>
              </a:ext>
            </a:extLst>
          </p:cNvPr>
          <p:cNvSpPr txBox="1"/>
          <p:nvPr/>
        </p:nvSpPr>
        <p:spPr>
          <a:xfrm>
            <a:off x="436880" y="3556000"/>
            <a:ext cx="11592560" cy="4199611"/>
          </a:xfrm>
          <a:prstGeom prst="rect">
            <a:avLst/>
          </a:prstGeom>
          <a:noFill/>
        </p:spPr>
        <p:txBody>
          <a:bodyPr wrap="square" rtlCol="0">
            <a:spAutoFit/>
          </a:bodyPr>
          <a:lstStyle/>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Next we add a Dense hidden layer with 300 neurons. It will use the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ReLU</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activation function. Each Dense layer manages its own weight matrix, containing all the connection weights between the neurons and their inputs. It also manages a vector of bias terms (one per neuron). </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Then we add a second Dense hidden layer with 100 neurons, also using the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ReLU</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activation function </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Finally, we add a Dense output layer with 10 neurons (one per class), using the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softmax</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activation function (because the classes are exclusive). </a:t>
            </a:r>
            <a:b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0E903DC6-A9C6-7741-72C0-6BB1A63F543E}"/>
                  </a:ext>
                </a:extLst>
              </p14:cNvPr>
              <p14:cNvContentPartPr/>
              <p14:nvPr/>
            </p14:nvContentPartPr>
            <p14:xfrm>
              <a:off x="2616120" y="3378240"/>
              <a:ext cx="8490240" cy="2965680"/>
            </p14:xfrm>
          </p:contentPart>
        </mc:Choice>
        <mc:Fallback xmlns="">
          <p:pic>
            <p:nvPicPr>
              <p:cNvPr id="3" name="Ink 2">
                <a:extLst>
                  <a:ext uri="{FF2B5EF4-FFF2-40B4-BE49-F238E27FC236}">
                    <a16:creationId xmlns:a16="http://schemas.microsoft.com/office/drawing/2014/main" id="{0E903DC6-A9C6-7741-72C0-6BB1A63F543E}"/>
                  </a:ext>
                </a:extLst>
              </p:cNvPr>
              <p:cNvPicPr/>
              <p:nvPr/>
            </p:nvPicPr>
            <p:blipFill>
              <a:blip r:embed="rId4"/>
              <a:stretch>
                <a:fillRect/>
              </a:stretch>
            </p:blipFill>
            <p:spPr>
              <a:xfrm>
                <a:off x="2606760" y="3368880"/>
                <a:ext cx="8508960" cy="2984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86DBC83F-8C1C-CA58-7B94-15DE3A4746A6}"/>
                  </a:ext>
                </a:extLst>
              </p14:cNvPr>
              <p14:cNvContentPartPr/>
              <p14:nvPr/>
            </p14:nvContentPartPr>
            <p14:xfrm>
              <a:off x="5854680" y="2444760"/>
              <a:ext cx="298800" cy="190800"/>
            </p14:xfrm>
          </p:contentPart>
        </mc:Choice>
        <mc:Fallback xmlns="">
          <p:pic>
            <p:nvPicPr>
              <p:cNvPr id="6" name="Ink 5">
                <a:extLst>
                  <a:ext uri="{FF2B5EF4-FFF2-40B4-BE49-F238E27FC236}">
                    <a16:creationId xmlns:a16="http://schemas.microsoft.com/office/drawing/2014/main" id="{86DBC83F-8C1C-CA58-7B94-15DE3A4746A6}"/>
                  </a:ext>
                </a:extLst>
              </p:cNvPr>
              <p:cNvPicPr/>
              <p:nvPr/>
            </p:nvPicPr>
            <p:blipFill>
              <a:blip r:embed="rId6"/>
              <a:stretch>
                <a:fillRect/>
              </a:stretch>
            </p:blipFill>
            <p:spPr>
              <a:xfrm>
                <a:off x="5845320" y="2435400"/>
                <a:ext cx="317520" cy="209520"/>
              </a:xfrm>
              <a:prstGeom prst="rect">
                <a:avLst/>
              </a:prstGeom>
            </p:spPr>
          </p:pic>
        </mc:Fallback>
      </mc:AlternateContent>
    </p:spTree>
    <p:extLst>
      <p:ext uri="{BB962C8B-B14F-4D97-AF65-F5344CB8AC3E}">
        <p14:creationId xmlns:p14="http://schemas.microsoft.com/office/powerpoint/2010/main" val="655477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17B5A-5A85-5492-35CC-E11226821B8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39157D1-1F30-E04C-1EB1-39F80CC3972A}"/>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10" name="TextBox 9">
            <a:extLst>
              <a:ext uri="{FF2B5EF4-FFF2-40B4-BE49-F238E27FC236}">
                <a16:creationId xmlns:a16="http://schemas.microsoft.com/office/drawing/2014/main" id="{F27A4755-4816-F6A7-2B02-5C83E26F813D}"/>
              </a:ext>
            </a:extLst>
          </p:cNvPr>
          <p:cNvSpPr txBox="1"/>
          <p:nvPr/>
        </p:nvSpPr>
        <p:spPr>
          <a:xfrm>
            <a:off x="396240" y="955040"/>
            <a:ext cx="11592560" cy="1891287"/>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The model’s summary() method displays all the model’s layers, including each layer’s name (which is automatically generated unless you set it when creating the layer), its output shape (None means the batch size can be anything), and its number of parameters. The summary ends with the total number of parameters, including trainable and non-trainable parameters. </a:t>
            </a:r>
          </a:p>
        </p:txBody>
      </p:sp>
      <p:pic>
        <p:nvPicPr>
          <p:cNvPr id="6" name="Picture 5">
            <a:extLst>
              <a:ext uri="{FF2B5EF4-FFF2-40B4-BE49-F238E27FC236}">
                <a16:creationId xmlns:a16="http://schemas.microsoft.com/office/drawing/2014/main" id="{25DFBF9C-0515-182D-52CF-70CCC770E5AE}"/>
              </a:ext>
            </a:extLst>
          </p:cNvPr>
          <p:cNvPicPr>
            <a:picLocks noChangeAspect="1"/>
          </p:cNvPicPr>
          <p:nvPr/>
        </p:nvPicPr>
        <p:blipFill>
          <a:blip r:embed="rId2"/>
          <a:stretch>
            <a:fillRect/>
          </a:stretch>
        </p:blipFill>
        <p:spPr>
          <a:xfrm>
            <a:off x="714767" y="3564552"/>
            <a:ext cx="6117357" cy="2064088"/>
          </a:xfrm>
          <a:prstGeom prst="rect">
            <a:avLst/>
          </a:prstGeom>
        </p:spPr>
      </p:pic>
      <p:pic>
        <p:nvPicPr>
          <p:cNvPr id="8" name="Picture 7">
            <a:extLst>
              <a:ext uri="{FF2B5EF4-FFF2-40B4-BE49-F238E27FC236}">
                <a16:creationId xmlns:a16="http://schemas.microsoft.com/office/drawing/2014/main" id="{36887453-A928-2DDA-E00B-F4FEC18205F5}"/>
              </a:ext>
            </a:extLst>
          </p:cNvPr>
          <p:cNvPicPr>
            <a:picLocks noChangeAspect="1"/>
          </p:cNvPicPr>
          <p:nvPr/>
        </p:nvPicPr>
        <p:blipFill>
          <a:blip r:embed="rId3"/>
          <a:stretch>
            <a:fillRect/>
          </a:stretch>
        </p:blipFill>
        <p:spPr>
          <a:xfrm>
            <a:off x="6632984" y="3942871"/>
            <a:ext cx="5204911" cy="1623201"/>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F5A3A2C9-A411-E1BC-AC16-C45DF8E72E46}"/>
                  </a:ext>
                </a:extLst>
              </p14:cNvPr>
              <p14:cNvContentPartPr/>
              <p14:nvPr/>
            </p14:nvContentPartPr>
            <p14:xfrm>
              <a:off x="1314360" y="1441440"/>
              <a:ext cx="6299640" cy="3893040"/>
            </p14:xfrm>
          </p:contentPart>
        </mc:Choice>
        <mc:Fallback xmlns="">
          <p:pic>
            <p:nvPicPr>
              <p:cNvPr id="2" name="Ink 1">
                <a:extLst>
                  <a:ext uri="{FF2B5EF4-FFF2-40B4-BE49-F238E27FC236}">
                    <a16:creationId xmlns:a16="http://schemas.microsoft.com/office/drawing/2014/main" id="{F5A3A2C9-A411-E1BC-AC16-C45DF8E72E46}"/>
                  </a:ext>
                </a:extLst>
              </p:cNvPr>
              <p:cNvPicPr/>
              <p:nvPr/>
            </p:nvPicPr>
            <p:blipFill>
              <a:blip r:embed="rId5"/>
              <a:stretch>
                <a:fillRect/>
              </a:stretch>
            </p:blipFill>
            <p:spPr>
              <a:xfrm>
                <a:off x="1305000" y="1432080"/>
                <a:ext cx="6318360" cy="3911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F855DE49-EB9E-F9C9-D80D-B08527F1143E}"/>
                  </a:ext>
                </a:extLst>
              </p14:cNvPr>
              <p14:cNvContentPartPr/>
              <p14:nvPr/>
            </p14:nvContentPartPr>
            <p14:xfrm>
              <a:off x="3568680" y="4794120"/>
              <a:ext cx="1848240" cy="1143360"/>
            </p14:xfrm>
          </p:contentPart>
        </mc:Choice>
        <mc:Fallback xmlns="">
          <p:pic>
            <p:nvPicPr>
              <p:cNvPr id="3" name="Ink 2">
                <a:extLst>
                  <a:ext uri="{FF2B5EF4-FFF2-40B4-BE49-F238E27FC236}">
                    <a16:creationId xmlns:a16="http://schemas.microsoft.com/office/drawing/2014/main" id="{F855DE49-EB9E-F9C9-D80D-B08527F1143E}"/>
                  </a:ext>
                </a:extLst>
              </p:cNvPr>
              <p:cNvPicPr/>
              <p:nvPr/>
            </p:nvPicPr>
            <p:blipFill>
              <a:blip r:embed="rId7"/>
              <a:stretch>
                <a:fillRect/>
              </a:stretch>
            </p:blipFill>
            <p:spPr>
              <a:xfrm>
                <a:off x="3559320" y="4784760"/>
                <a:ext cx="1866960" cy="1162080"/>
              </a:xfrm>
              <a:prstGeom prst="rect">
                <a:avLst/>
              </a:prstGeom>
            </p:spPr>
          </p:pic>
        </mc:Fallback>
      </mc:AlternateContent>
    </p:spTree>
    <p:extLst>
      <p:ext uri="{BB962C8B-B14F-4D97-AF65-F5344CB8AC3E}">
        <p14:creationId xmlns:p14="http://schemas.microsoft.com/office/powerpoint/2010/main" val="42135376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4E85B-DFBA-C00A-F457-989D9AC0902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2CF3A36-0C6D-7253-74D9-2DB25777F61B}"/>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10" name="TextBox 9">
            <a:extLst>
              <a:ext uri="{FF2B5EF4-FFF2-40B4-BE49-F238E27FC236}">
                <a16:creationId xmlns:a16="http://schemas.microsoft.com/office/drawing/2014/main" id="{BD4812A8-EF0F-B60B-8927-0F95DFDAA3B8}"/>
              </a:ext>
            </a:extLst>
          </p:cNvPr>
          <p:cNvSpPr txBox="1"/>
          <p:nvPr/>
        </p:nvSpPr>
        <p:spPr>
          <a:xfrm>
            <a:off x="396240" y="955040"/>
            <a:ext cx="11592560" cy="2352952"/>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Note that Dense layers often have a </a:t>
            </a:r>
            <a:r>
              <a:rPr kumimoji="0" lang="en-US" sz="2000" b="0" i="1" u="none" strike="noStrike" kern="1200" cap="none" spc="0" normalizeH="0" baseline="0" noProof="0" dirty="0">
                <a:ln>
                  <a:noFill/>
                </a:ln>
                <a:solidFill>
                  <a:prstClr val="black"/>
                </a:solidFill>
                <a:effectLst/>
                <a:uLnTx/>
                <a:uFillTx/>
                <a:latin typeface="Calibri" panose="020F0502020204030204"/>
                <a:ea typeface="+mn-ea"/>
                <a:cs typeface="+mn-cs"/>
              </a:rPr>
              <a:t>lot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of parameters. For example, the first hidden layer has 784 × 300 connection weights, plus 300 bias terms, which adds up to 235,500 parameters! This gives the model quite a lot of flexibility to fit the training data, but it also means that the model runs the risk of overfitting, especially when you do not have a lot of training data.  </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You can easily get a model’s list of layers, to fetch a layer by its index, or you can fetch it by name: </a:t>
            </a:r>
          </a:p>
        </p:txBody>
      </p:sp>
      <p:pic>
        <p:nvPicPr>
          <p:cNvPr id="5" name="Picture 4">
            <a:extLst>
              <a:ext uri="{FF2B5EF4-FFF2-40B4-BE49-F238E27FC236}">
                <a16:creationId xmlns:a16="http://schemas.microsoft.com/office/drawing/2014/main" id="{1EA08F9E-6EA0-B729-675F-31680753ABCB}"/>
              </a:ext>
            </a:extLst>
          </p:cNvPr>
          <p:cNvPicPr>
            <a:picLocks noChangeAspect="1"/>
          </p:cNvPicPr>
          <p:nvPr/>
        </p:nvPicPr>
        <p:blipFill>
          <a:blip r:embed="rId2"/>
          <a:stretch>
            <a:fillRect/>
          </a:stretch>
        </p:blipFill>
        <p:spPr>
          <a:xfrm>
            <a:off x="2825486" y="3684184"/>
            <a:ext cx="6049161" cy="2352952"/>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A969C328-178E-CE72-B577-7D81D5FDD932}"/>
                  </a:ext>
                </a:extLst>
              </p14:cNvPr>
              <p14:cNvContentPartPr/>
              <p14:nvPr/>
            </p14:nvContentPartPr>
            <p14:xfrm>
              <a:off x="3321000" y="1924200"/>
              <a:ext cx="7715520" cy="3854520"/>
            </p14:xfrm>
          </p:contentPart>
        </mc:Choice>
        <mc:Fallback xmlns="">
          <p:pic>
            <p:nvPicPr>
              <p:cNvPr id="2" name="Ink 1">
                <a:extLst>
                  <a:ext uri="{FF2B5EF4-FFF2-40B4-BE49-F238E27FC236}">
                    <a16:creationId xmlns:a16="http://schemas.microsoft.com/office/drawing/2014/main" id="{A969C328-178E-CE72-B577-7D81D5FDD932}"/>
                  </a:ext>
                </a:extLst>
              </p:cNvPr>
              <p:cNvPicPr/>
              <p:nvPr/>
            </p:nvPicPr>
            <p:blipFill>
              <a:blip r:embed="rId4"/>
              <a:stretch>
                <a:fillRect/>
              </a:stretch>
            </p:blipFill>
            <p:spPr>
              <a:xfrm>
                <a:off x="3311640" y="1914840"/>
                <a:ext cx="7734240" cy="3873240"/>
              </a:xfrm>
              <a:prstGeom prst="rect">
                <a:avLst/>
              </a:prstGeom>
            </p:spPr>
          </p:pic>
        </mc:Fallback>
      </mc:AlternateContent>
    </p:spTree>
    <p:extLst>
      <p:ext uri="{BB962C8B-B14F-4D97-AF65-F5344CB8AC3E}">
        <p14:creationId xmlns:p14="http://schemas.microsoft.com/office/powerpoint/2010/main" val="3373150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FF902-9434-9B66-DF69-6A3D28B06BC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4F28014-0CB3-604E-3BCA-9700A2A2D2BC}"/>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10" name="TextBox 9">
            <a:extLst>
              <a:ext uri="{FF2B5EF4-FFF2-40B4-BE49-F238E27FC236}">
                <a16:creationId xmlns:a16="http://schemas.microsoft.com/office/drawing/2014/main" id="{10BA9663-46AE-608A-1DD8-5E7D9AA8ADE8}"/>
              </a:ext>
            </a:extLst>
          </p:cNvPr>
          <p:cNvSpPr txBox="1"/>
          <p:nvPr/>
        </p:nvSpPr>
        <p:spPr>
          <a:xfrm>
            <a:off x="396240" y="955040"/>
            <a:ext cx="11592560" cy="967957"/>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All the parameters of a layer can be accessed using its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get_weights</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set_weights</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methods. For a Dense layer, this includes both the connection weights and the bias terms.  </a:t>
            </a:r>
          </a:p>
        </p:txBody>
      </p:sp>
      <p:pic>
        <p:nvPicPr>
          <p:cNvPr id="3" name="Picture 2">
            <a:extLst>
              <a:ext uri="{FF2B5EF4-FFF2-40B4-BE49-F238E27FC236}">
                <a16:creationId xmlns:a16="http://schemas.microsoft.com/office/drawing/2014/main" id="{D2DD9749-BCBE-CF11-45A3-B05484675D9E}"/>
              </a:ext>
            </a:extLst>
          </p:cNvPr>
          <p:cNvPicPr>
            <a:picLocks noChangeAspect="1"/>
          </p:cNvPicPr>
          <p:nvPr/>
        </p:nvPicPr>
        <p:blipFill>
          <a:blip r:embed="rId2"/>
          <a:stretch>
            <a:fillRect/>
          </a:stretch>
        </p:blipFill>
        <p:spPr>
          <a:xfrm>
            <a:off x="2050990" y="2228740"/>
            <a:ext cx="8090019" cy="325766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46657395-6A7E-5C8D-6984-45088F88A2D8}"/>
                  </a:ext>
                </a:extLst>
              </p14:cNvPr>
              <p14:cNvContentPartPr/>
              <p14:nvPr/>
            </p14:nvContentPartPr>
            <p14:xfrm>
              <a:off x="298440" y="2521080"/>
              <a:ext cx="10382760" cy="4121280"/>
            </p14:xfrm>
          </p:contentPart>
        </mc:Choice>
        <mc:Fallback xmlns="">
          <p:pic>
            <p:nvPicPr>
              <p:cNvPr id="2" name="Ink 1">
                <a:extLst>
                  <a:ext uri="{FF2B5EF4-FFF2-40B4-BE49-F238E27FC236}">
                    <a16:creationId xmlns:a16="http://schemas.microsoft.com/office/drawing/2014/main" id="{46657395-6A7E-5C8D-6984-45088F88A2D8}"/>
                  </a:ext>
                </a:extLst>
              </p:cNvPr>
              <p:cNvPicPr/>
              <p:nvPr/>
            </p:nvPicPr>
            <p:blipFill>
              <a:blip r:embed="rId4"/>
              <a:stretch>
                <a:fillRect/>
              </a:stretch>
            </p:blipFill>
            <p:spPr>
              <a:xfrm>
                <a:off x="289080" y="2511720"/>
                <a:ext cx="10401480" cy="4140000"/>
              </a:xfrm>
              <a:prstGeom prst="rect">
                <a:avLst/>
              </a:prstGeom>
            </p:spPr>
          </p:pic>
        </mc:Fallback>
      </mc:AlternateContent>
    </p:spTree>
    <p:extLst>
      <p:ext uri="{BB962C8B-B14F-4D97-AF65-F5344CB8AC3E}">
        <p14:creationId xmlns:p14="http://schemas.microsoft.com/office/powerpoint/2010/main" val="27718699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7F8FE-0B5B-8EB4-48EB-86B9C48CB19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61B6B71-E57E-3FE4-3B5F-158D7B401809}"/>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10" name="TextBox 9">
            <a:extLst>
              <a:ext uri="{FF2B5EF4-FFF2-40B4-BE49-F238E27FC236}">
                <a16:creationId xmlns:a16="http://schemas.microsoft.com/office/drawing/2014/main" id="{56F48815-454B-4EA3-6A65-80CD327200BA}"/>
              </a:ext>
            </a:extLst>
          </p:cNvPr>
          <p:cNvSpPr txBox="1"/>
          <p:nvPr/>
        </p:nvSpPr>
        <p:spPr>
          <a:xfrm>
            <a:off x="396240" y="955040"/>
            <a:ext cx="11592560" cy="5076774"/>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shape of the weight matrix depends on the number of inputs</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This is why </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it is recommended to specify the </a:t>
            </a:r>
            <a:r>
              <a:rPr kumimoji="0" lang="en-US" sz="2000" b="0" i="1" u="none" strike="noStrike" kern="1200" cap="none" spc="0" normalizeH="0" baseline="0" noProof="0" dirty="0" err="1">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input_shape</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 when creating the first layer in a Sequential model</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However, if you do not specify the input shape, it’s OK</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 </a:t>
            </a:r>
            <a:r>
              <a:rPr kumimoji="0" lang="en-US" sz="2000" b="0" i="1" u="none" strike="noStrike" kern="1200" cap="none" spc="0" normalizeH="0" baseline="0" noProof="0" dirty="0" err="1">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Keras</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 will simply wait until it knows the input shape before it actually builds the model</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This will happen either when you feed it actual data (e.g., during training), or when you call its build() method. </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Until the model is really built, the layers will not have any weights</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you will not be able to do certain things (such as print the model summary or save the model)</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So, if you know the input shape when creating the model, it is best to specify it. </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After a model is created, you must call its compile() method to specify the loss function and the optimizer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to use. Optionally, you can specify a list of extra metrics to compute during training and evaluation: </a:t>
            </a:r>
            <a:b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6E919DB8-2B78-5503-E686-0C0CE5B94760}"/>
                  </a:ext>
                </a:extLst>
              </p14:cNvPr>
              <p14:cNvContentPartPr/>
              <p14:nvPr/>
            </p14:nvContentPartPr>
            <p14:xfrm>
              <a:off x="1270080" y="1447920"/>
              <a:ext cx="10477800" cy="4089600"/>
            </p14:xfrm>
          </p:contentPart>
        </mc:Choice>
        <mc:Fallback xmlns="">
          <p:pic>
            <p:nvPicPr>
              <p:cNvPr id="2" name="Ink 1">
                <a:extLst>
                  <a:ext uri="{FF2B5EF4-FFF2-40B4-BE49-F238E27FC236}">
                    <a16:creationId xmlns:a16="http://schemas.microsoft.com/office/drawing/2014/main" id="{6E919DB8-2B78-5503-E686-0C0CE5B94760}"/>
                  </a:ext>
                </a:extLst>
              </p:cNvPr>
              <p:cNvPicPr/>
              <p:nvPr/>
            </p:nvPicPr>
            <p:blipFill>
              <a:blip r:embed="rId3"/>
              <a:stretch>
                <a:fillRect/>
              </a:stretch>
            </p:blipFill>
            <p:spPr>
              <a:xfrm>
                <a:off x="1260720" y="1438560"/>
                <a:ext cx="10496520" cy="4108320"/>
              </a:xfrm>
              <a:prstGeom prst="rect">
                <a:avLst/>
              </a:prstGeom>
            </p:spPr>
          </p:pic>
        </mc:Fallback>
      </mc:AlternateContent>
    </p:spTree>
    <p:extLst>
      <p:ext uri="{BB962C8B-B14F-4D97-AF65-F5344CB8AC3E}">
        <p14:creationId xmlns:p14="http://schemas.microsoft.com/office/powerpoint/2010/main" val="685349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AA15C-2D3D-1571-ECC7-820DF05BA2E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9895F48-094B-41D0-C2CB-14C500B9C9CF}"/>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10" name="TextBox 9">
            <a:extLst>
              <a:ext uri="{FF2B5EF4-FFF2-40B4-BE49-F238E27FC236}">
                <a16:creationId xmlns:a16="http://schemas.microsoft.com/office/drawing/2014/main" id="{83149604-79BA-494D-4F96-C923433D19AA}"/>
              </a:ext>
            </a:extLst>
          </p:cNvPr>
          <p:cNvSpPr txBox="1"/>
          <p:nvPr/>
        </p:nvSpPr>
        <p:spPr>
          <a:xfrm>
            <a:off x="396240" y="955040"/>
            <a:ext cx="11592560" cy="2814617"/>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Using loss="</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sparse_categorical_crossentropy</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is equivalent to using loss=</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keras.losses.sparse_categorical_crossentropy</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Similarly, specifying optimizer="</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sgd</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is equivalent to specifying optimizer=</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keras.optimizers.SGD</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and metrics=["accuracy"] is equivalent to metrics=[</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keras.metrics.sparse_categori</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cal_accuracy</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(when using this loss). </a:t>
            </a:r>
            <a:b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79387DDB-6CFA-5D55-EF80-38884CBEFE51}"/>
              </a:ext>
            </a:extLst>
          </p:cNvPr>
          <p:cNvPicPr>
            <a:picLocks noChangeAspect="1"/>
          </p:cNvPicPr>
          <p:nvPr/>
        </p:nvPicPr>
        <p:blipFill>
          <a:blip r:embed="rId2"/>
          <a:stretch>
            <a:fillRect/>
          </a:stretch>
        </p:blipFill>
        <p:spPr>
          <a:xfrm>
            <a:off x="2733039" y="3474702"/>
            <a:ext cx="5942517" cy="915042"/>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6034C04-645D-2555-951B-D2B78373DB98}"/>
                  </a:ext>
                </a:extLst>
              </p14:cNvPr>
              <p14:cNvContentPartPr/>
              <p14:nvPr/>
            </p14:nvContentPartPr>
            <p14:xfrm>
              <a:off x="876240" y="768240"/>
              <a:ext cx="10439640" cy="5734440"/>
            </p14:xfrm>
          </p:contentPart>
        </mc:Choice>
        <mc:Fallback xmlns="">
          <p:pic>
            <p:nvPicPr>
              <p:cNvPr id="2" name="Ink 1">
                <a:extLst>
                  <a:ext uri="{FF2B5EF4-FFF2-40B4-BE49-F238E27FC236}">
                    <a16:creationId xmlns:a16="http://schemas.microsoft.com/office/drawing/2014/main" id="{B6034C04-645D-2555-951B-D2B78373DB98}"/>
                  </a:ext>
                </a:extLst>
              </p:cNvPr>
              <p:cNvPicPr/>
              <p:nvPr/>
            </p:nvPicPr>
            <p:blipFill>
              <a:blip r:embed="rId4"/>
              <a:stretch>
                <a:fillRect/>
              </a:stretch>
            </p:blipFill>
            <p:spPr>
              <a:xfrm>
                <a:off x="866880" y="758880"/>
                <a:ext cx="10458360" cy="5753160"/>
              </a:xfrm>
              <a:prstGeom prst="rect">
                <a:avLst/>
              </a:prstGeom>
            </p:spPr>
          </p:pic>
        </mc:Fallback>
      </mc:AlternateContent>
    </p:spTree>
    <p:extLst>
      <p:ext uri="{BB962C8B-B14F-4D97-AF65-F5344CB8AC3E}">
        <p14:creationId xmlns:p14="http://schemas.microsoft.com/office/powerpoint/2010/main" val="35202173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C2406-C6D3-9EF8-B11E-C5CB13488C9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E41BBEA-D8F3-B597-80B9-7251FF4C887D}"/>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10" name="TextBox 9">
            <a:extLst>
              <a:ext uri="{FF2B5EF4-FFF2-40B4-BE49-F238E27FC236}">
                <a16:creationId xmlns:a16="http://schemas.microsoft.com/office/drawing/2014/main" id="{E9959619-A33D-A888-8F66-63B4E52A33C1}"/>
              </a:ext>
            </a:extLst>
          </p:cNvPr>
          <p:cNvSpPr txBox="1"/>
          <p:nvPr/>
        </p:nvSpPr>
        <p:spPr>
          <a:xfrm>
            <a:off x="396240" y="955040"/>
            <a:ext cx="11592560" cy="6046271"/>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Notice that the </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Dense layer initialized the connection weights randomly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(which is needed to break symmetry, as we discussed earlier), and the </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biases were initialized to zeros</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which is fine. If you ever want to use a different initialization method, you can set </a:t>
            </a:r>
            <a:r>
              <a:rPr kumimoji="0" lang="en-US" sz="2000" b="1" i="0" u="none" strike="noStrike" kern="1200" cap="none" spc="0" normalizeH="0" baseline="0" noProof="0" dirty="0" err="1">
                <a:ln>
                  <a:noFill/>
                </a:ln>
                <a:solidFill>
                  <a:srgbClr val="0070C0"/>
                </a:solidFill>
                <a:effectLst/>
                <a:uLnTx/>
                <a:uFillTx/>
                <a:latin typeface="Calibri" panose="020F0502020204030204"/>
                <a:ea typeface="+mn-ea"/>
                <a:cs typeface="+mn-cs"/>
              </a:rPr>
              <a:t>kernel_initializer</a:t>
            </a:r>
            <a:r>
              <a:rPr kumimoji="0" lang="en-US" sz="2000" b="1" i="0" u="none" strike="noStrike" kern="1200" cap="none" spc="0" normalizeH="0" baseline="0" noProof="0" dirty="0">
                <a:ln>
                  <a:noFill/>
                </a:ln>
                <a:solidFill>
                  <a:srgbClr val="0070C0"/>
                </a:solidFill>
                <a:effectLst/>
                <a:uLnTx/>
                <a:uFillTx/>
                <a:latin typeface="Calibri" panose="020F0502020204030204"/>
                <a:ea typeface="+mn-ea"/>
                <a:cs typeface="+mn-cs"/>
              </a:rPr>
              <a:t>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1" u="none" strike="noStrike" kern="1200" cap="none" spc="0" normalizeH="0" baseline="0" noProof="0" dirty="0">
                <a:ln>
                  <a:noFill/>
                </a:ln>
                <a:solidFill>
                  <a:prstClr val="black"/>
                </a:solidFill>
                <a:effectLst/>
                <a:uLnTx/>
                <a:uFillTx/>
                <a:latin typeface="Calibri" panose="020F0502020204030204"/>
                <a:ea typeface="+mn-ea"/>
                <a:cs typeface="+mn-cs"/>
              </a:rPr>
              <a:t>kernel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is another name for the matrix of connection weights) or </a:t>
            </a:r>
            <a:r>
              <a:rPr kumimoji="0" lang="en-US" sz="2000" b="1" i="0" u="none" strike="noStrike" kern="1200" cap="none" spc="0" normalizeH="0" baseline="0" noProof="0" dirty="0" err="1">
                <a:ln>
                  <a:noFill/>
                </a:ln>
                <a:solidFill>
                  <a:srgbClr val="0070C0"/>
                </a:solidFill>
                <a:effectLst/>
                <a:uLnTx/>
                <a:uFillTx/>
                <a:latin typeface="Calibri" panose="020F0502020204030204"/>
                <a:ea typeface="+mn-ea"/>
                <a:cs typeface="+mn-cs"/>
              </a:rPr>
              <a:t>bias_initializer</a:t>
            </a:r>
            <a:r>
              <a:rPr kumimoji="0" lang="en-US" sz="2000" b="1" i="0" u="none" strike="noStrike" kern="1200" cap="none" spc="0" normalizeH="0" baseline="0" noProof="0" dirty="0">
                <a:ln>
                  <a:noFill/>
                </a:ln>
                <a:solidFill>
                  <a:srgbClr val="0070C0"/>
                </a:solidFill>
                <a:effectLst/>
                <a:uLnTx/>
                <a:uFillTx/>
                <a:latin typeface="Calibri" panose="020F0502020204030204"/>
                <a:ea typeface="+mn-ea"/>
                <a:cs typeface="+mn-cs"/>
              </a:rPr>
              <a:t>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when creating the layer. </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shape of the weight matrix depends on the number of inputs</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This is why it is recommended to specify the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input_shape</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when creating the first layer in a Sequential model. However, if you do not specify the input shape, it’s OK: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Keras</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will simply wait until it knows the input shape before it actually builds the model. This will happen either when you feed it actual data (e.g., during training), or when you call its build() method. Until the model is really built, the layers will not have any weights, and you will not be able to do certain things (such as print the model summary or save the model). So, if you know the input shape when creating the model, it is best to specify it. </a:t>
            </a:r>
            <a:b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505DF76C-1456-8E1F-E358-8588D6A55843}"/>
                  </a:ext>
                </a:extLst>
              </p14:cNvPr>
              <p14:cNvContentPartPr/>
              <p14:nvPr/>
            </p14:nvContentPartPr>
            <p14:xfrm>
              <a:off x="2108160" y="635040"/>
              <a:ext cx="9627120" cy="5823360"/>
            </p14:xfrm>
          </p:contentPart>
        </mc:Choice>
        <mc:Fallback xmlns="">
          <p:pic>
            <p:nvPicPr>
              <p:cNvPr id="2" name="Ink 1">
                <a:extLst>
                  <a:ext uri="{FF2B5EF4-FFF2-40B4-BE49-F238E27FC236}">
                    <a16:creationId xmlns:a16="http://schemas.microsoft.com/office/drawing/2014/main" id="{505DF76C-1456-8E1F-E358-8588D6A55843}"/>
                  </a:ext>
                </a:extLst>
              </p:cNvPr>
              <p:cNvPicPr/>
              <p:nvPr/>
            </p:nvPicPr>
            <p:blipFill>
              <a:blip r:embed="rId3"/>
              <a:stretch>
                <a:fillRect/>
              </a:stretch>
            </p:blipFill>
            <p:spPr>
              <a:xfrm>
                <a:off x="2098800" y="625680"/>
                <a:ext cx="9645840" cy="5842080"/>
              </a:xfrm>
              <a:prstGeom prst="rect">
                <a:avLst/>
              </a:prstGeom>
            </p:spPr>
          </p:pic>
        </mc:Fallback>
      </mc:AlternateContent>
    </p:spTree>
    <p:extLst>
      <p:ext uri="{BB962C8B-B14F-4D97-AF65-F5344CB8AC3E}">
        <p14:creationId xmlns:p14="http://schemas.microsoft.com/office/powerpoint/2010/main" val="31285896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172C7-536C-B8AC-5C52-955D0546D27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157081C-195C-D492-452D-7BAA6C9727F9}"/>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10" name="TextBox 9">
            <a:extLst>
              <a:ext uri="{FF2B5EF4-FFF2-40B4-BE49-F238E27FC236}">
                <a16:creationId xmlns:a16="http://schemas.microsoft.com/office/drawing/2014/main" id="{2F31DE52-0585-C404-2E07-2AEA11862437}"/>
              </a:ext>
            </a:extLst>
          </p:cNvPr>
          <p:cNvSpPr txBox="1"/>
          <p:nvPr/>
        </p:nvSpPr>
        <p:spPr>
          <a:xfrm>
            <a:off x="396240" y="955040"/>
            <a:ext cx="11592560" cy="1383456"/>
          </a:xfrm>
          <a:prstGeom prst="rect">
            <a:avLst/>
          </a:prstGeom>
          <a:noFill/>
        </p:spPr>
        <p:txBody>
          <a:bodyPr wrap="square" rtlCol="0">
            <a:spAutoFit/>
          </a:bodyPr>
          <a:lstStyle/>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After a model is created, you must call its compile() method to specify the loss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func</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the optimizer to use. Optionally, you can specify a list of extra metrics to compute during training and evaluation:</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b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38513D2D-1E03-9FAA-D50F-11B717D44775}"/>
              </a:ext>
            </a:extLst>
          </p:cNvPr>
          <p:cNvPicPr>
            <a:picLocks noChangeAspect="1"/>
          </p:cNvPicPr>
          <p:nvPr/>
        </p:nvPicPr>
        <p:blipFill>
          <a:blip r:embed="rId2"/>
          <a:stretch>
            <a:fillRect/>
          </a:stretch>
        </p:blipFill>
        <p:spPr>
          <a:xfrm>
            <a:off x="2059742" y="2078282"/>
            <a:ext cx="7074807" cy="1183078"/>
          </a:xfrm>
          <a:prstGeom prst="rect">
            <a:avLst/>
          </a:prstGeom>
        </p:spPr>
      </p:pic>
      <p:sp>
        <p:nvSpPr>
          <p:cNvPr id="5" name="TextBox 4">
            <a:extLst>
              <a:ext uri="{FF2B5EF4-FFF2-40B4-BE49-F238E27FC236}">
                <a16:creationId xmlns:a16="http://schemas.microsoft.com/office/drawing/2014/main" id="{BB2D411E-2330-6FC1-E252-ADBB02BE3C7E}"/>
              </a:ext>
            </a:extLst>
          </p:cNvPr>
          <p:cNvSpPr txBox="1"/>
          <p:nvPr/>
        </p:nvSpPr>
        <p:spPr>
          <a:xfrm>
            <a:off x="396240" y="3429000"/>
            <a:ext cx="11592560" cy="2352952"/>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Using loss="</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sparse_categorical_crossentropy</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is equivalent to using loss=</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keras.losses.sparse_categorical_crossentropy</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Similarly, specifying optimizer="</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sgd</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is equivalent to specifying optimizer=</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keras.optimizers.SGD</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and metrics=["accuracy"] is equivalent to metrics=[</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keras.metrics.sparse_categorical_accuracy</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(when using this loss). </a:t>
            </a:r>
            <a:b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92764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17AFE-6364-4180-1488-461BD8FDB75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5E1E5E1-C889-2D8A-A41C-6428231A0B49}"/>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10" name="TextBox 9">
            <a:extLst>
              <a:ext uri="{FF2B5EF4-FFF2-40B4-BE49-F238E27FC236}">
                <a16:creationId xmlns:a16="http://schemas.microsoft.com/office/drawing/2014/main" id="{D08532AB-7795-35B6-D4E3-2F850859B7FC}"/>
              </a:ext>
            </a:extLst>
          </p:cNvPr>
          <p:cNvSpPr txBox="1"/>
          <p:nvPr/>
        </p:nvSpPr>
        <p:spPr>
          <a:xfrm>
            <a:off x="299720" y="579120"/>
            <a:ext cx="11592560" cy="6461769"/>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This code requires some explanation. First, we use the </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a:t>
            </a:r>
            <a:r>
              <a:rPr kumimoji="0" lang="en-US" sz="2000" b="0" i="1" u="none" strike="noStrike" kern="1200" cap="none" spc="0" normalizeH="0" baseline="0" noProof="0" dirty="0" err="1">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sparse_categorical_cross</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 entropy" loss because we have sparse labels (i.e., for each instance, there is just a target class index, from 0 to 9 in this case)</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and the classes are exclusive. If instead we had one </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target probability per class for each instance (such as one-hot vectors, e.g. [0., 0., 0., 1., 0., 0., 0., 0., 0., 0.] to represent class 3), then we would need to use the "</a:t>
            </a:r>
            <a:r>
              <a:rPr kumimoji="0" lang="en-US" sz="2000" b="0" i="1" u="none" strike="noStrike" kern="1200" cap="none" spc="0" normalizeH="0" baseline="0" noProof="0" dirty="0" err="1">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categorical_crossentropy</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loss instead. If we were doing binary classification (with one or more binary labels), then we would use the "sigmoid" (i.e., logistic) activation function in the output layer instead of the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softmax</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activation function, and we would use the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binary_crossentropy</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loss. </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Regarding the optimizer, "</a:t>
            </a:r>
            <a:r>
              <a:rPr kumimoji="0" lang="en-US" sz="2000" b="1" i="0" u="none" strike="noStrike" kern="1200" cap="none" spc="0" normalizeH="0" baseline="0" noProof="0" dirty="0" err="1">
                <a:ln>
                  <a:noFill/>
                </a:ln>
                <a:solidFill>
                  <a:srgbClr val="FF0000"/>
                </a:solidFill>
                <a:effectLst/>
                <a:uLnTx/>
                <a:uFillTx/>
                <a:latin typeface="Calibri" panose="020F0502020204030204"/>
                <a:ea typeface="+mn-ea"/>
                <a:cs typeface="+mn-cs"/>
              </a:rPr>
              <a:t>sgd</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means that we will train the model using simple Stochastic Gradient Descent. In other words,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Keras</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will perform the backpropagation algorithm described earlier. </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When using the SGD optimizer, it is important to tune the learning rate. So, you will generally want to use optimizer=</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keras.optimizers.SGD</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lr</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1"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to set the learning rate, rather than optimizer="</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sgd</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which defaults to </a:t>
            </a:r>
            <a:r>
              <a:rPr kumimoji="0" lang="en-US" sz="2000" b="0" i="0" u="none" strike="noStrike" kern="1200" cap="none" spc="0" normalizeH="0" baseline="0" noProof="0" dirty="0" err="1">
                <a:ln>
                  <a:noFill/>
                </a:ln>
                <a:solidFill>
                  <a:srgbClr val="FF0000"/>
                </a:solidFill>
                <a:effectLst>
                  <a:outerShdw blurRad="38100" dist="38100" dir="2700000" algn="tl">
                    <a:srgbClr val="000000">
                      <a:alpha val="43137"/>
                    </a:srgbClr>
                  </a:outerShdw>
                </a:effectLst>
                <a:uLnTx/>
                <a:uFillTx/>
                <a:latin typeface="Calibri" panose="020F0502020204030204"/>
                <a:ea typeface="+mn-ea"/>
                <a:cs typeface="+mn-cs"/>
              </a:rPr>
              <a:t>learning_rate</a:t>
            </a:r>
            <a:r>
              <a:rPr kumimoji="0" lang="en-US" sz="2000" b="0"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Calibri" panose="020F0502020204030204"/>
                <a:ea typeface="+mn-ea"/>
                <a:cs typeface="+mn-cs"/>
              </a:rPr>
              <a:t>=0.01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221B8A67-9E24-B69D-6D42-1783A899FB63}"/>
                  </a:ext>
                </a:extLst>
              </p14:cNvPr>
              <p14:cNvContentPartPr/>
              <p14:nvPr/>
            </p14:nvContentPartPr>
            <p14:xfrm>
              <a:off x="717480" y="2882880"/>
              <a:ext cx="9811080" cy="3238920"/>
            </p14:xfrm>
          </p:contentPart>
        </mc:Choice>
        <mc:Fallback xmlns="">
          <p:pic>
            <p:nvPicPr>
              <p:cNvPr id="2" name="Ink 1">
                <a:extLst>
                  <a:ext uri="{FF2B5EF4-FFF2-40B4-BE49-F238E27FC236}">
                    <a16:creationId xmlns:a16="http://schemas.microsoft.com/office/drawing/2014/main" id="{221B8A67-9E24-B69D-6D42-1783A899FB63}"/>
                  </a:ext>
                </a:extLst>
              </p:cNvPr>
              <p:cNvPicPr/>
              <p:nvPr/>
            </p:nvPicPr>
            <p:blipFill>
              <a:blip r:embed="rId3"/>
              <a:stretch>
                <a:fillRect/>
              </a:stretch>
            </p:blipFill>
            <p:spPr>
              <a:xfrm>
                <a:off x="708120" y="2873520"/>
                <a:ext cx="9829800" cy="3257640"/>
              </a:xfrm>
              <a:prstGeom prst="rect">
                <a:avLst/>
              </a:prstGeom>
            </p:spPr>
          </p:pic>
        </mc:Fallback>
      </mc:AlternateContent>
    </p:spTree>
    <p:extLst>
      <p:ext uri="{BB962C8B-B14F-4D97-AF65-F5344CB8AC3E}">
        <p14:creationId xmlns:p14="http://schemas.microsoft.com/office/powerpoint/2010/main" val="17905731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BBD47-A006-2DD9-A50E-7F3D2043054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67594EB-C76E-F598-F415-DF8B87AE2871}"/>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10" name="TextBox 9">
            <a:extLst>
              <a:ext uri="{FF2B5EF4-FFF2-40B4-BE49-F238E27FC236}">
                <a16:creationId xmlns:a16="http://schemas.microsoft.com/office/drawing/2014/main" id="{2E7018E2-656C-332A-B83F-230D8C3A0F5B}"/>
              </a:ext>
            </a:extLst>
          </p:cNvPr>
          <p:cNvSpPr txBox="1"/>
          <p:nvPr/>
        </p:nvSpPr>
        <p:spPr>
          <a:xfrm>
            <a:off x="299720" y="579120"/>
            <a:ext cx="11592560" cy="2989729"/>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To start training the model we simply use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model.fit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command. </a:t>
            </a: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We pass it the input features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X_train</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and the target classes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y_train</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as well as the number of epochs to train (or else it would default to just 1, which would definitely not be enough to converge to a good solution). We also pass a </a:t>
            </a:r>
            <a:r>
              <a:rPr kumimoji="0" lang="en-US" sz="20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validation set (this is optional).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Keras</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will measure the loss and the extra metrics on this set at the end of each epoch, which is very useful to see how well the model really performs. </a:t>
            </a:r>
            <a:b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6517CDDF-F833-364C-D627-23929F4B2FEF}"/>
              </a:ext>
            </a:extLst>
          </p:cNvPr>
          <p:cNvPicPr>
            <a:picLocks noChangeAspect="1"/>
          </p:cNvPicPr>
          <p:nvPr/>
        </p:nvPicPr>
        <p:blipFill>
          <a:blip r:embed="rId2"/>
          <a:stretch>
            <a:fillRect/>
          </a:stretch>
        </p:blipFill>
        <p:spPr>
          <a:xfrm>
            <a:off x="2039349" y="3123889"/>
            <a:ext cx="7074172" cy="307236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E40F6F13-903B-B584-A538-9E1C7EA2BE6D}"/>
                  </a:ext>
                </a:extLst>
              </p14:cNvPr>
              <p14:cNvContentPartPr/>
              <p14:nvPr/>
            </p14:nvContentPartPr>
            <p14:xfrm>
              <a:off x="2050920" y="1079640"/>
              <a:ext cx="6090120" cy="3664080"/>
            </p14:xfrm>
          </p:contentPart>
        </mc:Choice>
        <mc:Fallback xmlns="">
          <p:pic>
            <p:nvPicPr>
              <p:cNvPr id="2" name="Ink 1">
                <a:extLst>
                  <a:ext uri="{FF2B5EF4-FFF2-40B4-BE49-F238E27FC236}">
                    <a16:creationId xmlns:a16="http://schemas.microsoft.com/office/drawing/2014/main" id="{E40F6F13-903B-B584-A538-9E1C7EA2BE6D}"/>
                  </a:ext>
                </a:extLst>
              </p:cNvPr>
              <p:cNvPicPr/>
              <p:nvPr/>
            </p:nvPicPr>
            <p:blipFill>
              <a:blip r:embed="rId4"/>
              <a:stretch>
                <a:fillRect/>
              </a:stretch>
            </p:blipFill>
            <p:spPr>
              <a:xfrm>
                <a:off x="2041560" y="1070280"/>
                <a:ext cx="6108840" cy="3682800"/>
              </a:xfrm>
              <a:prstGeom prst="rect">
                <a:avLst/>
              </a:prstGeom>
            </p:spPr>
          </p:pic>
        </mc:Fallback>
      </mc:AlternateContent>
    </p:spTree>
    <p:extLst>
      <p:ext uri="{BB962C8B-B14F-4D97-AF65-F5344CB8AC3E}">
        <p14:creationId xmlns:p14="http://schemas.microsoft.com/office/powerpoint/2010/main" val="21991826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71EEA-6F1D-3C36-081F-F29A28DFB7D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DAE7F36-CA7E-4BD8-5224-624C3C53B8F5}"/>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10" name="TextBox 9">
            <a:extLst>
              <a:ext uri="{FF2B5EF4-FFF2-40B4-BE49-F238E27FC236}">
                <a16:creationId xmlns:a16="http://schemas.microsoft.com/office/drawing/2014/main" id="{75C5875D-3CFB-FCFA-E6E3-266CB3FC26E9}"/>
              </a:ext>
            </a:extLst>
          </p:cNvPr>
          <p:cNvSpPr txBox="1"/>
          <p:nvPr/>
        </p:nvSpPr>
        <p:spPr>
          <a:xfrm>
            <a:off x="299720" y="579120"/>
            <a:ext cx="11592560" cy="2989729"/>
          </a:xfrm>
          <a:prstGeom prst="rect">
            <a:avLst/>
          </a:prstGeom>
          <a:noFill/>
        </p:spPr>
        <p:txBody>
          <a:bodyPr wrap="square" rtlCol="0">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To start training the model we simply use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model.fit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command. </a:t>
            </a:r>
          </a:p>
          <a:p>
            <a:pPr marL="342900" marR="0" lvl="0" indent="-342900" algn="just"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We pass it the input features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X_train</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and the target classes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y_train</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as well as the number of epochs to train (or else it would default to just 1, which would definitely not be enough to converge to a good solution). We also pass a </a:t>
            </a:r>
            <a:r>
              <a:rPr kumimoji="0" lang="en-US" sz="20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validation set (this is optional).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Keras</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will measure the loss and the extra metrics on this set at the end of each epoch, which is very useful to see how well the model really performs. </a:t>
            </a:r>
            <a:b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A99B638D-1430-D7BB-FA49-EE42917781B2}"/>
              </a:ext>
            </a:extLst>
          </p:cNvPr>
          <p:cNvPicPr>
            <a:picLocks noChangeAspect="1"/>
          </p:cNvPicPr>
          <p:nvPr/>
        </p:nvPicPr>
        <p:blipFill>
          <a:blip r:embed="rId2"/>
          <a:stretch>
            <a:fillRect/>
          </a:stretch>
        </p:blipFill>
        <p:spPr>
          <a:xfrm>
            <a:off x="2039350" y="3123890"/>
            <a:ext cx="5899600" cy="2562236"/>
          </a:xfrm>
          <a:prstGeom prst="rect">
            <a:avLst/>
          </a:prstGeom>
        </p:spPr>
      </p:pic>
      <p:sp>
        <p:nvSpPr>
          <p:cNvPr id="5" name="TextBox 4">
            <a:extLst>
              <a:ext uri="{FF2B5EF4-FFF2-40B4-BE49-F238E27FC236}">
                <a16:creationId xmlns:a16="http://schemas.microsoft.com/office/drawing/2014/main" id="{3891F79E-2927-58E7-D96A-E1EFD06DFFC2}"/>
              </a:ext>
            </a:extLst>
          </p:cNvPr>
          <p:cNvSpPr txBox="1"/>
          <p:nvPr/>
        </p:nvSpPr>
        <p:spPr>
          <a:xfrm>
            <a:off x="441960" y="5645486"/>
            <a:ext cx="11671300" cy="166199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srgbClr val="000000"/>
                </a:solidFill>
                <a:effectLst/>
                <a:uLnTx/>
                <a:uFillTx/>
                <a:latin typeface="MinionPro-Regular"/>
                <a:ea typeface="+mn-ea"/>
                <a:cs typeface="+mn-cs"/>
              </a:rPr>
              <a:t>If the performance on the training set is much better than on the validation set, </a:t>
            </a:r>
            <a:r>
              <a:rPr kumimoji="0" lang="en-US" sz="20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MinionPro-Regular"/>
                <a:ea typeface="+mn-ea"/>
                <a:cs typeface="+mn-cs"/>
              </a:rPr>
              <a:t>your model is </a:t>
            </a:r>
            <a:r>
              <a:rPr kumimoji="0" lang="en-US" sz="20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probably overfitting the training set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(or there is a bug, such as a data mismatch between the training set and the validation set). </a:t>
            </a:r>
            <a:b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146BF924-0425-917D-702C-F11C007F4E7D}"/>
                  </a:ext>
                </a:extLst>
              </p14:cNvPr>
              <p14:cNvContentPartPr/>
              <p14:nvPr/>
            </p14:nvContentPartPr>
            <p14:xfrm>
              <a:off x="1473120" y="3568680"/>
              <a:ext cx="6883920" cy="2718000"/>
            </p14:xfrm>
          </p:contentPart>
        </mc:Choice>
        <mc:Fallback xmlns="">
          <p:pic>
            <p:nvPicPr>
              <p:cNvPr id="2" name="Ink 1">
                <a:extLst>
                  <a:ext uri="{FF2B5EF4-FFF2-40B4-BE49-F238E27FC236}">
                    <a16:creationId xmlns:a16="http://schemas.microsoft.com/office/drawing/2014/main" id="{146BF924-0425-917D-702C-F11C007F4E7D}"/>
                  </a:ext>
                </a:extLst>
              </p:cNvPr>
              <p:cNvPicPr/>
              <p:nvPr/>
            </p:nvPicPr>
            <p:blipFill>
              <a:blip r:embed="rId4"/>
              <a:stretch>
                <a:fillRect/>
              </a:stretch>
            </p:blipFill>
            <p:spPr>
              <a:xfrm>
                <a:off x="1463760" y="3559320"/>
                <a:ext cx="6902640" cy="2736720"/>
              </a:xfrm>
              <a:prstGeom prst="rect">
                <a:avLst/>
              </a:prstGeom>
            </p:spPr>
          </p:pic>
        </mc:Fallback>
      </mc:AlternateContent>
    </p:spTree>
    <p:extLst>
      <p:ext uri="{BB962C8B-B14F-4D97-AF65-F5344CB8AC3E}">
        <p14:creationId xmlns:p14="http://schemas.microsoft.com/office/powerpoint/2010/main" val="33206563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51A95-0EBB-F25B-6F75-C48C1760575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18E0320-491E-3928-12DA-A80ED2AAD4A2}"/>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10" name="TextBox 9">
            <a:extLst>
              <a:ext uri="{FF2B5EF4-FFF2-40B4-BE49-F238E27FC236}">
                <a16:creationId xmlns:a16="http://schemas.microsoft.com/office/drawing/2014/main" id="{62DE2933-869C-DD61-6A84-3D3613DCC0B8}"/>
              </a:ext>
            </a:extLst>
          </p:cNvPr>
          <p:cNvSpPr txBox="1"/>
          <p:nvPr/>
        </p:nvSpPr>
        <p:spPr>
          <a:xfrm>
            <a:off x="299720" y="579120"/>
            <a:ext cx="11592560" cy="7392793"/>
          </a:xfrm>
          <a:prstGeom prst="rect">
            <a:avLst/>
          </a:prstGeom>
          <a:noFill/>
        </p:spPr>
        <p:txBody>
          <a:bodyPr wrap="square" rtlCol="0">
            <a:spAutoFit/>
          </a:bodyPr>
          <a:lstStyle/>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Instead of passing a validation set using the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validation_data</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argument, you could set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validation_split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to the ratio of the training set that you want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Keras</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to use for validation. For example, </a:t>
            </a:r>
            <a:r>
              <a:rPr kumimoji="0" lang="en-US" sz="2000" b="0" i="1" u="none" strike="noStrike" kern="1200" cap="none" spc="0" normalizeH="0" baseline="0" noProof="0" dirty="0" err="1">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validation_split</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=0.1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tells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Keras</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to use the </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last 10% of the data (before shuffling) for validation</a:t>
            </a: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If the training set was very skewed, with some classes being overrepresented and others underrepresented, it would be useful to set the </a:t>
            </a:r>
            <a:r>
              <a:rPr kumimoji="0" lang="en-US" sz="2000" b="0" i="1" u="none" strike="noStrike" kern="1200" cap="none" spc="0" normalizeH="0" baseline="0" noProof="0" dirty="0" err="1">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class_weight</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 argument when calling the fit() method</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which would give a larger weight to underrepresented classes and a lower weight to overrepresented.</a:t>
            </a: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fit() method returns a History object containing the training parameters (</a:t>
            </a:r>
            <a:r>
              <a:rPr kumimoji="0" lang="en-US" sz="2000" b="0" i="1" u="none" strike="noStrike" kern="1200" cap="none" spc="0" normalizeH="0" baseline="0" noProof="0" dirty="0" err="1">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history.params</a:t>
            </a:r>
            <a:r>
              <a:rPr kumimoji="0" lang="en-US" sz="20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the list of epochs it went through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history.epoch</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and most importantly a dictionary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history.history</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containing the loss and extra metrics it measured at the end of each epoch on the training set and on the validation set </a:t>
            </a:r>
            <a:b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7008E40B-8F67-2B9F-B4FF-5089B20F3FC0}"/>
                  </a:ext>
                </a:extLst>
              </p14:cNvPr>
              <p14:cNvContentPartPr/>
              <p14:nvPr/>
            </p14:nvContentPartPr>
            <p14:xfrm>
              <a:off x="2457360" y="1758960"/>
              <a:ext cx="7950600" cy="762480"/>
            </p14:xfrm>
          </p:contentPart>
        </mc:Choice>
        <mc:Fallback xmlns="">
          <p:pic>
            <p:nvPicPr>
              <p:cNvPr id="2" name="Ink 1">
                <a:extLst>
                  <a:ext uri="{FF2B5EF4-FFF2-40B4-BE49-F238E27FC236}">
                    <a16:creationId xmlns:a16="http://schemas.microsoft.com/office/drawing/2014/main" id="{7008E40B-8F67-2B9F-B4FF-5089B20F3FC0}"/>
                  </a:ext>
                </a:extLst>
              </p:cNvPr>
              <p:cNvPicPr/>
              <p:nvPr/>
            </p:nvPicPr>
            <p:blipFill>
              <a:blip r:embed="rId3"/>
              <a:stretch>
                <a:fillRect/>
              </a:stretch>
            </p:blipFill>
            <p:spPr>
              <a:xfrm>
                <a:off x="2448000" y="1749600"/>
                <a:ext cx="7969320" cy="7812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C360DA0D-FB78-2E2D-98BF-EC2B0C0DF694}"/>
                  </a:ext>
                </a:extLst>
              </p14:cNvPr>
              <p14:cNvContentPartPr/>
              <p14:nvPr/>
            </p14:nvContentPartPr>
            <p14:xfrm>
              <a:off x="755640" y="1942920"/>
              <a:ext cx="10084320" cy="3518280"/>
            </p14:xfrm>
          </p:contentPart>
        </mc:Choice>
        <mc:Fallback xmlns="">
          <p:pic>
            <p:nvPicPr>
              <p:cNvPr id="3" name="Ink 2">
                <a:extLst>
                  <a:ext uri="{FF2B5EF4-FFF2-40B4-BE49-F238E27FC236}">
                    <a16:creationId xmlns:a16="http://schemas.microsoft.com/office/drawing/2014/main" id="{C360DA0D-FB78-2E2D-98BF-EC2B0C0DF694}"/>
                  </a:ext>
                </a:extLst>
              </p:cNvPr>
              <p:cNvPicPr/>
              <p:nvPr/>
            </p:nvPicPr>
            <p:blipFill>
              <a:blip r:embed="rId5"/>
              <a:stretch>
                <a:fillRect/>
              </a:stretch>
            </p:blipFill>
            <p:spPr>
              <a:xfrm>
                <a:off x="746280" y="1933560"/>
                <a:ext cx="10103040" cy="3537000"/>
              </a:xfrm>
              <a:prstGeom prst="rect">
                <a:avLst/>
              </a:prstGeom>
            </p:spPr>
          </p:pic>
        </mc:Fallback>
      </mc:AlternateContent>
    </p:spTree>
    <p:extLst>
      <p:ext uri="{BB962C8B-B14F-4D97-AF65-F5344CB8AC3E}">
        <p14:creationId xmlns:p14="http://schemas.microsoft.com/office/powerpoint/2010/main" val="12470789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D168D-22AF-508B-86C8-1859F552C01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25FC43F-2986-8862-09B7-867E8A3B12FC}"/>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pic>
        <p:nvPicPr>
          <p:cNvPr id="3" name="Picture 2">
            <a:extLst>
              <a:ext uri="{FF2B5EF4-FFF2-40B4-BE49-F238E27FC236}">
                <a16:creationId xmlns:a16="http://schemas.microsoft.com/office/drawing/2014/main" id="{B146526B-40D4-7AAA-A323-5D69A8E75DA9}"/>
              </a:ext>
            </a:extLst>
          </p:cNvPr>
          <p:cNvPicPr>
            <a:picLocks noChangeAspect="1"/>
          </p:cNvPicPr>
          <p:nvPr/>
        </p:nvPicPr>
        <p:blipFill>
          <a:blip r:embed="rId2"/>
          <a:stretch>
            <a:fillRect/>
          </a:stretch>
        </p:blipFill>
        <p:spPr>
          <a:xfrm>
            <a:off x="5419918" y="902856"/>
            <a:ext cx="6663162" cy="5052288"/>
          </a:xfrm>
          <a:prstGeom prst="rect">
            <a:avLst/>
          </a:prstGeom>
        </p:spPr>
      </p:pic>
      <p:sp>
        <p:nvSpPr>
          <p:cNvPr id="5" name="TextBox 4">
            <a:extLst>
              <a:ext uri="{FF2B5EF4-FFF2-40B4-BE49-F238E27FC236}">
                <a16:creationId xmlns:a16="http://schemas.microsoft.com/office/drawing/2014/main" id="{AE60BB89-37EC-7891-4F0E-30D462C79148}"/>
              </a:ext>
            </a:extLst>
          </p:cNvPr>
          <p:cNvSpPr txBox="1"/>
          <p:nvPr/>
        </p:nvSpPr>
        <p:spPr>
          <a:xfrm>
            <a:off x="193040" y="1026160"/>
            <a:ext cx="4795520" cy="2957861"/>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You can see that both the </a:t>
            </a:r>
            <a:r>
              <a:rPr kumimoji="0" lang="en-US" sz="18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training accuracy and the validation accuracy steadily increase during training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while the training loss and the validation loss decrease. </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Moreover, the </a:t>
            </a:r>
            <a:r>
              <a:rPr kumimoji="0" lang="en-US" sz="18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validation curves are close to the training curves, which means that there is not too much overfitting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57A5385-5CFB-8E7E-6E5C-543BCE6FF758}"/>
                  </a:ext>
                </a:extLst>
              </p14:cNvPr>
              <p14:cNvContentPartPr/>
              <p14:nvPr/>
            </p14:nvContentPartPr>
            <p14:xfrm>
              <a:off x="711360" y="4381560"/>
              <a:ext cx="32040" cy="63720"/>
            </p14:xfrm>
          </p:contentPart>
        </mc:Choice>
        <mc:Fallback xmlns="">
          <p:pic>
            <p:nvPicPr>
              <p:cNvPr id="2" name="Ink 1">
                <a:extLst>
                  <a:ext uri="{FF2B5EF4-FFF2-40B4-BE49-F238E27FC236}">
                    <a16:creationId xmlns:a16="http://schemas.microsoft.com/office/drawing/2014/main" id="{B57A5385-5CFB-8E7E-6E5C-543BCE6FF758}"/>
                  </a:ext>
                </a:extLst>
              </p:cNvPr>
              <p:cNvPicPr/>
              <p:nvPr/>
            </p:nvPicPr>
            <p:blipFill>
              <a:blip r:embed="rId4"/>
              <a:stretch>
                <a:fillRect/>
              </a:stretch>
            </p:blipFill>
            <p:spPr>
              <a:xfrm>
                <a:off x="702000" y="4372200"/>
                <a:ext cx="50760" cy="82440"/>
              </a:xfrm>
              <a:prstGeom prst="rect">
                <a:avLst/>
              </a:prstGeom>
            </p:spPr>
          </p:pic>
        </mc:Fallback>
      </mc:AlternateContent>
    </p:spTree>
    <p:extLst>
      <p:ext uri="{BB962C8B-B14F-4D97-AF65-F5344CB8AC3E}">
        <p14:creationId xmlns:p14="http://schemas.microsoft.com/office/powerpoint/2010/main" val="9353840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5AB3A-7332-90DE-8E16-4CE01A1EC5E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A56852C-89E3-5C25-E1FC-9701872C70DC}"/>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5" name="TextBox 4">
            <a:extLst>
              <a:ext uri="{FF2B5EF4-FFF2-40B4-BE49-F238E27FC236}">
                <a16:creationId xmlns:a16="http://schemas.microsoft.com/office/drawing/2014/main" id="{A389D5FD-CBE4-51E5-A83B-D0BFB20D500B}"/>
              </a:ext>
            </a:extLst>
          </p:cNvPr>
          <p:cNvSpPr txBox="1"/>
          <p:nvPr/>
        </p:nvSpPr>
        <p:spPr>
          <a:xfrm>
            <a:off x="193040" y="792480"/>
            <a:ext cx="11816080" cy="5686300"/>
          </a:xfrm>
          <a:prstGeom prst="rect">
            <a:avLst/>
          </a:prstGeom>
          <a:noFill/>
        </p:spPr>
        <p:txBody>
          <a:bodyPr wrap="square" rtlCol="0">
            <a:spAutoFit/>
          </a:bodyPr>
          <a:lstStyle/>
          <a:p>
            <a:pPr marL="285750" marR="0" lvl="0" indent="-285750" algn="just" defTabSz="914400" rtl="0" eaLnBrk="1" fontAlgn="auto" latinLnBrk="0" hangingPunct="1">
              <a:lnSpc>
                <a:spcPct val="17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training set performance ends up beating the validation performance, as is generally the case when you train for long enough. You can tell that the model has not quite converged yet, as the validation loss is still going down, so you should probably continue training. </a:t>
            </a:r>
          </a:p>
          <a:p>
            <a:pPr marL="285750" marR="0" lvl="0" indent="-285750" algn="just" defTabSz="914400" rtl="0" eaLnBrk="1" fontAlgn="auto" latinLnBrk="0" hangingPunct="1">
              <a:lnSpc>
                <a:spcPct val="170000"/>
              </a:lnSpc>
              <a:spcBef>
                <a:spcPts val="0"/>
              </a:spcBef>
              <a:spcAft>
                <a:spcPts val="0"/>
              </a:spcAft>
              <a:buClrTx/>
              <a:buSzTx/>
              <a:buFont typeface="Wingdings" panose="05000000000000000000" pitchFamily="2" charset="2"/>
              <a:buChar char="q"/>
              <a:tabLst/>
              <a:defRPr/>
            </a:pPr>
            <a:r>
              <a:rPr kumimoji="0" lang="en-US" sz="1800" b="0" i="1"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alibri" panose="020F0502020204030204"/>
                <a:ea typeface="+mn-ea"/>
                <a:cs typeface="+mn-cs"/>
              </a:rPr>
              <a:t>It’s as simple as calling the fit() method again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since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Keras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just continues training where it left off (you should be able to reach close to 89% validation accuracy). </a:t>
            </a:r>
          </a:p>
          <a:p>
            <a:pPr marL="285750" marR="0" lvl="0" indent="-285750" algn="just" defTabSz="914400" rtl="0" eaLnBrk="1" fontAlgn="auto" latinLnBrk="0" hangingPunct="1">
              <a:lnSpc>
                <a:spcPct val="170000"/>
              </a:lnSpc>
              <a:spcBef>
                <a:spcPts val="0"/>
              </a:spcBef>
              <a:spcAft>
                <a:spcPts val="0"/>
              </a:spcAft>
              <a:buClrTx/>
              <a:buSzTx/>
              <a:buFont typeface="Wingdings" panose="05000000000000000000" pitchFamily="2" charset="2"/>
              <a:buChar char="q"/>
              <a:tabLst/>
              <a:defRPr/>
            </a:pPr>
            <a:r>
              <a:rPr kumimoji="0" lang="en-US" sz="1800" b="0" i="1"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alibri" panose="020F0502020204030204"/>
                <a:ea typeface="+mn-ea"/>
                <a:cs typeface="+mn-cs"/>
              </a:rPr>
              <a:t>If you are not satisfied with the performance of your model, you should go back and tune the hyperparameters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 first one to </a:t>
            </a:r>
            <a:r>
              <a:rPr kumimoji="0" lang="en-US" sz="18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check is the learning rate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If that doesn’t help, </a:t>
            </a:r>
            <a:r>
              <a:rPr kumimoji="0" lang="en-US" sz="18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try another optimizer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(and always retune the learning rate after changing any hyperparameter). </a:t>
            </a:r>
          </a:p>
          <a:p>
            <a:pPr marL="285750" marR="0" lvl="0" indent="-285750" algn="just" defTabSz="914400" rtl="0" eaLnBrk="1" fontAlgn="auto" latinLnBrk="0" hangingPunct="1">
              <a:lnSpc>
                <a:spcPct val="17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the performance is still not great, then </a:t>
            </a:r>
            <a:r>
              <a:rPr kumimoji="0" lang="en-US" sz="18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try tuning model hyper‐ parameters such as the number of layers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 </a:t>
            </a:r>
            <a:r>
              <a:rPr kumimoji="0" lang="en-US" sz="18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number of neurons per layer, and the types of activation functions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use for each hidden layer. You can also try tuning other hyperparameters, such as the </a:t>
            </a:r>
            <a:r>
              <a:rPr kumimoji="0" lang="en-US" sz="18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batch size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(it can be set in the fit() method using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batch_size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argument, which defaults to 32). </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7730FB0D-F3AB-2634-59E8-F2D2B2E72D24}"/>
                  </a:ext>
                </a:extLst>
              </p14:cNvPr>
              <p14:cNvContentPartPr/>
              <p14:nvPr/>
            </p14:nvContentPartPr>
            <p14:xfrm>
              <a:off x="958680" y="2622600"/>
              <a:ext cx="9906480" cy="3683160"/>
            </p14:xfrm>
          </p:contentPart>
        </mc:Choice>
        <mc:Fallback xmlns="">
          <p:pic>
            <p:nvPicPr>
              <p:cNvPr id="2" name="Ink 1">
                <a:extLst>
                  <a:ext uri="{FF2B5EF4-FFF2-40B4-BE49-F238E27FC236}">
                    <a16:creationId xmlns:a16="http://schemas.microsoft.com/office/drawing/2014/main" id="{7730FB0D-F3AB-2634-59E8-F2D2B2E72D24}"/>
                  </a:ext>
                </a:extLst>
              </p:cNvPr>
              <p:cNvPicPr/>
              <p:nvPr/>
            </p:nvPicPr>
            <p:blipFill>
              <a:blip r:embed="rId3"/>
              <a:stretch>
                <a:fillRect/>
              </a:stretch>
            </p:blipFill>
            <p:spPr>
              <a:xfrm>
                <a:off x="949320" y="2613240"/>
                <a:ext cx="9925200" cy="3701880"/>
              </a:xfrm>
              <a:prstGeom prst="rect">
                <a:avLst/>
              </a:prstGeom>
            </p:spPr>
          </p:pic>
        </mc:Fallback>
      </mc:AlternateContent>
    </p:spTree>
    <p:extLst>
      <p:ext uri="{BB962C8B-B14F-4D97-AF65-F5344CB8AC3E}">
        <p14:creationId xmlns:p14="http://schemas.microsoft.com/office/powerpoint/2010/main" val="38889889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6606D-5E2B-C5EE-E742-1906AA3D4D0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79FFBBD-5630-8E64-7718-D279EB14EE7B}"/>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5" name="TextBox 4">
            <a:extLst>
              <a:ext uri="{FF2B5EF4-FFF2-40B4-BE49-F238E27FC236}">
                <a16:creationId xmlns:a16="http://schemas.microsoft.com/office/drawing/2014/main" id="{C8A20AAB-A2E8-CB82-B6EB-601532C32012}"/>
              </a:ext>
            </a:extLst>
          </p:cNvPr>
          <p:cNvSpPr txBox="1"/>
          <p:nvPr/>
        </p:nvSpPr>
        <p:spPr>
          <a:xfrm>
            <a:off x="193040" y="792480"/>
            <a:ext cx="11816080" cy="2390013"/>
          </a:xfrm>
          <a:prstGeom prst="rect">
            <a:avLst/>
          </a:prstGeom>
          <a:noFill/>
        </p:spPr>
        <p:txBody>
          <a:bodyPr wrap="square" rtlCol="0">
            <a:spAutoFit/>
          </a:bodyPr>
          <a:lstStyle/>
          <a:p>
            <a:pPr marL="285750" marR="0" lvl="0" indent="-285750" algn="l" defTabSz="914400" rtl="0" eaLnBrk="1" fontAlgn="auto" latinLnBrk="0" hangingPunct="1">
              <a:lnSpc>
                <a:spcPct val="17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Once you are satisfied with your model’s validation accuracy, you should evaluate it on the test set to estimate the generalization error before you deploy the model to production. You can easily do this using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evalu</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ate() method (it also supports several other arguments, such as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batch_size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sample_weight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please check the documentation for more details)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900E5720-05CD-CD26-B98E-E0A2BEB8DD25}"/>
              </a:ext>
            </a:extLst>
          </p:cNvPr>
          <p:cNvPicPr>
            <a:picLocks noChangeAspect="1"/>
          </p:cNvPicPr>
          <p:nvPr/>
        </p:nvPicPr>
        <p:blipFill>
          <a:blip r:embed="rId2"/>
          <a:stretch>
            <a:fillRect/>
          </a:stretch>
        </p:blipFill>
        <p:spPr>
          <a:xfrm>
            <a:off x="1836040" y="3006053"/>
            <a:ext cx="8763759" cy="845893"/>
          </a:xfrm>
          <a:prstGeom prst="rect">
            <a:avLst/>
          </a:prstGeom>
        </p:spPr>
      </p:pic>
      <p:sp>
        <p:nvSpPr>
          <p:cNvPr id="6" name="TextBox 5">
            <a:extLst>
              <a:ext uri="{FF2B5EF4-FFF2-40B4-BE49-F238E27FC236}">
                <a16:creationId xmlns:a16="http://schemas.microsoft.com/office/drawing/2014/main" id="{80D32234-682C-40A0-D6EF-06C14A324E5F}"/>
              </a:ext>
            </a:extLst>
          </p:cNvPr>
          <p:cNvSpPr txBox="1"/>
          <p:nvPr/>
        </p:nvSpPr>
        <p:spPr>
          <a:xfrm>
            <a:off x="309879" y="3952240"/>
            <a:ext cx="11816080" cy="2390013"/>
          </a:xfrm>
          <a:prstGeom prst="rect">
            <a:avLst/>
          </a:prstGeom>
          <a:noFill/>
        </p:spPr>
        <p:txBody>
          <a:bodyPr wrap="square" rtlCol="0">
            <a:spAutoFit/>
          </a:bodyPr>
          <a:lstStyle/>
          <a:p>
            <a:pPr marL="285750" marR="0" lvl="0" indent="-285750" algn="l" defTabSz="914400" rtl="0" eaLnBrk="1" fontAlgn="auto" latinLnBrk="0" hangingPunct="1">
              <a:lnSpc>
                <a:spcPct val="17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is </a:t>
            </a:r>
            <a:r>
              <a:rPr kumimoji="0" lang="en-US" sz="18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common to get slightly lower performance on the test set than on the validation set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because the hyperparameters are tuned on the validation set, not the test set </a:t>
            </a:r>
          </a:p>
          <a:p>
            <a:pPr marL="285750" marR="0" lvl="0" indent="-285750" algn="l" defTabSz="914400" rtl="0" eaLnBrk="1" fontAlgn="auto" latinLnBrk="0" hangingPunct="1">
              <a:lnSpc>
                <a:spcPct val="170000"/>
              </a:lnSpc>
              <a:spcBef>
                <a:spcPts val="0"/>
              </a:spcBef>
              <a:spcAft>
                <a:spcPts val="0"/>
              </a:spcAft>
              <a:buClrTx/>
              <a:buSzTx/>
              <a:buFont typeface="Wingdings" panose="05000000000000000000" pitchFamily="2" charset="2"/>
              <a:buChar char="q"/>
              <a:tabLst/>
              <a:defRPr/>
            </a:pPr>
            <a:r>
              <a:rPr kumimoji="0" lang="en-US" sz="18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Remember to resist the temptation to tweak the hyperparameters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on the test set, or else your estimate of the generalization error will be too optimistic.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499C9CAF-8818-F216-5215-8DDD21B79E60}"/>
                  </a:ext>
                </a:extLst>
              </p14:cNvPr>
              <p14:cNvContentPartPr/>
              <p14:nvPr/>
            </p14:nvContentPartPr>
            <p14:xfrm>
              <a:off x="888840" y="1308240"/>
              <a:ext cx="9760320" cy="4597560"/>
            </p14:xfrm>
          </p:contentPart>
        </mc:Choice>
        <mc:Fallback xmlns="">
          <p:pic>
            <p:nvPicPr>
              <p:cNvPr id="2" name="Ink 1">
                <a:extLst>
                  <a:ext uri="{FF2B5EF4-FFF2-40B4-BE49-F238E27FC236}">
                    <a16:creationId xmlns:a16="http://schemas.microsoft.com/office/drawing/2014/main" id="{499C9CAF-8818-F216-5215-8DDD21B79E60}"/>
                  </a:ext>
                </a:extLst>
              </p:cNvPr>
              <p:cNvPicPr/>
              <p:nvPr/>
            </p:nvPicPr>
            <p:blipFill>
              <a:blip r:embed="rId4"/>
              <a:stretch>
                <a:fillRect/>
              </a:stretch>
            </p:blipFill>
            <p:spPr>
              <a:xfrm>
                <a:off x="879480" y="1298880"/>
                <a:ext cx="9779040" cy="4616280"/>
              </a:xfrm>
              <a:prstGeom prst="rect">
                <a:avLst/>
              </a:prstGeom>
            </p:spPr>
          </p:pic>
        </mc:Fallback>
      </mc:AlternateContent>
    </p:spTree>
    <p:extLst>
      <p:ext uri="{BB962C8B-B14F-4D97-AF65-F5344CB8AC3E}">
        <p14:creationId xmlns:p14="http://schemas.microsoft.com/office/powerpoint/2010/main" val="14138217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9FC0F-EFD2-DD84-38FF-AE0E55DA80E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419835A-BA00-4B49-760C-95DFBDEB2017}"/>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5" name="TextBox 4">
            <a:extLst>
              <a:ext uri="{FF2B5EF4-FFF2-40B4-BE49-F238E27FC236}">
                <a16:creationId xmlns:a16="http://schemas.microsoft.com/office/drawing/2014/main" id="{231B5847-19A2-C714-DBC5-526569F0CD34}"/>
              </a:ext>
            </a:extLst>
          </p:cNvPr>
          <p:cNvSpPr txBox="1"/>
          <p:nvPr/>
        </p:nvSpPr>
        <p:spPr>
          <a:xfrm>
            <a:off x="193040" y="792480"/>
            <a:ext cx="11816080" cy="977319"/>
          </a:xfrm>
          <a:prstGeom prst="rect">
            <a:avLst/>
          </a:prstGeom>
          <a:noFill/>
        </p:spPr>
        <p:txBody>
          <a:bodyPr wrap="square" rtlCol="0">
            <a:spAutoFit/>
          </a:bodyPr>
          <a:lstStyle/>
          <a:p>
            <a:pPr marL="285750" marR="0" lvl="0" indent="-285750" algn="l" defTabSz="914400" rtl="0" eaLnBrk="1" fontAlgn="auto" latinLnBrk="0" hangingPunct="1">
              <a:lnSpc>
                <a:spcPct val="17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Next, we can use the model’s predict() method to make predictions on new instances. Since we don’t have actual new instances, we will just use the first three instances of the test set: </a:t>
            </a:r>
          </a:p>
        </p:txBody>
      </p:sp>
      <p:pic>
        <p:nvPicPr>
          <p:cNvPr id="7" name="Picture 6">
            <a:extLst>
              <a:ext uri="{FF2B5EF4-FFF2-40B4-BE49-F238E27FC236}">
                <a16:creationId xmlns:a16="http://schemas.microsoft.com/office/drawing/2014/main" id="{EAED9CF7-2ED6-F159-9B1C-9E9AA8876F22}"/>
              </a:ext>
            </a:extLst>
          </p:cNvPr>
          <p:cNvPicPr>
            <a:picLocks noChangeAspect="1"/>
          </p:cNvPicPr>
          <p:nvPr/>
        </p:nvPicPr>
        <p:blipFill>
          <a:blip r:embed="rId2"/>
          <a:stretch>
            <a:fillRect/>
          </a:stretch>
        </p:blipFill>
        <p:spPr>
          <a:xfrm>
            <a:off x="2153100" y="2093851"/>
            <a:ext cx="7757832" cy="2187130"/>
          </a:xfrm>
          <a:prstGeom prst="rect">
            <a:avLst/>
          </a:prstGeom>
        </p:spPr>
      </p:pic>
      <p:sp>
        <p:nvSpPr>
          <p:cNvPr id="8" name="TextBox 7">
            <a:extLst>
              <a:ext uri="{FF2B5EF4-FFF2-40B4-BE49-F238E27FC236}">
                <a16:creationId xmlns:a16="http://schemas.microsoft.com/office/drawing/2014/main" id="{BE8C9E04-67AF-A1E4-A8BE-2993807BDFD4}"/>
              </a:ext>
            </a:extLst>
          </p:cNvPr>
          <p:cNvSpPr txBox="1"/>
          <p:nvPr/>
        </p:nvSpPr>
        <p:spPr>
          <a:xfrm>
            <a:off x="264160" y="4110883"/>
            <a:ext cx="11816080" cy="2390013"/>
          </a:xfrm>
          <a:prstGeom prst="rect">
            <a:avLst/>
          </a:prstGeom>
          <a:noFill/>
        </p:spPr>
        <p:txBody>
          <a:bodyPr wrap="square" rtlCol="0">
            <a:spAutoFit/>
          </a:bodyPr>
          <a:lstStyle/>
          <a:p>
            <a:pPr marL="285750" marR="0" lvl="0" indent="-285750" algn="l" defTabSz="914400" rtl="0" eaLnBrk="1" fontAlgn="auto" latinLnBrk="0" hangingPunct="1">
              <a:lnSpc>
                <a:spcPct val="17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As you can see, for each instance the model estimates one probability per class, from class 0 to class 9. For example, for the first image it estimates that the probability of </a:t>
            </a:r>
            <a:r>
              <a:rPr kumimoji="0" lang="en-US" sz="1800" b="0" i="1"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class 9 (ankle boot) is 96%, the probability of class 5 (sandal) is 3%, the probability of class 7 (sneaker) is 1%,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and the probabilities of the other classes are negligible. </a:t>
            </a:r>
            <a:r>
              <a:rPr kumimoji="0" lang="en-US" sz="1800" b="0" i="1"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alibri" panose="020F0502020204030204"/>
                <a:ea typeface="+mn-ea"/>
                <a:cs typeface="+mn-cs"/>
              </a:rPr>
              <a:t>In other words, it “believes” the first image is footwear, most likely ankle boots but possibly sandals or sneakers.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3035736-AADD-2005-758D-7C6FC86677CE}"/>
                  </a:ext>
                </a:extLst>
              </p14:cNvPr>
              <p14:cNvContentPartPr/>
              <p14:nvPr/>
            </p14:nvContentPartPr>
            <p14:xfrm>
              <a:off x="2540160" y="2031840"/>
              <a:ext cx="8350560" cy="3537360"/>
            </p14:xfrm>
          </p:contentPart>
        </mc:Choice>
        <mc:Fallback xmlns="">
          <p:pic>
            <p:nvPicPr>
              <p:cNvPr id="2" name="Ink 1">
                <a:extLst>
                  <a:ext uri="{FF2B5EF4-FFF2-40B4-BE49-F238E27FC236}">
                    <a16:creationId xmlns:a16="http://schemas.microsoft.com/office/drawing/2014/main" id="{03035736-AADD-2005-758D-7C6FC86677CE}"/>
                  </a:ext>
                </a:extLst>
              </p:cNvPr>
              <p:cNvPicPr/>
              <p:nvPr/>
            </p:nvPicPr>
            <p:blipFill>
              <a:blip r:embed="rId4"/>
              <a:stretch>
                <a:fillRect/>
              </a:stretch>
            </p:blipFill>
            <p:spPr>
              <a:xfrm>
                <a:off x="2530800" y="2022480"/>
                <a:ext cx="8369280" cy="3556080"/>
              </a:xfrm>
              <a:prstGeom prst="rect">
                <a:avLst/>
              </a:prstGeom>
            </p:spPr>
          </p:pic>
        </mc:Fallback>
      </mc:AlternateContent>
    </p:spTree>
    <p:extLst>
      <p:ext uri="{BB962C8B-B14F-4D97-AF65-F5344CB8AC3E}">
        <p14:creationId xmlns:p14="http://schemas.microsoft.com/office/powerpoint/2010/main" val="15337133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328BC-D8C4-46CF-1FB5-ED40D315645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3665B20-EF8A-5AA9-09E7-5F9E78AA72CC}"/>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5" name="TextBox 4">
            <a:extLst>
              <a:ext uri="{FF2B5EF4-FFF2-40B4-BE49-F238E27FC236}">
                <a16:creationId xmlns:a16="http://schemas.microsoft.com/office/drawing/2014/main" id="{A2C34E37-BEE7-B8E1-DB8B-1207832494DB}"/>
              </a:ext>
            </a:extLst>
          </p:cNvPr>
          <p:cNvSpPr txBox="1"/>
          <p:nvPr/>
        </p:nvSpPr>
        <p:spPr>
          <a:xfrm>
            <a:off x="193040" y="792480"/>
            <a:ext cx="11816080" cy="977319"/>
          </a:xfrm>
          <a:prstGeom prst="rect">
            <a:avLst/>
          </a:prstGeom>
          <a:noFill/>
        </p:spPr>
        <p:txBody>
          <a:bodyPr wrap="square" rtlCol="0">
            <a:spAutoFit/>
          </a:bodyPr>
          <a:lstStyle/>
          <a:p>
            <a:pPr marL="285750" marR="0" lvl="0" indent="-285750" algn="l" defTabSz="914400" rtl="0" eaLnBrk="1" fontAlgn="auto" latinLnBrk="0" hangingPunct="1">
              <a:lnSpc>
                <a:spcPct val="17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If you only care about the class with the highest estimated probability (even if that probability is quite low), then you can use the pre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dict_classes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instead: </a:t>
            </a:r>
          </a:p>
        </p:txBody>
      </p:sp>
      <p:pic>
        <p:nvPicPr>
          <p:cNvPr id="3" name="Picture 2">
            <a:extLst>
              <a:ext uri="{FF2B5EF4-FFF2-40B4-BE49-F238E27FC236}">
                <a16:creationId xmlns:a16="http://schemas.microsoft.com/office/drawing/2014/main" id="{C15D1227-3EEF-E1AE-4666-C1F6F6B02FF2}"/>
              </a:ext>
            </a:extLst>
          </p:cNvPr>
          <p:cNvPicPr>
            <a:picLocks noChangeAspect="1"/>
          </p:cNvPicPr>
          <p:nvPr/>
        </p:nvPicPr>
        <p:blipFill>
          <a:blip r:embed="rId2"/>
          <a:stretch>
            <a:fillRect/>
          </a:stretch>
        </p:blipFill>
        <p:spPr>
          <a:xfrm>
            <a:off x="602965" y="2034419"/>
            <a:ext cx="6576630" cy="1394581"/>
          </a:xfrm>
          <a:prstGeom prst="rect">
            <a:avLst/>
          </a:prstGeom>
        </p:spPr>
      </p:pic>
      <p:pic>
        <p:nvPicPr>
          <p:cNvPr id="9" name="Picture 8">
            <a:extLst>
              <a:ext uri="{FF2B5EF4-FFF2-40B4-BE49-F238E27FC236}">
                <a16:creationId xmlns:a16="http://schemas.microsoft.com/office/drawing/2014/main" id="{76E9BF69-56AE-7705-491D-9002FAAE4111}"/>
              </a:ext>
            </a:extLst>
          </p:cNvPr>
          <p:cNvPicPr>
            <a:picLocks noChangeAspect="1"/>
          </p:cNvPicPr>
          <p:nvPr/>
        </p:nvPicPr>
        <p:blipFill>
          <a:blip r:embed="rId3"/>
          <a:stretch>
            <a:fillRect/>
          </a:stretch>
        </p:blipFill>
        <p:spPr>
          <a:xfrm>
            <a:off x="457084" y="3541923"/>
            <a:ext cx="2682472" cy="891617"/>
          </a:xfrm>
          <a:prstGeom prst="rect">
            <a:avLst/>
          </a:prstGeom>
        </p:spPr>
      </p:pic>
      <p:pic>
        <p:nvPicPr>
          <p:cNvPr id="11" name="Picture 10">
            <a:extLst>
              <a:ext uri="{FF2B5EF4-FFF2-40B4-BE49-F238E27FC236}">
                <a16:creationId xmlns:a16="http://schemas.microsoft.com/office/drawing/2014/main" id="{C96692AB-75E2-3C36-CDCC-9B2C49256C6A}"/>
              </a:ext>
            </a:extLst>
          </p:cNvPr>
          <p:cNvPicPr>
            <a:picLocks noChangeAspect="1"/>
          </p:cNvPicPr>
          <p:nvPr/>
        </p:nvPicPr>
        <p:blipFill>
          <a:blip r:embed="rId4"/>
          <a:stretch>
            <a:fillRect/>
          </a:stretch>
        </p:blipFill>
        <p:spPr>
          <a:xfrm>
            <a:off x="3139556" y="3897175"/>
            <a:ext cx="8316767" cy="2382053"/>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68669990-D257-7DA6-B0A6-10C2C27D8A3D}"/>
                  </a:ext>
                </a:extLst>
              </p14:cNvPr>
              <p14:cNvContentPartPr/>
              <p14:nvPr/>
            </p14:nvContentPartPr>
            <p14:xfrm>
              <a:off x="2076480" y="3397320"/>
              <a:ext cx="876600" cy="19440"/>
            </p14:xfrm>
          </p:contentPart>
        </mc:Choice>
        <mc:Fallback xmlns="">
          <p:pic>
            <p:nvPicPr>
              <p:cNvPr id="2" name="Ink 1">
                <a:extLst>
                  <a:ext uri="{FF2B5EF4-FFF2-40B4-BE49-F238E27FC236}">
                    <a16:creationId xmlns:a16="http://schemas.microsoft.com/office/drawing/2014/main" id="{68669990-D257-7DA6-B0A6-10C2C27D8A3D}"/>
                  </a:ext>
                </a:extLst>
              </p:cNvPr>
              <p:cNvPicPr/>
              <p:nvPr/>
            </p:nvPicPr>
            <p:blipFill>
              <a:blip r:embed="rId6"/>
              <a:stretch>
                <a:fillRect/>
              </a:stretch>
            </p:blipFill>
            <p:spPr>
              <a:xfrm>
                <a:off x="2067120" y="3387960"/>
                <a:ext cx="895320" cy="38160"/>
              </a:xfrm>
              <a:prstGeom prst="rect">
                <a:avLst/>
              </a:prstGeom>
            </p:spPr>
          </p:pic>
        </mc:Fallback>
      </mc:AlternateContent>
    </p:spTree>
    <p:extLst>
      <p:ext uri="{BB962C8B-B14F-4D97-AF65-F5344CB8AC3E}">
        <p14:creationId xmlns:p14="http://schemas.microsoft.com/office/powerpoint/2010/main" val="26437544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p:cNvSpPr/>
          <p:nvPr/>
        </p:nvSpPr>
        <p:spPr>
          <a:xfrm>
            <a:off x="1433128" y="53078"/>
            <a:ext cx="9197903"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HOME ASSIGNMENT – IMPLEMENT BACK PROPAGATION Example in Python </a:t>
            </a:r>
            <a:r>
              <a:rPr kumimoji="0" lang="en-US" sz="2000" b="1" i="0" u="sng" strike="noStrike" kern="1200" cap="none" spc="0" normalizeH="0" baseline="0" noProof="0" dirty="0" err="1">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Keras</a:t>
            </a:r>
            <a:r>
              <a:rPr kumimoji="0" lang="en-US" sz="2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 API</a:t>
            </a:r>
          </a:p>
        </p:txBody>
      </p:sp>
      <p:sp>
        <p:nvSpPr>
          <p:cNvPr id="3" name="TextBox 2"/>
          <p:cNvSpPr txBox="1"/>
          <p:nvPr/>
        </p:nvSpPr>
        <p:spPr>
          <a:xfrm>
            <a:off x="247650" y="685800"/>
            <a:ext cx="12477750" cy="633404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import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tensorflow</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as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tf</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Define the model </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model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tf.keras.Sequential</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tf.keras.layers.Dense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(1,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input_shape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=(1,), activation='sigmoid') ]) </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Compile the model </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model.compile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(loss='</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mse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optimizer='</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sgd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input_data</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tf.constant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([0.2])  # Training Data</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target_data</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tf.constant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([0.8]) # Train the model </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model.fit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input_data</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target_data</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epochs=10000, verbose=2) </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Get the final weights and biases </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weights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model.layers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[0].</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get_weights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()[0][0] </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bias =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model.layers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[0].</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get_weights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()[1][0] </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print("Final weights and biases:") </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print("w1 = ", weights) print("b1 = ", bias)</a:t>
            </a:r>
          </a:p>
        </p:txBody>
      </p:sp>
    </p:spTree>
    <p:extLst>
      <p:ext uri="{BB962C8B-B14F-4D97-AF65-F5344CB8AC3E}">
        <p14:creationId xmlns:p14="http://schemas.microsoft.com/office/powerpoint/2010/main" val="19018600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5174</Words>
  <Application>Microsoft Office PowerPoint</Application>
  <PresentationFormat>Widescreen</PresentationFormat>
  <Paragraphs>246</Paragraphs>
  <Slides>40</Slides>
  <Notes>12</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40</vt:i4>
      </vt:variant>
    </vt:vector>
  </HeadingPairs>
  <TitlesOfParts>
    <vt:vector size="49" baseType="lpstr">
      <vt:lpstr>Arial</vt:lpstr>
      <vt:lpstr>Calibri</vt:lpstr>
      <vt:lpstr>Calibri Light</vt:lpstr>
      <vt:lpstr>Cambria Math</vt:lpstr>
      <vt:lpstr>MinionPro-It</vt:lpstr>
      <vt:lpstr>MinionPro-Regular</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Usman Khan</dc:creator>
  <cp:lastModifiedBy>Usman Khan</cp:lastModifiedBy>
  <cp:revision>1</cp:revision>
  <dcterms:created xsi:type="dcterms:W3CDTF">2026-03-28T02:54:37Z</dcterms:created>
  <dcterms:modified xsi:type="dcterms:W3CDTF">2026-03-28T02:54:50Z</dcterms:modified>
</cp:coreProperties>
</file>